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829" r:id="rId2"/>
  </p:sldMasterIdLst>
  <p:notesMasterIdLst>
    <p:notesMasterId r:id="rId107"/>
  </p:notesMasterIdLst>
  <p:handoutMasterIdLst>
    <p:handoutMasterId r:id="rId108"/>
  </p:handoutMasterIdLst>
  <p:sldIdLst>
    <p:sldId id="257" r:id="rId3"/>
    <p:sldId id="258" r:id="rId4"/>
    <p:sldId id="259" r:id="rId5"/>
    <p:sldId id="289" r:id="rId6"/>
    <p:sldId id="260" r:id="rId7"/>
    <p:sldId id="264" r:id="rId8"/>
    <p:sldId id="291" r:id="rId9"/>
    <p:sldId id="293" r:id="rId10"/>
    <p:sldId id="294" r:id="rId11"/>
    <p:sldId id="261" r:id="rId12"/>
    <p:sldId id="301" r:id="rId13"/>
    <p:sldId id="302" r:id="rId14"/>
    <p:sldId id="303" r:id="rId15"/>
    <p:sldId id="304" r:id="rId16"/>
    <p:sldId id="262" r:id="rId17"/>
    <p:sldId id="296" r:id="rId18"/>
    <p:sldId id="297" r:id="rId19"/>
    <p:sldId id="299" r:id="rId20"/>
    <p:sldId id="298" r:id="rId21"/>
    <p:sldId id="292" r:id="rId22"/>
    <p:sldId id="300" r:id="rId23"/>
    <p:sldId id="305" r:id="rId24"/>
    <p:sldId id="307" r:id="rId25"/>
    <p:sldId id="306" r:id="rId26"/>
    <p:sldId id="308" r:id="rId27"/>
    <p:sldId id="309" r:id="rId28"/>
    <p:sldId id="312" r:id="rId29"/>
    <p:sldId id="317" r:id="rId30"/>
    <p:sldId id="313" r:id="rId31"/>
    <p:sldId id="314" r:id="rId32"/>
    <p:sldId id="315" r:id="rId33"/>
    <p:sldId id="316" r:id="rId34"/>
    <p:sldId id="320" r:id="rId35"/>
    <p:sldId id="318" r:id="rId36"/>
    <p:sldId id="321" r:id="rId37"/>
    <p:sldId id="324" r:id="rId38"/>
    <p:sldId id="322" r:id="rId39"/>
    <p:sldId id="325" r:id="rId40"/>
    <p:sldId id="326" r:id="rId41"/>
    <p:sldId id="327" r:id="rId42"/>
    <p:sldId id="328" r:id="rId43"/>
    <p:sldId id="330" r:id="rId44"/>
    <p:sldId id="331" r:id="rId45"/>
    <p:sldId id="332" r:id="rId46"/>
    <p:sldId id="342" r:id="rId47"/>
    <p:sldId id="333" r:id="rId48"/>
    <p:sldId id="334" r:id="rId49"/>
    <p:sldId id="336" r:id="rId50"/>
    <p:sldId id="329" r:id="rId51"/>
    <p:sldId id="335" r:id="rId52"/>
    <p:sldId id="337" r:id="rId53"/>
    <p:sldId id="341" r:id="rId54"/>
    <p:sldId id="338" r:id="rId55"/>
    <p:sldId id="340" r:id="rId56"/>
    <p:sldId id="339" r:id="rId57"/>
    <p:sldId id="343" r:id="rId58"/>
    <p:sldId id="271" r:id="rId59"/>
    <p:sldId id="344" r:id="rId60"/>
    <p:sldId id="345" r:id="rId61"/>
    <p:sldId id="346" r:id="rId62"/>
    <p:sldId id="347" r:id="rId63"/>
    <p:sldId id="348" r:id="rId64"/>
    <p:sldId id="351" r:id="rId65"/>
    <p:sldId id="356" r:id="rId66"/>
    <p:sldId id="358" r:id="rId67"/>
    <p:sldId id="357" r:id="rId68"/>
    <p:sldId id="359" r:id="rId69"/>
    <p:sldId id="360" r:id="rId70"/>
    <p:sldId id="361" r:id="rId71"/>
    <p:sldId id="362" r:id="rId72"/>
    <p:sldId id="363" r:id="rId73"/>
    <p:sldId id="364" r:id="rId74"/>
    <p:sldId id="365" r:id="rId75"/>
    <p:sldId id="367" r:id="rId76"/>
    <p:sldId id="369" r:id="rId77"/>
    <p:sldId id="372" r:id="rId78"/>
    <p:sldId id="373" r:id="rId79"/>
    <p:sldId id="374" r:id="rId80"/>
    <p:sldId id="376" r:id="rId81"/>
    <p:sldId id="375" r:id="rId82"/>
    <p:sldId id="349" r:id="rId83"/>
    <p:sldId id="377" r:id="rId84"/>
    <p:sldId id="378" r:id="rId85"/>
    <p:sldId id="379" r:id="rId86"/>
    <p:sldId id="381" r:id="rId87"/>
    <p:sldId id="380" r:id="rId88"/>
    <p:sldId id="382" r:id="rId89"/>
    <p:sldId id="383" r:id="rId90"/>
    <p:sldId id="350" r:id="rId91"/>
    <p:sldId id="386" r:id="rId92"/>
    <p:sldId id="384" r:id="rId93"/>
    <p:sldId id="385" r:id="rId94"/>
    <p:sldId id="387" r:id="rId95"/>
    <p:sldId id="388" r:id="rId96"/>
    <p:sldId id="389" r:id="rId97"/>
    <p:sldId id="390" r:id="rId98"/>
    <p:sldId id="391" r:id="rId99"/>
    <p:sldId id="392" r:id="rId100"/>
    <p:sldId id="393" r:id="rId101"/>
    <p:sldId id="279" r:id="rId102"/>
    <p:sldId id="280" r:id="rId103"/>
    <p:sldId id="281" r:id="rId104"/>
    <p:sldId id="282" r:id="rId105"/>
    <p:sldId id="283" r:id="rId106"/>
  </p:sldIdLst>
  <p:sldSz cx="9144000" cy="6858000" type="screen4x3"/>
  <p:notesSz cx="6667500" cy="9801225"/>
  <p:defaultTextStyle>
    <a:defPPr>
      <a:defRPr lang="en-US"/>
    </a:defPPr>
    <a:lvl1pPr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1pPr>
    <a:lvl2pPr marL="457200"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2pPr>
    <a:lvl3pPr marL="914400"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3pPr>
    <a:lvl4pPr marL="1371600"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4pPr>
    <a:lvl5pPr marL="1828800" algn="ctr" rtl="0" eaLnBrk="0" fontAlgn="base" hangingPunct="0">
      <a:spcBef>
        <a:spcPct val="0"/>
      </a:spcBef>
      <a:spcAft>
        <a:spcPct val="0"/>
      </a:spcAft>
      <a:defRPr sz="1600" kern="1200">
        <a:solidFill>
          <a:schemeClr val="tx1"/>
        </a:solidFill>
        <a:latin typeface="Arial" panose="020B0604020202020204" pitchFamily="34" charset="0"/>
        <a:ea typeface="+mn-ea"/>
        <a:cs typeface="+mn-cs"/>
      </a:defRPr>
    </a:lvl5pPr>
    <a:lvl6pPr marL="2286000" algn="l" defTabSz="914400" rtl="0" eaLnBrk="1" latinLnBrk="0" hangingPunct="1">
      <a:defRPr sz="1600" kern="1200">
        <a:solidFill>
          <a:schemeClr val="tx1"/>
        </a:solidFill>
        <a:latin typeface="Arial" panose="020B0604020202020204" pitchFamily="34" charset="0"/>
        <a:ea typeface="+mn-ea"/>
        <a:cs typeface="+mn-cs"/>
      </a:defRPr>
    </a:lvl6pPr>
    <a:lvl7pPr marL="2743200" algn="l" defTabSz="914400" rtl="0" eaLnBrk="1" latinLnBrk="0" hangingPunct="1">
      <a:defRPr sz="1600" kern="1200">
        <a:solidFill>
          <a:schemeClr val="tx1"/>
        </a:solidFill>
        <a:latin typeface="Arial" panose="020B0604020202020204" pitchFamily="34" charset="0"/>
        <a:ea typeface="+mn-ea"/>
        <a:cs typeface="+mn-cs"/>
      </a:defRPr>
    </a:lvl7pPr>
    <a:lvl8pPr marL="3200400" algn="l" defTabSz="914400" rtl="0" eaLnBrk="1" latinLnBrk="0" hangingPunct="1">
      <a:defRPr sz="1600" kern="1200">
        <a:solidFill>
          <a:schemeClr val="tx1"/>
        </a:solidFill>
        <a:latin typeface="Arial" panose="020B0604020202020204" pitchFamily="34" charset="0"/>
        <a:ea typeface="+mn-ea"/>
        <a:cs typeface="+mn-cs"/>
      </a:defRPr>
    </a:lvl8pPr>
    <a:lvl9pPr marL="3657600" algn="l" defTabSz="914400" rtl="0" eaLnBrk="1" latinLnBrk="0" hangingPunct="1">
      <a:defRPr sz="1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7">
          <p15:clr>
            <a:srgbClr val="A4A3A4"/>
          </p15:clr>
        </p15:guide>
        <p15:guide id="2" pos="21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CC00"/>
    <a:srgbClr val="E6F4FF"/>
    <a:srgbClr val="00FF00"/>
    <a:srgbClr val="9900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EBBBCC-DAD2-459C-BE2E-F6DE35CF9A28}" styleName="Style foncé 2 - Accentuation 3/Accentuation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Style moyen 1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690" autoAdjust="0"/>
  </p:normalViewPr>
  <p:slideViewPr>
    <p:cSldViewPr snapToGrid="0">
      <p:cViewPr varScale="1">
        <p:scale>
          <a:sx n="58" d="100"/>
          <a:sy n="58" d="100"/>
        </p:scale>
        <p:origin x="1472" y="52"/>
      </p:cViewPr>
      <p:guideLst>
        <p:guide orient="horz" pos="2160"/>
        <p:guide pos="2880"/>
      </p:guideLst>
    </p:cSldViewPr>
  </p:slideViewPr>
  <p:outlineViewPr>
    <p:cViewPr>
      <p:scale>
        <a:sx n="33" d="100"/>
        <a:sy n="33" d="100"/>
      </p:scale>
      <p:origin x="0" y="-17604"/>
    </p:cViewPr>
  </p:outlineViewPr>
  <p:notesTextViewPr>
    <p:cViewPr>
      <p:scale>
        <a:sx n="100" d="100"/>
        <a:sy n="100" d="100"/>
      </p:scale>
      <p:origin x="0" y="0"/>
    </p:cViewPr>
  </p:notesTextViewPr>
  <p:sorterViewPr>
    <p:cViewPr>
      <p:scale>
        <a:sx n="66" d="100"/>
        <a:sy n="66" d="100"/>
      </p:scale>
      <p:origin x="0" y="27708"/>
    </p:cViewPr>
  </p:sorterViewPr>
  <p:notesViewPr>
    <p:cSldViewPr snapToGrid="0">
      <p:cViewPr varScale="1">
        <p:scale>
          <a:sx n="80" d="100"/>
          <a:sy n="80" d="100"/>
        </p:scale>
        <p:origin x="-3936" y="-84"/>
      </p:cViewPr>
      <p:guideLst>
        <p:guide orient="horz" pos="3087"/>
        <p:guide pos="210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07" Type="http://schemas.openxmlformats.org/officeDocument/2006/relationships/notesMaster" Target="notesMasters/notesMaster1.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slide" Target="slides/slide100.xml"/><Relationship Id="rId110"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presProps" Target="presProps.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4674" name="Rectangle 2">
            <a:extLst>
              <a:ext uri="{FF2B5EF4-FFF2-40B4-BE49-F238E27FC236}">
                <a16:creationId xmlns:a16="http://schemas.microsoft.com/office/drawing/2014/main" id="{EA4A0282-EE17-4806-A18F-EE035916837C}"/>
              </a:ext>
            </a:extLst>
          </p:cNvPr>
          <p:cNvSpPr>
            <a:spLocks noGrp="1" noChangeArrowheads="1"/>
          </p:cNvSpPr>
          <p:nvPr>
            <p:ph type="hdr" sz="quarter"/>
          </p:nvPr>
        </p:nvSpPr>
        <p:spPr bwMode="auto">
          <a:xfrm>
            <a:off x="0" y="0"/>
            <a:ext cx="2889250" cy="4905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Times New Roman" pitchFamily="18" charset="0"/>
              </a:defRPr>
            </a:lvl1pPr>
          </a:lstStyle>
          <a:p>
            <a:pPr>
              <a:defRPr/>
            </a:pPr>
            <a:r>
              <a:rPr lang="en-GB"/>
              <a:t>Tecnofutur3 introduction à java</a:t>
            </a:r>
          </a:p>
        </p:txBody>
      </p:sp>
      <p:sp>
        <p:nvSpPr>
          <p:cNvPr id="284675" name="Rectangle 3">
            <a:extLst>
              <a:ext uri="{FF2B5EF4-FFF2-40B4-BE49-F238E27FC236}">
                <a16:creationId xmlns:a16="http://schemas.microsoft.com/office/drawing/2014/main" id="{77910884-8C95-4D12-B203-96BF3EF83556}"/>
              </a:ext>
            </a:extLst>
          </p:cNvPr>
          <p:cNvSpPr>
            <a:spLocks noGrp="1" noChangeArrowheads="1"/>
          </p:cNvSpPr>
          <p:nvPr>
            <p:ph type="dt" sz="quarter" idx="1"/>
          </p:nvPr>
        </p:nvSpPr>
        <p:spPr bwMode="auto">
          <a:xfrm>
            <a:off x="3778250" y="0"/>
            <a:ext cx="2889250" cy="4905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GB"/>
          </a:p>
        </p:txBody>
      </p:sp>
      <p:sp>
        <p:nvSpPr>
          <p:cNvPr id="284676" name="Rectangle 4">
            <a:extLst>
              <a:ext uri="{FF2B5EF4-FFF2-40B4-BE49-F238E27FC236}">
                <a16:creationId xmlns:a16="http://schemas.microsoft.com/office/drawing/2014/main" id="{70F5ADCD-9167-4301-ABA4-F21A22B61616}"/>
              </a:ext>
            </a:extLst>
          </p:cNvPr>
          <p:cNvSpPr>
            <a:spLocks noGrp="1" noChangeArrowheads="1"/>
          </p:cNvSpPr>
          <p:nvPr>
            <p:ph type="ftr" sz="quarter" idx="2"/>
          </p:nvPr>
        </p:nvSpPr>
        <p:spPr bwMode="auto">
          <a:xfrm>
            <a:off x="0" y="9310688"/>
            <a:ext cx="2889250" cy="4905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Times New Roman" pitchFamily="18" charset="0"/>
              </a:defRPr>
            </a:lvl1pPr>
          </a:lstStyle>
          <a:p>
            <a:pPr>
              <a:defRPr/>
            </a:pPr>
            <a:endParaRPr lang="en-GB"/>
          </a:p>
        </p:txBody>
      </p:sp>
      <p:sp>
        <p:nvSpPr>
          <p:cNvPr id="284677" name="Rectangle 5">
            <a:extLst>
              <a:ext uri="{FF2B5EF4-FFF2-40B4-BE49-F238E27FC236}">
                <a16:creationId xmlns:a16="http://schemas.microsoft.com/office/drawing/2014/main" id="{E32C2311-80CF-494D-A5AF-8E6C63AD5674}"/>
              </a:ext>
            </a:extLst>
          </p:cNvPr>
          <p:cNvSpPr>
            <a:spLocks noGrp="1" noChangeArrowheads="1"/>
          </p:cNvSpPr>
          <p:nvPr>
            <p:ph type="sldNum" sz="quarter" idx="3"/>
          </p:nvPr>
        </p:nvSpPr>
        <p:spPr bwMode="auto">
          <a:xfrm>
            <a:off x="3778250" y="9310688"/>
            <a:ext cx="2889250" cy="4905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E94A8517-829B-43E0-86B8-0AFD4EDEA730}" type="slidenum">
              <a:rPr lang="en-GB" altLang="fr-FR"/>
              <a:pPr/>
              <a:t>‹N°›</a:t>
            </a:fld>
            <a:endParaRPr lang="en-GB" altLang="fr-F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C2F5FE2-98AE-4ABA-BA9C-FE5C4E245134}"/>
              </a:ext>
            </a:extLst>
          </p:cNvPr>
          <p:cNvSpPr>
            <a:spLocks noGrp="1" noChangeArrowheads="1"/>
          </p:cNvSpPr>
          <p:nvPr>
            <p:ph type="hdr" sz="quarter"/>
          </p:nvPr>
        </p:nvSpPr>
        <p:spPr bwMode="auto">
          <a:xfrm>
            <a:off x="0" y="0"/>
            <a:ext cx="2889250" cy="4905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Times New Roman" pitchFamily="18" charset="0"/>
              </a:defRPr>
            </a:lvl1pPr>
          </a:lstStyle>
          <a:p>
            <a:pPr>
              <a:defRPr/>
            </a:pPr>
            <a:r>
              <a:rPr lang="en-US"/>
              <a:t>Tecnofutur3 introduction à java</a:t>
            </a:r>
          </a:p>
        </p:txBody>
      </p:sp>
      <p:sp>
        <p:nvSpPr>
          <p:cNvPr id="5123" name="Rectangle 3">
            <a:extLst>
              <a:ext uri="{FF2B5EF4-FFF2-40B4-BE49-F238E27FC236}">
                <a16:creationId xmlns:a16="http://schemas.microsoft.com/office/drawing/2014/main" id="{3B1831FA-E034-496C-AB50-D4B0D7B4ADE1}"/>
              </a:ext>
            </a:extLst>
          </p:cNvPr>
          <p:cNvSpPr>
            <a:spLocks noGrp="1" noChangeArrowheads="1"/>
          </p:cNvSpPr>
          <p:nvPr>
            <p:ph type="dt" idx="1"/>
          </p:nvPr>
        </p:nvSpPr>
        <p:spPr bwMode="auto">
          <a:xfrm>
            <a:off x="3778250" y="0"/>
            <a:ext cx="2889250" cy="4905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63492" name="Rectangle 4">
            <a:extLst>
              <a:ext uri="{FF2B5EF4-FFF2-40B4-BE49-F238E27FC236}">
                <a16:creationId xmlns:a16="http://schemas.microsoft.com/office/drawing/2014/main" id="{8398ADF8-FD68-4BED-88D6-B733D4EA1AD7}"/>
              </a:ext>
            </a:extLst>
          </p:cNvPr>
          <p:cNvSpPr>
            <a:spLocks noGrp="1" noRot="1" noChangeAspect="1" noChangeArrowheads="1" noTextEdit="1"/>
          </p:cNvSpPr>
          <p:nvPr>
            <p:ph type="sldImg" idx="2"/>
          </p:nvPr>
        </p:nvSpPr>
        <p:spPr bwMode="auto">
          <a:xfrm>
            <a:off x="884238" y="735013"/>
            <a:ext cx="4900612" cy="36750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22A7DC47-86D2-4668-9C58-A2B327327B35}"/>
              </a:ext>
            </a:extLst>
          </p:cNvPr>
          <p:cNvSpPr>
            <a:spLocks noGrp="1" noChangeArrowheads="1"/>
          </p:cNvSpPr>
          <p:nvPr>
            <p:ph type="body" sz="quarter" idx="3"/>
          </p:nvPr>
        </p:nvSpPr>
        <p:spPr bwMode="auto">
          <a:xfrm>
            <a:off x="889000" y="4656138"/>
            <a:ext cx="4889500" cy="44100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a:extLst>
              <a:ext uri="{FF2B5EF4-FFF2-40B4-BE49-F238E27FC236}">
                <a16:creationId xmlns:a16="http://schemas.microsoft.com/office/drawing/2014/main" id="{B85192C2-B80C-4F33-BB40-449A199582CD}"/>
              </a:ext>
            </a:extLst>
          </p:cNvPr>
          <p:cNvSpPr>
            <a:spLocks noGrp="1" noChangeArrowheads="1"/>
          </p:cNvSpPr>
          <p:nvPr>
            <p:ph type="ftr" sz="quarter" idx="4"/>
          </p:nvPr>
        </p:nvSpPr>
        <p:spPr bwMode="auto">
          <a:xfrm>
            <a:off x="0" y="9310688"/>
            <a:ext cx="2889250" cy="4905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Times New Roman" pitchFamily="18" charset="0"/>
              </a:defRPr>
            </a:lvl1pPr>
          </a:lstStyle>
          <a:p>
            <a:pPr>
              <a:defRPr/>
            </a:pPr>
            <a:endParaRPr lang="en-US"/>
          </a:p>
        </p:txBody>
      </p:sp>
      <p:sp>
        <p:nvSpPr>
          <p:cNvPr id="5127" name="Rectangle 7">
            <a:extLst>
              <a:ext uri="{FF2B5EF4-FFF2-40B4-BE49-F238E27FC236}">
                <a16:creationId xmlns:a16="http://schemas.microsoft.com/office/drawing/2014/main" id="{CCAD15B2-3700-423E-A560-A3EB4012B857}"/>
              </a:ext>
            </a:extLst>
          </p:cNvPr>
          <p:cNvSpPr>
            <a:spLocks noGrp="1" noChangeArrowheads="1"/>
          </p:cNvSpPr>
          <p:nvPr>
            <p:ph type="sldNum" sz="quarter" idx="5"/>
          </p:nvPr>
        </p:nvSpPr>
        <p:spPr bwMode="auto">
          <a:xfrm>
            <a:off x="3778250" y="9310688"/>
            <a:ext cx="2889250" cy="4905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fld id="{34B97FC2-16E0-441C-9CE8-632E984BB720}" type="slidenum">
              <a:rPr lang="en-US" altLang="fr-FR"/>
              <a:pPr/>
              <a:t>‹N°›</a:t>
            </a:fld>
            <a:endParaRPr lang="en-US" altLang="fr-FR"/>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B624D16-6E4D-45EA-A542-FA15993E50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fld id="{96485B19-0FE4-4156-90FE-CD06A687421C}" type="slidenum">
              <a:rPr lang="en-US" altLang="fr-FR" sz="1200">
                <a:latin typeface="Times New Roman" panose="02020603050405020304" pitchFamily="18" charset="0"/>
              </a:rPr>
              <a:pPr/>
              <a:t>1</a:t>
            </a:fld>
            <a:endParaRPr lang="en-US" altLang="fr-FR" sz="1200">
              <a:latin typeface="Times New Roman" panose="02020603050405020304" pitchFamily="18" charset="0"/>
            </a:endParaRPr>
          </a:p>
        </p:txBody>
      </p:sp>
      <p:sp>
        <p:nvSpPr>
          <p:cNvPr id="64515" name="Rectangle 2">
            <a:extLst>
              <a:ext uri="{FF2B5EF4-FFF2-40B4-BE49-F238E27FC236}">
                <a16:creationId xmlns:a16="http://schemas.microsoft.com/office/drawing/2014/main" id="{C94E5466-CF04-4951-9F3C-A67DB463D55D}"/>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B4C60A92-9704-4CF9-A4E9-4D8BE13FC2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B624D16-6E4D-45EA-A542-FA15993E50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fld id="{96485B19-0FE4-4156-90FE-CD06A687421C}" type="slidenum">
              <a:rPr lang="en-US" altLang="fr-FR" sz="1200">
                <a:latin typeface="Times New Roman" panose="02020603050405020304" pitchFamily="18" charset="0"/>
              </a:rPr>
              <a:pPr/>
              <a:t>4</a:t>
            </a:fld>
            <a:endParaRPr lang="en-US" altLang="fr-FR" sz="1200">
              <a:latin typeface="Times New Roman" panose="02020603050405020304" pitchFamily="18" charset="0"/>
            </a:endParaRPr>
          </a:p>
        </p:txBody>
      </p:sp>
      <p:sp>
        <p:nvSpPr>
          <p:cNvPr id="64515" name="Rectangle 2">
            <a:extLst>
              <a:ext uri="{FF2B5EF4-FFF2-40B4-BE49-F238E27FC236}">
                <a16:creationId xmlns:a16="http://schemas.microsoft.com/office/drawing/2014/main" id="{C94E5466-CF04-4951-9F3C-A67DB463D55D}"/>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B4C60A92-9704-4CF9-A4E9-4D8BE13FC2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p>
        </p:txBody>
      </p:sp>
    </p:spTree>
    <p:extLst>
      <p:ext uri="{BB962C8B-B14F-4D97-AF65-F5344CB8AC3E}">
        <p14:creationId xmlns:p14="http://schemas.microsoft.com/office/powerpoint/2010/main" val="15173782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5B624D16-6E4D-45EA-A542-FA15993E50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fld id="{96485B19-0FE4-4156-90FE-CD06A687421C}" type="slidenum">
              <a:rPr lang="en-US" altLang="fr-FR" sz="1200">
                <a:latin typeface="Times New Roman" panose="02020603050405020304" pitchFamily="18" charset="0"/>
              </a:rPr>
              <a:pPr/>
              <a:t>20</a:t>
            </a:fld>
            <a:endParaRPr lang="en-US" altLang="fr-FR" sz="1200">
              <a:latin typeface="Times New Roman" panose="02020603050405020304" pitchFamily="18" charset="0"/>
            </a:endParaRPr>
          </a:p>
        </p:txBody>
      </p:sp>
      <p:sp>
        <p:nvSpPr>
          <p:cNvPr id="64515" name="Rectangle 2">
            <a:extLst>
              <a:ext uri="{FF2B5EF4-FFF2-40B4-BE49-F238E27FC236}">
                <a16:creationId xmlns:a16="http://schemas.microsoft.com/office/drawing/2014/main" id="{C94E5466-CF04-4951-9F3C-A67DB463D55D}"/>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B4C60A92-9704-4CF9-A4E9-4D8BE13FC2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p>
        </p:txBody>
      </p:sp>
    </p:spTree>
    <p:extLst>
      <p:ext uri="{BB962C8B-B14F-4D97-AF65-F5344CB8AC3E}">
        <p14:creationId xmlns:p14="http://schemas.microsoft.com/office/powerpoint/2010/main" val="42674226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9FC0-6BAF-16ED-FD19-9DD647841028}"/>
            </a:ext>
          </a:extLst>
        </p:cNvPr>
        <p:cNvGrpSpPr/>
        <p:nvPr/>
      </p:nvGrpSpPr>
      <p:grpSpPr>
        <a:xfrm>
          <a:off x="0" y="0"/>
          <a:ext cx="0" cy="0"/>
          <a:chOff x="0" y="0"/>
          <a:chExt cx="0" cy="0"/>
        </a:xfrm>
      </p:grpSpPr>
      <p:sp>
        <p:nvSpPr>
          <p:cNvPr id="64514" name="Rectangle 7">
            <a:extLst>
              <a:ext uri="{FF2B5EF4-FFF2-40B4-BE49-F238E27FC236}">
                <a16:creationId xmlns:a16="http://schemas.microsoft.com/office/drawing/2014/main" id="{4E74ECCA-7B25-A7DC-A026-F5F10A9B6B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fld id="{96485B19-0FE4-4156-90FE-CD06A687421C}" type="slidenum">
              <a:rPr lang="en-US" altLang="fr-FR" sz="1200">
                <a:latin typeface="Times New Roman" panose="02020603050405020304" pitchFamily="18" charset="0"/>
              </a:rPr>
              <a:pPr/>
              <a:t>45</a:t>
            </a:fld>
            <a:endParaRPr lang="en-US" altLang="fr-FR" sz="1200">
              <a:latin typeface="Times New Roman" panose="02020603050405020304" pitchFamily="18" charset="0"/>
            </a:endParaRPr>
          </a:p>
        </p:txBody>
      </p:sp>
      <p:sp>
        <p:nvSpPr>
          <p:cNvPr id="64515" name="Rectangle 2">
            <a:extLst>
              <a:ext uri="{FF2B5EF4-FFF2-40B4-BE49-F238E27FC236}">
                <a16:creationId xmlns:a16="http://schemas.microsoft.com/office/drawing/2014/main" id="{CD6DA5F1-CFC0-32CE-781F-120973C80EB4}"/>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C50B066C-141C-B983-43B9-378C2D402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p>
        </p:txBody>
      </p:sp>
    </p:spTree>
    <p:extLst>
      <p:ext uri="{BB962C8B-B14F-4D97-AF65-F5344CB8AC3E}">
        <p14:creationId xmlns:p14="http://schemas.microsoft.com/office/powerpoint/2010/main" val="271865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9FC0-6BAF-16ED-FD19-9DD647841028}"/>
            </a:ext>
          </a:extLst>
        </p:cNvPr>
        <p:cNvGrpSpPr/>
        <p:nvPr/>
      </p:nvGrpSpPr>
      <p:grpSpPr>
        <a:xfrm>
          <a:off x="0" y="0"/>
          <a:ext cx="0" cy="0"/>
          <a:chOff x="0" y="0"/>
          <a:chExt cx="0" cy="0"/>
        </a:xfrm>
      </p:grpSpPr>
      <p:sp>
        <p:nvSpPr>
          <p:cNvPr id="64514" name="Rectangle 7">
            <a:extLst>
              <a:ext uri="{FF2B5EF4-FFF2-40B4-BE49-F238E27FC236}">
                <a16:creationId xmlns:a16="http://schemas.microsoft.com/office/drawing/2014/main" id="{4E74ECCA-7B25-A7DC-A026-F5F10A9B6B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fld id="{96485B19-0FE4-4156-90FE-CD06A687421C}" type="slidenum">
              <a:rPr lang="en-US" altLang="fr-FR" sz="1200">
                <a:latin typeface="Times New Roman" panose="02020603050405020304" pitchFamily="18" charset="0"/>
              </a:rPr>
              <a:pPr/>
              <a:t>62</a:t>
            </a:fld>
            <a:endParaRPr lang="en-US" altLang="fr-FR" sz="1200">
              <a:latin typeface="Times New Roman" panose="02020603050405020304" pitchFamily="18" charset="0"/>
            </a:endParaRPr>
          </a:p>
        </p:txBody>
      </p:sp>
      <p:sp>
        <p:nvSpPr>
          <p:cNvPr id="64515" name="Rectangle 2">
            <a:extLst>
              <a:ext uri="{FF2B5EF4-FFF2-40B4-BE49-F238E27FC236}">
                <a16:creationId xmlns:a16="http://schemas.microsoft.com/office/drawing/2014/main" id="{CD6DA5F1-CFC0-32CE-781F-120973C80EB4}"/>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C50B066C-141C-B983-43B9-378C2D402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p>
        </p:txBody>
      </p:sp>
    </p:spTree>
    <p:extLst>
      <p:ext uri="{BB962C8B-B14F-4D97-AF65-F5344CB8AC3E}">
        <p14:creationId xmlns:p14="http://schemas.microsoft.com/office/powerpoint/2010/main" val="3981814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9FC0-6BAF-16ED-FD19-9DD647841028}"/>
            </a:ext>
          </a:extLst>
        </p:cNvPr>
        <p:cNvGrpSpPr/>
        <p:nvPr/>
      </p:nvGrpSpPr>
      <p:grpSpPr>
        <a:xfrm>
          <a:off x="0" y="0"/>
          <a:ext cx="0" cy="0"/>
          <a:chOff x="0" y="0"/>
          <a:chExt cx="0" cy="0"/>
        </a:xfrm>
      </p:grpSpPr>
      <p:sp>
        <p:nvSpPr>
          <p:cNvPr id="64514" name="Rectangle 7">
            <a:extLst>
              <a:ext uri="{FF2B5EF4-FFF2-40B4-BE49-F238E27FC236}">
                <a16:creationId xmlns:a16="http://schemas.microsoft.com/office/drawing/2014/main" id="{4E74ECCA-7B25-A7DC-A026-F5F10A9B6B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fld id="{96485B19-0FE4-4156-90FE-CD06A687421C}" type="slidenum">
              <a:rPr lang="en-US" altLang="fr-FR" sz="1200">
                <a:latin typeface="Times New Roman" panose="02020603050405020304" pitchFamily="18" charset="0"/>
              </a:rPr>
              <a:pPr/>
              <a:t>81</a:t>
            </a:fld>
            <a:endParaRPr lang="en-US" altLang="fr-FR" sz="1200">
              <a:latin typeface="Times New Roman" panose="02020603050405020304" pitchFamily="18" charset="0"/>
            </a:endParaRPr>
          </a:p>
        </p:txBody>
      </p:sp>
      <p:sp>
        <p:nvSpPr>
          <p:cNvPr id="64515" name="Rectangle 2">
            <a:extLst>
              <a:ext uri="{FF2B5EF4-FFF2-40B4-BE49-F238E27FC236}">
                <a16:creationId xmlns:a16="http://schemas.microsoft.com/office/drawing/2014/main" id="{CD6DA5F1-CFC0-32CE-781F-120973C80EB4}"/>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C50B066C-141C-B983-43B9-378C2D402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p>
        </p:txBody>
      </p:sp>
    </p:spTree>
    <p:extLst>
      <p:ext uri="{BB962C8B-B14F-4D97-AF65-F5344CB8AC3E}">
        <p14:creationId xmlns:p14="http://schemas.microsoft.com/office/powerpoint/2010/main" val="3258511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9FC0-6BAF-16ED-FD19-9DD647841028}"/>
            </a:ext>
          </a:extLst>
        </p:cNvPr>
        <p:cNvGrpSpPr/>
        <p:nvPr/>
      </p:nvGrpSpPr>
      <p:grpSpPr>
        <a:xfrm>
          <a:off x="0" y="0"/>
          <a:ext cx="0" cy="0"/>
          <a:chOff x="0" y="0"/>
          <a:chExt cx="0" cy="0"/>
        </a:xfrm>
      </p:grpSpPr>
      <p:sp>
        <p:nvSpPr>
          <p:cNvPr id="64514" name="Rectangle 7">
            <a:extLst>
              <a:ext uri="{FF2B5EF4-FFF2-40B4-BE49-F238E27FC236}">
                <a16:creationId xmlns:a16="http://schemas.microsoft.com/office/drawing/2014/main" id="{4E74ECCA-7B25-A7DC-A026-F5F10A9B6B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Arial" panose="020B0604020202020204" pitchFamily="34" charset="0"/>
              </a:defRPr>
            </a:lvl1pPr>
            <a:lvl2pPr marL="742950" indent="-285750">
              <a:defRPr sz="1600">
                <a:solidFill>
                  <a:schemeClr val="tx1"/>
                </a:solidFill>
                <a:latin typeface="Arial" panose="020B0604020202020204" pitchFamily="34" charset="0"/>
              </a:defRPr>
            </a:lvl2pPr>
            <a:lvl3pPr marL="1143000" indent="-228600">
              <a:defRPr sz="1600">
                <a:solidFill>
                  <a:schemeClr val="tx1"/>
                </a:solidFill>
                <a:latin typeface="Arial" panose="020B0604020202020204" pitchFamily="34" charset="0"/>
              </a:defRPr>
            </a:lvl3pPr>
            <a:lvl4pPr marL="1600200" indent="-228600">
              <a:defRPr sz="1600">
                <a:solidFill>
                  <a:schemeClr val="tx1"/>
                </a:solidFill>
                <a:latin typeface="Arial" panose="020B0604020202020204" pitchFamily="34" charset="0"/>
              </a:defRPr>
            </a:lvl4pPr>
            <a:lvl5pPr marL="2057400" indent="-228600">
              <a:defRPr sz="1600">
                <a:solidFill>
                  <a:schemeClr val="tx1"/>
                </a:solidFill>
                <a:latin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defRPr>
            </a:lvl9pPr>
          </a:lstStyle>
          <a:p>
            <a:fld id="{96485B19-0FE4-4156-90FE-CD06A687421C}" type="slidenum">
              <a:rPr lang="en-US" altLang="fr-FR" sz="1200">
                <a:latin typeface="Times New Roman" panose="02020603050405020304" pitchFamily="18" charset="0"/>
              </a:rPr>
              <a:pPr/>
              <a:t>89</a:t>
            </a:fld>
            <a:endParaRPr lang="en-US" altLang="fr-FR" sz="1200">
              <a:latin typeface="Times New Roman" panose="02020603050405020304" pitchFamily="18" charset="0"/>
            </a:endParaRPr>
          </a:p>
        </p:txBody>
      </p:sp>
      <p:sp>
        <p:nvSpPr>
          <p:cNvPr id="64515" name="Rectangle 2">
            <a:extLst>
              <a:ext uri="{FF2B5EF4-FFF2-40B4-BE49-F238E27FC236}">
                <a16:creationId xmlns:a16="http://schemas.microsoft.com/office/drawing/2014/main" id="{CD6DA5F1-CFC0-32CE-781F-120973C80EB4}"/>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C50B066C-141C-B983-43B9-378C2D4029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fr-FR"/>
          </a:p>
        </p:txBody>
      </p:sp>
    </p:spTree>
    <p:extLst>
      <p:ext uri="{BB962C8B-B14F-4D97-AF65-F5344CB8AC3E}">
        <p14:creationId xmlns:p14="http://schemas.microsoft.com/office/powerpoint/2010/main" val="3938415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rgbClr val="C0C0C0"/>
        </a:solidFill>
        <a:effectLst/>
      </p:bgPr>
    </p:bg>
    <p:spTree>
      <p:nvGrpSpPr>
        <p:cNvPr id="1" name=""/>
        <p:cNvGrpSpPr/>
        <p:nvPr/>
      </p:nvGrpSpPr>
      <p:grpSpPr>
        <a:xfrm>
          <a:off x="0" y="0"/>
          <a:ext cx="0" cy="0"/>
          <a:chOff x="0" y="0"/>
          <a:chExt cx="0" cy="0"/>
        </a:xfrm>
      </p:grpSpPr>
      <p:sp>
        <p:nvSpPr>
          <p:cNvPr id="3" name="Rectangle 1033">
            <a:extLst>
              <a:ext uri="{FF2B5EF4-FFF2-40B4-BE49-F238E27FC236}">
                <a16:creationId xmlns:a16="http://schemas.microsoft.com/office/drawing/2014/main" id="{7D6DB94D-1427-491D-A7C9-779C0664DEFC}"/>
              </a:ext>
            </a:extLst>
          </p:cNvPr>
          <p:cNvSpPr>
            <a:spLocks noChangeArrowheads="1"/>
          </p:cNvSpPr>
          <p:nvPr userDrawn="1"/>
        </p:nvSpPr>
        <p:spPr bwMode="auto">
          <a:xfrm>
            <a:off x="0" y="0"/>
            <a:ext cx="9144000" cy="3505200"/>
          </a:xfrm>
          <a:prstGeom prst="rect">
            <a:avLst/>
          </a:prstGeom>
          <a:gradFill rotWithShape="1">
            <a:gsLst>
              <a:gs pos="0">
                <a:schemeClr val="accent1"/>
              </a:gs>
              <a:gs pos="100000">
                <a:schemeClr val="tx1"/>
              </a:gs>
            </a:gsLst>
            <a:lin ang="189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a:defRPr/>
            </a:pPr>
            <a:endParaRPr lang="fr-FR" altLang="fr-FR"/>
          </a:p>
        </p:txBody>
      </p:sp>
      <p:sp>
        <p:nvSpPr>
          <p:cNvPr id="4" name="Rectangle 1031">
            <a:extLst>
              <a:ext uri="{FF2B5EF4-FFF2-40B4-BE49-F238E27FC236}">
                <a16:creationId xmlns:a16="http://schemas.microsoft.com/office/drawing/2014/main" id="{3D6BB721-30F6-4085-B29F-72EA16BC2345}"/>
              </a:ext>
            </a:extLst>
          </p:cNvPr>
          <p:cNvSpPr>
            <a:spLocks noChangeArrowheads="1"/>
          </p:cNvSpPr>
          <p:nvPr userDrawn="1"/>
        </p:nvSpPr>
        <p:spPr bwMode="auto">
          <a:xfrm>
            <a:off x="0" y="3494088"/>
            <a:ext cx="9144000" cy="3363912"/>
          </a:xfrm>
          <a:prstGeom prst="rect">
            <a:avLst/>
          </a:prstGeom>
          <a:gradFill rotWithShape="1">
            <a:gsLst>
              <a:gs pos="0">
                <a:schemeClr val="tx1"/>
              </a:gs>
              <a:gs pos="100000">
                <a:schemeClr val="accent1"/>
              </a:gs>
            </a:gsLst>
            <a:lin ang="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a:defRPr/>
            </a:pPr>
            <a:endParaRPr lang="fr-FR" altLang="fr-FR"/>
          </a:p>
        </p:txBody>
      </p:sp>
      <p:sp>
        <p:nvSpPr>
          <p:cNvPr id="425989" name="Rectangle 1029"/>
          <p:cNvSpPr>
            <a:spLocks noGrp="1" noChangeArrowheads="1"/>
          </p:cNvSpPr>
          <p:nvPr>
            <p:ph type="ctrTitle" sz="quarter"/>
          </p:nvPr>
        </p:nvSpPr>
        <p:spPr>
          <a:xfrm>
            <a:off x="1331913" y="2420938"/>
            <a:ext cx="7812087" cy="1074737"/>
          </a:xfrm>
          <a:solidFill>
            <a:schemeClr val="bg1">
              <a:alpha val="50000"/>
            </a:schemeClr>
          </a:solidFill>
          <a:ln w="19050">
            <a:solidFill>
              <a:schemeClr val="bg1"/>
            </a:solidFill>
          </a:ln>
        </p:spPr>
        <p:txBody>
          <a:bodyPr lIns="90000" rIns="144000" anchor="ctr"/>
          <a:lstStyle>
            <a:lvl1pPr>
              <a:defRPr>
                <a:latin typeface="Arial" charset="0"/>
              </a:defRPr>
            </a:lvl1pPr>
          </a:lstStyle>
          <a:p>
            <a:r>
              <a:rPr lang="fr-FR" altLang="en-US"/>
              <a:t>Main Title (Arial bold, 32pt - Maximum</a:t>
            </a:r>
            <a:br>
              <a:rPr lang="fr-FR" altLang="en-US"/>
            </a:br>
            <a:r>
              <a:rPr lang="fr-FR" altLang="en-US"/>
              <a:t>2 lines)</a:t>
            </a:r>
            <a:endParaRPr lang="fr-FR"/>
          </a:p>
        </p:txBody>
      </p:sp>
    </p:spTree>
    <p:extLst>
      <p:ext uri="{BB962C8B-B14F-4D97-AF65-F5344CB8AC3E}">
        <p14:creationId xmlns:p14="http://schemas.microsoft.com/office/powerpoint/2010/main" val="129156347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87870163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Tree>
    <p:extLst>
      <p:ext uri="{BB962C8B-B14F-4D97-AF65-F5344CB8AC3E}">
        <p14:creationId xmlns:p14="http://schemas.microsoft.com/office/powerpoint/2010/main" val="101532423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52400" y="1295400"/>
            <a:ext cx="43434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295400"/>
            <a:ext cx="43434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3373205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05356601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419470614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51436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350462173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04399283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34252489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32600" y="203200"/>
            <a:ext cx="2247900" cy="57404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88900" y="203200"/>
            <a:ext cx="6591300" cy="57404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20518885"/>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8900" y="203200"/>
            <a:ext cx="8991600" cy="922338"/>
          </a:xfrm>
        </p:spPr>
        <p:txBody>
          <a:bodyPr/>
          <a:lstStyle/>
          <a:p>
            <a:r>
              <a:rPr lang="fr-FR"/>
              <a:t>Cliquez pour modifier le style du titre</a:t>
            </a:r>
          </a:p>
        </p:txBody>
      </p:sp>
      <p:sp>
        <p:nvSpPr>
          <p:cNvPr id="3" name="Espace réservé du texte 2"/>
          <p:cNvSpPr>
            <a:spLocks noGrp="1"/>
          </p:cNvSpPr>
          <p:nvPr>
            <p:ph type="body" sz="half" idx="1"/>
          </p:nvPr>
        </p:nvSpPr>
        <p:spPr>
          <a:xfrm>
            <a:off x="152400" y="1295400"/>
            <a:ext cx="4343400" cy="464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295400"/>
            <a:ext cx="4343400" cy="464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47562335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re et tableau">
    <p:spTree>
      <p:nvGrpSpPr>
        <p:cNvPr id="1" name=""/>
        <p:cNvGrpSpPr/>
        <p:nvPr/>
      </p:nvGrpSpPr>
      <p:grpSpPr>
        <a:xfrm>
          <a:off x="0" y="0"/>
          <a:ext cx="0" cy="0"/>
          <a:chOff x="0" y="0"/>
          <a:chExt cx="0" cy="0"/>
        </a:xfrm>
      </p:grpSpPr>
      <p:sp>
        <p:nvSpPr>
          <p:cNvPr id="2" name="Titre 1"/>
          <p:cNvSpPr>
            <a:spLocks noGrp="1"/>
          </p:cNvSpPr>
          <p:nvPr>
            <p:ph type="title"/>
          </p:nvPr>
        </p:nvSpPr>
        <p:spPr>
          <a:xfrm>
            <a:off x="88900" y="203200"/>
            <a:ext cx="8991600" cy="922338"/>
          </a:xfrm>
        </p:spPr>
        <p:txBody>
          <a:bodyPr/>
          <a:lstStyle/>
          <a:p>
            <a:r>
              <a:rPr lang="fr-FR"/>
              <a:t>Cliquez pour modifier le style du titre</a:t>
            </a:r>
          </a:p>
        </p:txBody>
      </p:sp>
      <p:sp>
        <p:nvSpPr>
          <p:cNvPr id="3" name="Espace réservé du tableau 2"/>
          <p:cNvSpPr>
            <a:spLocks noGrp="1"/>
          </p:cNvSpPr>
          <p:nvPr>
            <p:ph type="tbl" idx="1"/>
          </p:nvPr>
        </p:nvSpPr>
        <p:spPr>
          <a:xfrm>
            <a:off x="152400" y="1295400"/>
            <a:ext cx="8839200" cy="4648200"/>
          </a:xfrm>
        </p:spPr>
        <p:txBody>
          <a:bodyPr/>
          <a:lstStyle/>
          <a:p>
            <a:pPr lvl="0"/>
            <a:endParaRPr lang="fr-FR" noProof="0"/>
          </a:p>
        </p:txBody>
      </p:sp>
    </p:spTree>
    <p:extLst>
      <p:ext uri="{BB962C8B-B14F-4D97-AF65-F5344CB8AC3E}">
        <p14:creationId xmlns:p14="http://schemas.microsoft.com/office/powerpoint/2010/main" val="300197171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Titre. Texte et image de la bibliothèque">
    <p:spTree>
      <p:nvGrpSpPr>
        <p:cNvPr id="1" name=""/>
        <p:cNvGrpSpPr/>
        <p:nvPr/>
      </p:nvGrpSpPr>
      <p:grpSpPr>
        <a:xfrm>
          <a:off x="0" y="0"/>
          <a:ext cx="0" cy="0"/>
          <a:chOff x="0" y="0"/>
          <a:chExt cx="0" cy="0"/>
        </a:xfrm>
      </p:grpSpPr>
      <p:sp>
        <p:nvSpPr>
          <p:cNvPr id="2" name="Titre 1"/>
          <p:cNvSpPr>
            <a:spLocks noGrp="1"/>
          </p:cNvSpPr>
          <p:nvPr>
            <p:ph type="title"/>
          </p:nvPr>
        </p:nvSpPr>
        <p:spPr>
          <a:xfrm>
            <a:off x="88900" y="203200"/>
            <a:ext cx="8991600" cy="922338"/>
          </a:xfrm>
        </p:spPr>
        <p:txBody>
          <a:bodyPr/>
          <a:lstStyle/>
          <a:p>
            <a:r>
              <a:rPr lang="fr-FR"/>
              <a:t>Cliquez pour modifier le style du titre</a:t>
            </a:r>
          </a:p>
        </p:txBody>
      </p:sp>
      <p:sp>
        <p:nvSpPr>
          <p:cNvPr id="3" name="Espace réservé du texte 2"/>
          <p:cNvSpPr>
            <a:spLocks noGrp="1"/>
          </p:cNvSpPr>
          <p:nvPr>
            <p:ph type="body" sz="half" idx="1"/>
          </p:nvPr>
        </p:nvSpPr>
        <p:spPr>
          <a:xfrm>
            <a:off x="152400" y="1295400"/>
            <a:ext cx="4343400" cy="464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image de la bibliothèque 3"/>
          <p:cNvSpPr>
            <a:spLocks noGrp="1"/>
          </p:cNvSpPr>
          <p:nvPr>
            <p:ph type="clipArt" sz="half" idx="2"/>
          </p:nvPr>
        </p:nvSpPr>
        <p:spPr>
          <a:xfrm>
            <a:off x="4648200" y="1295400"/>
            <a:ext cx="4343400" cy="4648200"/>
          </a:xfrm>
        </p:spPr>
        <p:txBody>
          <a:bodyPr/>
          <a:lstStyle/>
          <a:p>
            <a:pPr lvl="0"/>
            <a:endParaRPr lang="fr-FR" noProof="0"/>
          </a:p>
        </p:txBody>
      </p:sp>
    </p:spTree>
    <p:extLst>
      <p:ext uri="{BB962C8B-B14F-4D97-AF65-F5344CB8AC3E}">
        <p14:creationId xmlns:p14="http://schemas.microsoft.com/office/powerpoint/2010/main" val="339455449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1FC490-99F0-CD5F-F471-3BD45F4BEEA9}"/>
              </a:ext>
            </a:extLst>
          </p:cNvPr>
          <p:cNvSpPr>
            <a:spLocks noGrp="1"/>
          </p:cNvSpPr>
          <p:nvPr>
            <p:ph type="ctrTitle"/>
          </p:nvPr>
        </p:nvSpPr>
        <p:spPr>
          <a:xfrm>
            <a:off x="1143000" y="1122363"/>
            <a:ext cx="6858000" cy="2387600"/>
          </a:xfrm>
        </p:spPr>
        <p:txBody>
          <a:bodyPr anchor="b"/>
          <a:lstStyle>
            <a:lvl1pPr algn="ctr">
              <a:defRPr sz="4500"/>
            </a:lvl1pPr>
          </a:lstStyle>
          <a:p>
            <a:r>
              <a:rPr lang="fr-FR"/>
              <a:t>Modifiez le style du titre</a:t>
            </a:r>
          </a:p>
        </p:txBody>
      </p:sp>
      <p:sp>
        <p:nvSpPr>
          <p:cNvPr id="3" name="Sous-titre 2">
            <a:extLst>
              <a:ext uri="{FF2B5EF4-FFF2-40B4-BE49-F238E27FC236}">
                <a16:creationId xmlns:a16="http://schemas.microsoft.com/office/drawing/2014/main" id="{A311BC31-C08B-89FD-67C3-ECD07353016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A44BD1E-49D6-4A9F-144F-A249E27C8FE6}"/>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5" name="Espace réservé du pied de page 4">
            <a:extLst>
              <a:ext uri="{FF2B5EF4-FFF2-40B4-BE49-F238E27FC236}">
                <a16:creationId xmlns:a16="http://schemas.microsoft.com/office/drawing/2014/main" id="{77415759-8A0B-13DB-B1E4-F1390A4FDD1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F426C6B-61A4-0CB9-29CD-1285A1788688}"/>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7836053"/>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240AEC-6597-227B-A466-52BC387921F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3787C22-2A7C-B8A3-CFEC-574DE4FCA9F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7475B0F-7FED-752E-F7C9-FFEEE220CE23}"/>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5" name="Espace réservé du pied de page 4">
            <a:extLst>
              <a:ext uri="{FF2B5EF4-FFF2-40B4-BE49-F238E27FC236}">
                <a16:creationId xmlns:a16="http://schemas.microsoft.com/office/drawing/2014/main" id="{006E9B87-C6F2-1617-6F46-26748B25BCB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25A28B-ED43-6643-FFC5-7392E37B43F3}"/>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8473311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53C782-5AD5-20B3-B9F5-C3BF75E1E116}"/>
              </a:ext>
            </a:extLst>
          </p:cNvPr>
          <p:cNvSpPr>
            <a:spLocks noGrp="1"/>
          </p:cNvSpPr>
          <p:nvPr>
            <p:ph type="title"/>
          </p:nvPr>
        </p:nvSpPr>
        <p:spPr>
          <a:xfrm>
            <a:off x="623888" y="1709739"/>
            <a:ext cx="7886700" cy="2852737"/>
          </a:xfrm>
        </p:spPr>
        <p:txBody>
          <a:bodyPr anchor="b"/>
          <a:lstStyle>
            <a:lvl1pPr>
              <a:defRPr sz="4500"/>
            </a:lvl1pPr>
          </a:lstStyle>
          <a:p>
            <a:r>
              <a:rPr lang="fr-FR"/>
              <a:t>Modifiez le style du titre</a:t>
            </a:r>
          </a:p>
        </p:txBody>
      </p:sp>
      <p:sp>
        <p:nvSpPr>
          <p:cNvPr id="3" name="Espace réservé du texte 2">
            <a:extLst>
              <a:ext uri="{FF2B5EF4-FFF2-40B4-BE49-F238E27FC236}">
                <a16:creationId xmlns:a16="http://schemas.microsoft.com/office/drawing/2014/main" id="{7EB2E660-3C00-3428-D6F2-F5285300038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373DD27-A810-1D90-BA05-9EB295D86912}"/>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5" name="Espace réservé du pied de page 4">
            <a:extLst>
              <a:ext uri="{FF2B5EF4-FFF2-40B4-BE49-F238E27FC236}">
                <a16:creationId xmlns:a16="http://schemas.microsoft.com/office/drawing/2014/main" id="{00251704-5D90-90DF-1981-4E0858CBB94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766B3AD-242F-259B-CF7E-6FCBCC059A46}"/>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3142403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975D7D-1464-B49E-D3FD-6E38C2FD65C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EB1C61E-8C82-E040-4DC0-16492310472E}"/>
              </a:ext>
            </a:extLst>
          </p:cNvPr>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D62E571-A293-93CB-7E76-EBE2236B5CAB}"/>
              </a:ext>
            </a:extLst>
          </p:cNvPr>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77C09A5D-6499-8D61-8002-8C029991135D}"/>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6" name="Espace réservé du pied de page 5">
            <a:extLst>
              <a:ext uri="{FF2B5EF4-FFF2-40B4-BE49-F238E27FC236}">
                <a16:creationId xmlns:a16="http://schemas.microsoft.com/office/drawing/2014/main" id="{B3E9497F-CBD5-4A99-04F7-8DD2351006A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D04B786-CA3D-58D0-42A0-F69ACDA2598B}"/>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39888750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1BC587-97F5-AC52-056E-1757ACBCD928}"/>
              </a:ext>
            </a:extLst>
          </p:cNvPr>
          <p:cNvSpPr>
            <a:spLocks noGrp="1"/>
          </p:cNvSpPr>
          <p:nvPr>
            <p:ph type="title"/>
          </p:nvPr>
        </p:nvSpPr>
        <p:spPr>
          <a:xfrm>
            <a:off x="629841" y="365126"/>
            <a:ext cx="78867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D699035-56E0-925C-B4C0-6AFE6C5D912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9474368F-2774-206E-1976-A41101DFC183}"/>
              </a:ext>
            </a:extLst>
          </p:cNvPr>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8DA99D9-A461-5C0A-5771-88DEE32070A5}"/>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E977D92-4E06-9C10-FFCD-EA728659683C}"/>
              </a:ext>
            </a:extLst>
          </p:cNvPr>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907E920-B735-B8C2-20A8-C58BB0BE07D5}"/>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8" name="Espace réservé du pied de page 7">
            <a:extLst>
              <a:ext uri="{FF2B5EF4-FFF2-40B4-BE49-F238E27FC236}">
                <a16:creationId xmlns:a16="http://schemas.microsoft.com/office/drawing/2014/main" id="{E67AC76C-A785-A132-EF31-0CE8B1E781D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8401A8D-B20E-2A1F-0953-224D3CF10FE2}"/>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26123714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464DF7-48EB-2E4C-CA94-4E0C049BCFB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9936F5E-A181-1EE5-1D51-B2BC09C0DC46}"/>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4" name="Espace réservé du pied de page 3">
            <a:extLst>
              <a:ext uri="{FF2B5EF4-FFF2-40B4-BE49-F238E27FC236}">
                <a16:creationId xmlns:a16="http://schemas.microsoft.com/office/drawing/2014/main" id="{A5ECF70A-F2FB-6489-FF53-932B509D2A3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FB021B7-DFF2-4DC0-CB51-FF23CD1982C2}"/>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32599966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B7BA973-628A-F935-6581-C498C781B67B}"/>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3" name="Espace réservé du pied de page 2">
            <a:extLst>
              <a:ext uri="{FF2B5EF4-FFF2-40B4-BE49-F238E27FC236}">
                <a16:creationId xmlns:a16="http://schemas.microsoft.com/office/drawing/2014/main" id="{B1C75ED7-0326-86ED-8D98-194AF7DA0C1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02928C7-8949-4227-8902-FB5D6D1C47BA}"/>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2532727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92D760-84C2-F944-BF47-7B683CB6A79B}"/>
              </a:ext>
            </a:extLst>
          </p:cNvPr>
          <p:cNvSpPr>
            <a:spLocks noGrp="1"/>
          </p:cNvSpPr>
          <p:nvPr>
            <p:ph type="title"/>
          </p:nvPr>
        </p:nvSpPr>
        <p:spPr>
          <a:xfrm>
            <a:off x="629841" y="457200"/>
            <a:ext cx="2949178" cy="1600200"/>
          </a:xfrm>
        </p:spPr>
        <p:txBody>
          <a:bodyPr anchor="b"/>
          <a:lstStyle>
            <a:lvl1pPr>
              <a:defRPr sz="2400"/>
            </a:lvl1pPr>
          </a:lstStyle>
          <a:p>
            <a:r>
              <a:rPr lang="fr-FR"/>
              <a:t>Modifiez le style du titre</a:t>
            </a:r>
          </a:p>
        </p:txBody>
      </p:sp>
      <p:sp>
        <p:nvSpPr>
          <p:cNvPr id="3" name="Espace réservé du contenu 2">
            <a:extLst>
              <a:ext uri="{FF2B5EF4-FFF2-40B4-BE49-F238E27FC236}">
                <a16:creationId xmlns:a16="http://schemas.microsoft.com/office/drawing/2014/main" id="{67F40734-859A-B8F5-0D9B-FE0F6B8EBE5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BC4EEE5-CAD1-6064-FB8A-9B7DAB5D664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1026B89-0902-743E-F3DD-CBB0E3004AF4}"/>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6" name="Espace réservé du pied de page 5">
            <a:extLst>
              <a:ext uri="{FF2B5EF4-FFF2-40B4-BE49-F238E27FC236}">
                <a16:creationId xmlns:a16="http://schemas.microsoft.com/office/drawing/2014/main" id="{45243374-2A98-EADA-23EE-D465A1A4A15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87C7407-6D68-2D71-27F3-B0C46BA2BFB9}"/>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9890480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02E531-07E6-A4A2-793D-C3C1B09668C5}"/>
              </a:ext>
            </a:extLst>
          </p:cNvPr>
          <p:cNvSpPr>
            <a:spLocks noGrp="1"/>
          </p:cNvSpPr>
          <p:nvPr>
            <p:ph type="title"/>
          </p:nvPr>
        </p:nvSpPr>
        <p:spPr>
          <a:xfrm>
            <a:off x="629841" y="457200"/>
            <a:ext cx="2949178" cy="1600200"/>
          </a:xfrm>
        </p:spPr>
        <p:txBody>
          <a:bodyPr anchor="b"/>
          <a:lstStyle>
            <a:lvl1pPr>
              <a:defRPr sz="2400"/>
            </a:lvl1pPr>
          </a:lstStyle>
          <a:p>
            <a:r>
              <a:rPr lang="fr-FR"/>
              <a:t>Modifiez le style du titre</a:t>
            </a:r>
          </a:p>
        </p:txBody>
      </p:sp>
      <p:sp>
        <p:nvSpPr>
          <p:cNvPr id="3" name="Espace réservé pour une image  2">
            <a:extLst>
              <a:ext uri="{FF2B5EF4-FFF2-40B4-BE49-F238E27FC236}">
                <a16:creationId xmlns:a16="http://schemas.microsoft.com/office/drawing/2014/main" id="{45F320AB-B022-ECB8-0316-4173A96F109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fr-FR"/>
          </a:p>
        </p:txBody>
      </p:sp>
      <p:sp>
        <p:nvSpPr>
          <p:cNvPr id="4" name="Espace réservé du texte 3">
            <a:extLst>
              <a:ext uri="{FF2B5EF4-FFF2-40B4-BE49-F238E27FC236}">
                <a16:creationId xmlns:a16="http://schemas.microsoft.com/office/drawing/2014/main" id="{07B19983-3ED5-84F0-FD2D-C9FF7AF2893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85713F1-1446-7731-E70A-58C8E1556C6A}"/>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6" name="Espace réservé du pied de page 5">
            <a:extLst>
              <a:ext uri="{FF2B5EF4-FFF2-40B4-BE49-F238E27FC236}">
                <a16:creationId xmlns:a16="http://schemas.microsoft.com/office/drawing/2014/main" id="{A45B77E8-4CC2-10D8-A517-5B0EF946278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E589757-CD73-B741-0EAE-0931B0D8030A}"/>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23657490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E3EDEF-4E2A-6566-5361-643825B5F36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0D5FEC8-B23C-6D21-F8A3-9EF91BA130D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059BBB6-B119-4307-7652-E4BF58B6226A}"/>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5" name="Espace réservé du pied de page 4">
            <a:extLst>
              <a:ext uri="{FF2B5EF4-FFF2-40B4-BE49-F238E27FC236}">
                <a16:creationId xmlns:a16="http://schemas.microsoft.com/office/drawing/2014/main" id="{E87264D5-8429-BCFC-3D2B-824CDF28A6B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DCEEC3F-2A8F-3FF8-BF14-4E36826C7EE8}"/>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25814894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CCBE452-662C-9BB8-D83C-7AD9EA1B819C}"/>
              </a:ext>
            </a:extLst>
          </p:cNvPr>
          <p:cNvSpPr>
            <a:spLocks noGrp="1"/>
          </p:cNvSpPr>
          <p:nvPr>
            <p:ph type="title" orient="vert"/>
          </p:nvPr>
        </p:nvSpPr>
        <p:spPr>
          <a:xfrm>
            <a:off x="6543675" y="365125"/>
            <a:ext cx="1971675"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48F6F27-A353-1503-FCA4-C399348A9F73}"/>
              </a:ext>
            </a:extLst>
          </p:cNvPr>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476A3A-786B-AEA9-AA5F-EF04712F9FF3}"/>
              </a:ext>
            </a:extLst>
          </p:cNvPr>
          <p:cNvSpPr>
            <a:spLocks noGrp="1"/>
          </p:cNvSpPr>
          <p:nvPr>
            <p:ph type="dt" sz="half" idx="10"/>
          </p:nvPr>
        </p:nvSpPr>
        <p:spPr/>
        <p:txBody>
          <a:bodyPr/>
          <a:lstStyle/>
          <a:p>
            <a:fld id="{BC5B769B-1186-48B7-9934-BA84AD394E3E}" type="datetimeFigureOut">
              <a:rPr lang="fr-FR" smtClean="0"/>
              <a:t>20/04/2026</a:t>
            </a:fld>
            <a:endParaRPr lang="fr-FR"/>
          </a:p>
        </p:txBody>
      </p:sp>
      <p:sp>
        <p:nvSpPr>
          <p:cNvPr id="5" name="Espace réservé du pied de page 4">
            <a:extLst>
              <a:ext uri="{FF2B5EF4-FFF2-40B4-BE49-F238E27FC236}">
                <a16:creationId xmlns:a16="http://schemas.microsoft.com/office/drawing/2014/main" id="{20513E9E-C41E-3026-6A1E-AA328F1014A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710BB74-C6DD-A182-38CA-6F29738B48F7}"/>
              </a:ext>
            </a:extLst>
          </p:cNvPr>
          <p:cNvSpPr>
            <a:spLocks noGrp="1"/>
          </p:cNvSpPr>
          <p:nvPr>
            <p:ph type="sldNum" sz="quarter" idx="12"/>
          </p:nvPr>
        </p:nvSpPr>
        <p:spPr/>
        <p:txBody>
          <a:bodyPr/>
          <a:lstStyle/>
          <a:p>
            <a:fld id="{77A564C7-A0B6-4EFC-975E-8CF3F35635BA}" type="slidenum">
              <a:rPr lang="fr-FR" smtClean="0"/>
              <a:t>‹N°›</a:t>
            </a:fld>
            <a:endParaRPr lang="fr-FR"/>
          </a:p>
        </p:txBody>
      </p:sp>
    </p:spTree>
    <p:extLst>
      <p:ext uri="{BB962C8B-B14F-4D97-AF65-F5344CB8AC3E}">
        <p14:creationId xmlns:p14="http://schemas.microsoft.com/office/powerpoint/2010/main" val="28124939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1_Diapositive de titre">
    <p:bg>
      <p:bgPr>
        <a:solidFill>
          <a:srgbClr val="C0C0C0"/>
        </a:solidFill>
        <a:effectLst/>
      </p:bgPr>
    </p:bg>
    <p:spTree>
      <p:nvGrpSpPr>
        <p:cNvPr id="1" name=""/>
        <p:cNvGrpSpPr/>
        <p:nvPr/>
      </p:nvGrpSpPr>
      <p:grpSpPr>
        <a:xfrm>
          <a:off x="0" y="0"/>
          <a:ext cx="0" cy="0"/>
          <a:chOff x="0" y="0"/>
          <a:chExt cx="0" cy="0"/>
        </a:xfrm>
      </p:grpSpPr>
      <p:sp>
        <p:nvSpPr>
          <p:cNvPr id="3" name="Rectangle 1033">
            <a:extLst>
              <a:ext uri="{FF2B5EF4-FFF2-40B4-BE49-F238E27FC236}">
                <a16:creationId xmlns:a16="http://schemas.microsoft.com/office/drawing/2014/main" id="{7D6DB94D-1427-491D-A7C9-779C0664DEFC}"/>
              </a:ext>
            </a:extLst>
          </p:cNvPr>
          <p:cNvSpPr>
            <a:spLocks noChangeArrowheads="1"/>
          </p:cNvSpPr>
          <p:nvPr userDrawn="1"/>
        </p:nvSpPr>
        <p:spPr bwMode="auto">
          <a:xfrm>
            <a:off x="0" y="0"/>
            <a:ext cx="9144000" cy="3505200"/>
          </a:xfrm>
          <a:prstGeom prst="rect">
            <a:avLst/>
          </a:prstGeom>
          <a:gradFill rotWithShape="1">
            <a:gsLst>
              <a:gs pos="0">
                <a:schemeClr val="accent1"/>
              </a:gs>
              <a:gs pos="100000">
                <a:schemeClr val="tx1"/>
              </a:gs>
            </a:gsLst>
            <a:lin ang="1890000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a:defRPr/>
            </a:pPr>
            <a:endParaRPr lang="fr-FR" altLang="fr-FR"/>
          </a:p>
        </p:txBody>
      </p:sp>
      <p:sp>
        <p:nvSpPr>
          <p:cNvPr id="4" name="Rectangle 1031">
            <a:extLst>
              <a:ext uri="{FF2B5EF4-FFF2-40B4-BE49-F238E27FC236}">
                <a16:creationId xmlns:a16="http://schemas.microsoft.com/office/drawing/2014/main" id="{3D6BB721-30F6-4085-B29F-72EA16BC2345}"/>
              </a:ext>
            </a:extLst>
          </p:cNvPr>
          <p:cNvSpPr>
            <a:spLocks noChangeArrowheads="1"/>
          </p:cNvSpPr>
          <p:nvPr userDrawn="1"/>
        </p:nvSpPr>
        <p:spPr bwMode="auto">
          <a:xfrm>
            <a:off x="0" y="3494088"/>
            <a:ext cx="9144000" cy="3363912"/>
          </a:xfrm>
          <a:prstGeom prst="rect">
            <a:avLst/>
          </a:prstGeom>
          <a:gradFill rotWithShape="1">
            <a:gsLst>
              <a:gs pos="0">
                <a:schemeClr val="tx1"/>
              </a:gs>
              <a:gs pos="100000">
                <a:schemeClr val="accent1"/>
              </a:gs>
            </a:gsLst>
            <a:lin ang="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a:defRPr/>
            </a:pPr>
            <a:endParaRPr lang="fr-FR" altLang="fr-FR"/>
          </a:p>
        </p:txBody>
      </p:sp>
      <p:sp>
        <p:nvSpPr>
          <p:cNvPr id="425989" name="Rectangle 1029"/>
          <p:cNvSpPr>
            <a:spLocks noGrp="1" noChangeArrowheads="1"/>
          </p:cNvSpPr>
          <p:nvPr>
            <p:ph type="ctrTitle" sz="quarter"/>
          </p:nvPr>
        </p:nvSpPr>
        <p:spPr>
          <a:xfrm>
            <a:off x="1331913" y="2420938"/>
            <a:ext cx="7812087" cy="1074737"/>
          </a:xfrm>
          <a:solidFill>
            <a:schemeClr val="bg1">
              <a:alpha val="50000"/>
            </a:schemeClr>
          </a:solidFill>
          <a:ln w="19050">
            <a:solidFill>
              <a:schemeClr val="bg1"/>
            </a:solidFill>
          </a:ln>
        </p:spPr>
        <p:txBody>
          <a:bodyPr lIns="90000" rIns="144000" anchor="ctr"/>
          <a:lstStyle>
            <a:lvl1pPr>
              <a:defRPr>
                <a:latin typeface="Arial" charset="0"/>
              </a:defRPr>
            </a:lvl1pPr>
          </a:lstStyle>
          <a:p>
            <a:r>
              <a:rPr lang="fr-FR" altLang="en-US"/>
              <a:t>Main Title (Arial bold, 32pt - Maximum</a:t>
            </a:r>
            <a:br>
              <a:rPr lang="fr-FR" altLang="en-US"/>
            </a:br>
            <a:r>
              <a:rPr lang="fr-FR" altLang="en-US"/>
              <a:t>2 lines)</a:t>
            </a:r>
            <a:endParaRPr lang="fr-FR"/>
          </a:p>
        </p:txBody>
      </p:sp>
    </p:spTree>
    <p:extLst>
      <p:ext uri="{BB962C8B-B14F-4D97-AF65-F5344CB8AC3E}">
        <p14:creationId xmlns:p14="http://schemas.microsoft.com/office/powerpoint/2010/main" val="368840822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9">
            <a:extLst>
              <a:ext uri="{FF2B5EF4-FFF2-40B4-BE49-F238E27FC236}">
                <a16:creationId xmlns:a16="http://schemas.microsoft.com/office/drawing/2014/main" id="{5212716A-E039-4D04-A86C-E6E6EC70426B}"/>
              </a:ext>
            </a:extLst>
          </p:cNvPr>
          <p:cNvSpPr>
            <a:spLocks noChangeArrowheads="1"/>
          </p:cNvSpPr>
          <p:nvPr userDrawn="1"/>
        </p:nvSpPr>
        <p:spPr bwMode="auto">
          <a:xfrm>
            <a:off x="0" y="6408738"/>
            <a:ext cx="9144000" cy="476250"/>
          </a:xfrm>
          <a:prstGeom prst="rect">
            <a:avLst/>
          </a:prstGeom>
          <a:gradFill rotWithShape="1">
            <a:gsLst>
              <a:gs pos="0">
                <a:schemeClr val="tx1"/>
              </a:gs>
              <a:gs pos="100000">
                <a:schemeClr val="accent1"/>
              </a:gs>
            </a:gsLst>
            <a:lin ang="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a:defRPr/>
            </a:pPr>
            <a:endParaRPr lang="fr-FR" altLang="fr-FR" dirty="0"/>
          </a:p>
        </p:txBody>
      </p:sp>
      <p:sp>
        <p:nvSpPr>
          <p:cNvPr id="1027" name="Rectangle 3">
            <a:extLst>
              <a:ext uri="{FF2B5EF4-FFF2-40B4-BE49-F238E27FC236}">
                <a16:creationId xmlns:a16="http://schemas.microsoft.com/office/drawing/2014/main" id="{27F40A20-18C7-4E83-9F7C-02B91CF3491E}"/>
              </a:ext>
            </a:extLst>
          </p:cNvPr>
          <p:cNvSpPr>
            <a:spLocks noGrp="1" noChangeArrowheads="1"/>
          </p:cNvSpPr>
          <p:nvPr>
            <p:ph type="title"/>
          </p:nvPr>
        </p:nvSpPr>
        <p:spPr bwMode="auto">
          <a:xfrm>
            <a:off x="88900" y="203200"/>
            <a:ext cx="8991600"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36000" rIns="91440" bIns="36000" numCol="1" anchor="t" anchorCtr="0" compatLnSpc="1">
            <a:prstTxWarp prst="textNoShape">
              <a:avLst/>
            </a:prstTxWarp>
          </a:bodyPr>
          <a:lstStyle/>
          <a:p>
            <a:pPr lvl="0"/>
            <a:r>
              <a:rPr lang="fr-FR" altLang="fr-FR"/>
              <a:t>Cliquez pour modifier le style du titre du masque</a:t>
            </a:r>
          </a:p>
        </p:txBody>
      </p:sp>
      <p:sp>
        <p:nvSpPr>
          <p:cNvPr id="1028" name="Rectangle 4">
            <a:extLst>
              <a:ext uri="{FF2B5EF4-FFF2-40B4-BE49-F238E27FC236}">
                <a16:creationId xmlns:a16="http://schemas.microsoft.com/office/drawing/2014/main" id="{54557181-F4B1-44B3-B8D4-FC38CFE6A226}"/>
              </a:ext>
            </a:extLst>
          </p:cNvPr>
          <p:cNvSpPr>
            <a:spLocks noGrp="1" noChangeArrowheads="1"/>
          </p:cNvSpPr>
          <p:nvPr>
            <p:ph type="body" idx="1"/>
          </p:nvPr>
        </p:nvSpPr>
        <p:spPr bwMode="auto">
          <a:xfrm>
            <a:off x="152400" y="1295400"/>
            <a:ext cx="8839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Premier niveau</a:t>
            </a:r>
          </a:p>
          <a:p>
            <a:pPr lvl="1"/>
            <a:r>
              <a:rPr lang="fr-FR" altLang="fr-FR"/>
              <a:t>Deuxième niveau</a:t>
            </a:r>
          </a:p>
          <a:p>
            <a:pPr lvl="2"/>
            <a:r>
              <a:rPr lang="fr-FR" altLang="fr-FR"/>
              <a:t>Troisième niveau</a:t>
            </a:r>
          </a:p>
        </p:txBody>
      </p:sp>
      <p:grpSp>
        <p:nvGrpSpPr>
          <p:cNvPr id="1029" name="Group 5">
            <a:extLst>
              <a:ext uri="{FF2B5EF4-FFF2-40B4-BE49-F238E27FC236}">
                <a16:creationId xmlns:a16="http://schemas.microsoft.com/office/drawing/2014/main" id="{E06DB918-AF16-4000-9D6E-6959532A080E}"/>
              </a:ext>
            </a:extLst>
          </p:cNvPr>
          <p:cNvGrpSpPr>
            <a:grpSpLocks/>
          </p:cNvGrpSpPr>
          <p:nvPr/>
        </p:nvGrpSpPr>
        <p:grpSpPr bwMode="auto">
          <a:xfrm>
            <a:off x="12700" y="25400"/>
            <a:ext cx="9131300" cy="952500"/>
            <a:chOff x="8" y="16"/>
            <a:chExt cx="5752" cy="600"/>
          </a:xfrm>
        </p:grpSpPr>
        <p:sp>
          <p:nvSpPr>
            <p:cNvPr id="1030" name="Line 6">
              <a:extLst>
                <a:ext uri="{FF2B5EF4-FFF2-40B4-BE49-F238E27FC236}">
                  <a16:creationId xmlns:a16="http://schemas.microsoft.com/office/drawing/2014/main" id="{8D197FBE-F6B0-4C31-BAC7-BA44FE0910BD}"/>
                </a:ext>
              </a:extLst>
            </p:cNvPr>
            <p:cNvSpPr>
              <a:spLocks noChangeShapeType="1"/>
            </p:cNvSpPr>
            <p:nvPr/>
          </p:nvSpPr>
          <p:spPr bwMode="auto">
            <a:xfrm>
              <a:off x="8" y="104"/>
              <a:ext cx="5752" cy="0"/>
            </a:xfrm>
            <a:prstGeom prst="line">
              <a:avLst/>
            </a:prstGeom>
            <a:noFill/>
            <a:ln w="12700">
              <a:solidFill>
                <a:srgbClr val="009BCC"/>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031" name="Line 7">
              <a:extLst>
                <a:ext uri="{FF2B5EF4-FFF2-40B4-BE49-F238E27FC236}">
                  <a16:creationId xmlns:a16="http://schemas.microsoft.com/office/drawing/2014/main" id="{A7DEFF02-FF2B-48CD-B829-01BB7B60C0A9}"/>
                </a:ext>
              </a:extLst>
            </p:cNvPr>
            <p:cNvSpPr>
              <a:spLocks noChangeShapeType="1"/>
            </p:cNvSpPr>
            <p:nvPr/>
          </p:nvSpPr>
          <p:spPr bwMode="auto">
            <a:xfrm>
              <a:off x="48" y="16"/>
              <a:ext cx="0" cy="600"/>
            </a:xfrm>
            <a:prstGeom prst="line">
              <a:avLst/>
            </a:prstGeom>
            <a:noFill/>
            <a:ln w="12700">
              <a:solidFill>
                <a:srgbClr val="009BCC"/>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grpSp>
      <p:sp>
        <p:nvSpPr>
          <p:cNvPr id="3" name="ZoneTexte 2">
            <a:extLst>
              <a:ext uri="{FF2B5EF4-FFF2-40B4-BE49-F238E27FC236}">
                <a16:creationId xmlns:a16="http://schemas.microsoft.com/office/drawing/2014/main" id="{9A454724-F51A-1909-185E-812C688821E7}"/>
              </a:ext>
            </a:extLst>
          </p:cNvPr>
          <p:cNvSpPr txBox="1"/>
          <p:nvPr userDrawn="1">
            <p:extLst>
              <p:ext uri="{1162E1C5-73C7-4A58-AE30-91384D911F3F}">
                <p184:classification xmlns:p184="http://schemas.microsoft.com/office/powerpoint/2018/4/main" val="hdr"/>
              </p:ext>
            </p:extLst>
          </p:nvPr>
        </p:nvSpPr>
        <p:spPr>
          <a:xfrm>
            <a:off x="63500" y="63500"/>
            <a:ext cx="338138" cy="152400"/>
          </a:xfrm>
          <a:prstGeom prst="rect">
            <a:avLst/>
          </a:prstGeom>
        </p:spPr>
        <p:txBody>
          <a:bodyPr horzOverflow="overflow" lIns="0" tIns="0" rIns="0" bIns="0">
            <a:spAutoFit/>
          </a:bodyPr>
          <a:lstStyle/>
          <a:p>
            <a:pPr algn="l"/>
            <a:r>
              <a:rPr lang="fr-FR" sz="1000">
                <a:solidFill>
                  <a:srgbClr val="000000"/>
                </a:solidFill>
                <a:latin typeface="Calibri" panose="020F0502020204030204" pitchFamily="34" charset="0"/>
                <a:ea typeface="Calibri" panose="020F0502020204030204" pitchFamily="34" charset="0"/>
                <a:cs typeface="Calibri" panose="020F0502020204030204" pitchFamily="34" charset="0"/>
              </a:rPr>
              <a:t>Public</a:t>
            </a:r>
          </a:p>
        </p:txBody>
      </p:sp>
    </p:spTree>
  </p:cSld>
  <p:clrMap bg1="lt1" tx1="dk1" bg2="lt2" tx2="dk2" accent1="accent1" accent2="accent2" accent3="accent3" accent4="accent4" accent5="accent5" accent6="accent6" hlink="hlink" folHlink="folHlink"/>
  <p:sldLayoutIdLst>
    <p:sldLayoutId id="2147483828"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 id="2147483825" r:id="rId12"/>
    <p:sldLayoutId id="2147483826" r:id="rId13"/>
    <p:sldLayoutId id="2147483827" r:id="rId14"/>
  </p:sldLayoutIdLst>
  <p:transition/>
  <p:hf hdr="0" dt="0"/>
  <p:txStyles>
    <p:titleStyle>
      <a:lvl1pPr algn="l" rtl="0" eaLnBrk="0" fontAlgn="base" hangingPunct="0">
        <a:lnSpc>
          <a:spcPct val="85000"/>
        </a:lnSpc>
        <a:spcBef>
          <a:spcPct val="0"/>
        </a:spcBef>
        <a:spcAft>
          <a:spcPct val="0"/>
        </a:spcAft>
        <a:defRPr sz="3200" b="1">
          <a:solidFill>
            <a:schemeClr val="tx2"/>
          </a:solidFill>
          <a:latin typeface="+mj-lt"/>
          <a:ea typeface="+mj-ea"/>
          <a:cs typeface="+mj-cs"/>
        </a:defRPr>
      </a:lvl1pPr>
      <a:lvl2pPr algn="l" rtl="0" eaLnBrk="0" fontAlgn="base" hangingPunct="0">
        <a:lnSpc>
          <a:spcPct val="85000"/>
        </a:lnSpc>
        <a:spcBef>
          <a:spcPct val="0"/>
        </a:spcBef>
        <a:spcAft>
          <a:spcPct val="0"/>
        </a:spcAft>
        <a:defRPr sz="3200" b="1">
          <a:solidFill>
            <a:schemeClr val="tx2"/>
          </a:solidFill>
          <a:latin typeface="Arial Narrow" pitchFamily="34" charset="0"/>
        </a:defRPr>
      </a:lvl2pPr>
      <a:lvl3pPr algn="l" rtl="0" eaLnBrk="0" fontAlgn="base" hangingPunct="0">
        <a:lnSpc>
          <a:spcPct val="85000"/>
        </a:lnSpc>
        <a:spcBef>
          <a:spcPct val="0"/>
        </a:spcBef>
        <a:spcAft>
          <a:spcPct val="0"/>
        </a:spcAft>
        <a:defRPr sz="3200" b="1">
          <a:solidFill>
            <a:schemeClr val="tx2"/>
          </a:solidFill>
          <a:latin typeface="Arial Narrow" pitchFamily="34" charset="0"/>
        </a:defRPr>
      </a:lvl3pPr>
      <a:lvl4pPr algn="l" rtl="0" eaLnBrk="0" fontAlgn="base" hangingPunct="0">
        <a:lnSpc>
          <a:spcPct val="85000"/>
        </a:lnSpc>
        <a:spcBef>
          <a:spcPct val="0"/>
        </a:spcBef>
        <a:spcAft>
          <a:spcPct val="0"/>
        </a:spcAft>
        <a:defRPr sz="3200" b="1">
          <a:solidFill>
            <a:schemeClr val="tx2"/>
          </a:solidFill>
          <a:latin typeface="Arial Narrow" pitchFamily="34" charset="0"/>
        </a:defRPr>
      </a:lvl4pPr>
      <a:lvl5pPr algn="l" rtl="0" eaLnBrk="0" fontAlgn="base" hangingPunct="0">
        <a:lnSpc>
          <a:spcPct val="85000"/>
        </a:lnSpc>
        <a:spcBef>
          <a:spcPct val="0"/>
        </a:spcBef>
        <a:spcAft>
          <a:spcPct val="0"/>
        </a:spcAft>
        <a:defRPr sz="3200" b="1">
          <a:solidFill>
            <a:schemeClr val="tx2"/>
          </a:solidFill>
          <a:latin typeface="Arial Narrow" pitchFamily="34" charset="0"/>
        </a:defRPr>
      </a:lvl5pPr>
      <a:lvl6pPr marL="457200" algn="l" rtl="0" eaLnBrk="0" fontAlgn="base" hangingPunct="0">
        <a:lnSpc>
          <a:spcPct val="85000"/>
        </a:lnSpc>
        <a:spcBef>
          <a:spcPct val="0"/>
        </a:spcBef>
        <a:spcAft>
          <a:spcPct val="0"/>
        </a:spcAft>
        <a:defRPr sz="3200" b="1">
          <a:solidFill>
            <a:schemeClr val="tx2"/>
          </a:solidFill>
          <a:latin typeface="Arial Narrow" pitchFamily="34" charset="0"/>
        </a:defRPr>
      </a:lvl6pPr>
      <a:lvl7pPr marL="914400" algn="l" rtl="0" eaLnBrk="0" fontAlgn="base" hangingPunct="0">
        <a:lnSpc>
          <a:spcPct val="85000"/>
        </a:lnSpc>
        <a:spcBef>
          <a:spcPct val="0"/>
        </a:spcBef>
        <a:spcAft>
          <a:spcPct val="0"/>
        </a:spcAft>
        <a:defRPr sz="3200" b="1">
          <a:solidFill>
            <a:schemeClr val="tx2"/>
          </a:solidFill>
          <a:latin typeface="Arial Narrow" pitchFamily="34" charset="0"/>
        </a:defRPr>
      </a:lvl7pPr>
      <a:lvl8pPr marL="1371600" algn="l" rtl="0" eaLnBrk="0" fontAlgn="base" hangingPunct="0">
        <a:lnSpc>
          <a:spcPct val="85000"/>
        </a:lnSpc>
        <a:spcBef>
          <a:spcPct val="0"/>
        </a:spcBef>
        <a:spcAft>
          <a:spcPct val="0"/>
        </a:spcAft>
        <a:defRPr sz="3200" b="1">
          <a:solidFill>
            <a:schemeClr val="tx2"/>
          </a:solidFill>
          <a:latin typeface="Arial Narrow" pitchFamily="34" charset="0"/>
        </a:defRPr>
      </a:lvl8pPr>
      <a:lvl9pPr marL="1828800" algn="l" rtl="0" eaLnBrk="0" fontAlgn="base" hangingPunct="0">
        <a:lnSpc>
          <a:spcPct val="85000"/>
        </a:lnSpc>
        <a:spcBef>
          <a:spcPct val="0"/>
        </a:spcBef>
        <a:spcAft>
          <a:spcPct val="0"/>
        </a:spcAft>
        <a:defRPr sz="3200" b="1">
          <a:solidFill>
            <a:schemeClr val="tx2"/>
          </a:solidFill>
          <a:latin typeface="Arial Narrow" pitchFamily="34" charset="0"/>
        </a:defRPr>
      </a:lvl9pPr>
    </p:titleStyle>
    <p:bodyStyle>
      <a:lvl1pPr marL="195263" indent="-195263" algn="l" rtl="0" eaLnBrk="0" fontAlgn="base" hangingPunct="0">
        <a:spcBef>
          <a:spcPct val="30000"/>
        </a:spcBef>
        <a:spcAft>
          <a:spcPct val="0"/>
        </a:spcAft>
        <a:buClr>
          <a:srgbClr val="009BCC"/>
        </a:buClr>
        <a:buFont typeface="Symbol" panose="05050102010706020507" pitchFamily="18" charset="2"/>
        <a:buChar char="·"/>
        <a:defRPr sz="2000" b="1">
          <a:solidFill>
            <a:schemeClr val="tx2"/>
          </a:solidFill>
          <a:latin typeface="+mn-lt"/>
          <a:ea typeface="+mn-ea"/>
          <a:cs typeface="+mn-cs"/>
        </a:defRPr>
      </a:lvl1pPr>
      <a:lvl2pPr marL="665163" indent="-279400" algn="l" rtl="0" eaLnBrk="0" fontAlgn="base" hangingPunct="0">
        <a:spcBef>
          <a:spcPct val="30000"/>
        </a:spcBef>
        <a:spcAft>
          <a:spcPct val="0"/>
        </a:spcAft>
        <a:buClr>
          <a:srgbClr val="004182"/>
        </a:buClr>
        <a:buFont typeface="Wingdings" panose="05000000000000000000" pitchFamily="2" charset="2"/>
        <a:buChar char=""/>
        <a:defRPr>
          <a:solidFill>
            <a:schemeClr val="tx2"/>
          </a:solidFill>
          <a:latin typeface="+mn-lt"/>
        </a:defRPr>
      </a:lvl2pPr>
      <a:lvl3pPr marL="1044575" indent="-176213" algn="l" rtl="0" eaLnBrk="0" fontAlgn="base" hangingPunct="0">
        <a:spcBef>
          <a:spcPct val="30000"/>
        </a:spcBef>
        <a:spcAft>
          <a:spcPct val="0"/>
        </a:spcAft>
        <a:buClr>
          <a:srgbClr val="004182"/>
        </a:buClr>
        <a:buFont typeface="Wingdings" panose="05000000000000000000" pitchFamily="2" charset="2"/>
        <a:buChar char="ú"/>
        <a:defRPr sz="1600">
          <a:solidFill>
            <a:schemeClr val="tx2"/>
          </a:solidFill>
          <a:latin typeface="+mn-lt"/>
        </a:defRPr>
      </a:lvl3pPr>
      <a:lvl4pPr marL="1516063" indent="-228600" algn="l" rtl="0" eaLnBrk="0" fontAlgn="base" hangingPunct="0">
        <a:spcBef>
          <a:spcPct val="20000"/>
        </a:spcBef>
        <a:spcAft>
          <a:spcPct val="0"/>
        </a:spcAft>
        <a:buChar char="–"/>
        <a:defRPr sz="2200">
          <a:solidFill>
            <a:schemeClr val="tx1"/>
          </a:solidFill>
          <a:latin typeface="+mn-lt"/>
        </a:defRPr>
      </a:lvl4pPr>
      <a:lvl5pPr marL="1935163" indent="-228600" algn="l" rtl="0" eaLnBrk="0" fontAlgn="base" hangingPunct="0">
        <a:spcBef>
          <a:spcPct val="20000"/>
        </a:spcBef>
        <a:spcAft>
          <a:spcPct val="0"/>
        </a:spcAft>
        <a:buChar char="»"/>
        <a:defRPr sz="2200">
          <a:solidFill>
            <a:schemeClr val="tx1"/>
          </a:solidFill>
          <a:latin typeface="+mn-lt"/>
        </a:defRPr>
      </a:lvl5pPr>
      <a:lvl6pPr marL="2392363" indent="-228600" algn="l" rtl="0" eaLnBrk="0" fontAlgn="base" hangingPunct="0">
        <a:spcBef>
          <a:spcPct val="20000"/>
        </a:spcBef>
        <a:spcAft>
          <a:spcPct val="0"/>
        </a:spcAft>
        <a:buChar char="»"/>
        <a:defRPr sz="2200">
          <a:solidFill>
            <a:schemeClr val="tx1"/>
          </a:solidFill>
          <a:latin typeface="+mn-lt"/>
        </a:defRPr>
      </a:lvl6pPr>
      <a:lvl7pPr marL="2849563" indent="-228600" algn="l" rtl="0" eaLnBrk="0" fontAlgn="base" hangingPunct="0">
        <a:spcBef>
          <a:spcPct val="20000"/>
        </a:spcBef>
        <a:spcAft>
          <a:spcPct val="0"/>
        </a:spcAft>
        <a:buChar char="»"/>
        <a:defRPr sz="2200">
          <a:solidFill>
            <a:schemeClr val="tx1"/>
          </a:solidFill>
          <a:latin typeface="+mn-lt"/>
        </a:defRPr>
      </a:lvl7pPr>
      <a:lvl8pPr marL="3306763" indent="-228600" algn="l" rtl="0" eaLnBrk="0" fontAlgn="base" hangingPunct="0">
        <a:spcBef>
          <a:spcPct val="20000"/>
        </a:spcBef>
        <a:spcAft>
          <a:spcPct val="0"/>
        </a:spcAft>
        <a:buChar char="»"/>
        <a:defRPr sz="2200">
          <a:solidFill>
            <a:schemeClr val="tx1"/>
          </a:solidFill>
          <a:latin typeface="+mn-lt"/>
        </a:defRPr>
      </a:lvl8pPr>
      <a:lvl9pPr marL="3763963" indent="-228600" algn="l" rtl="0" eaLnBrk="0" fontAlgn="base" hangingPunct="0">
        <a:spcBef>
          <a:spcPct val="20000"/>
        </a:spcBef>
        <a:spcAft>
          <a:spcPct val="0"/>
        </a:spcAft>
        <a:buChar char="»"/>
        <a:defRPr sz="22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D31C069-B645-586E-18AB-69BE7B3EA5D1}"/>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2D2618E-5561-ED7C-F539-F3DCCFDC94E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F318D25-59C2-1FE6-F731-8442EA73BA1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C5B769B-1186-48B7-9934-BA84AD394E3E}" type="datetimeFigureOut">
              <a:rPr lang="fr-FR" smtClean="0"/>
              <a:t>20/04/2026</a:t>
            </a:fld>
            <a:endParaRPr lang="fr-FR"/>
          </a:p>
        </p:txBody>
      </p:sp>
      <p:sp>
        <p:nvSpPr>
          <p:cNvPr id="5" name="Espace réservé du pied de page 4">
            <a:extLst>
              <a:ext uri="{FF2B5EF4-FFF2-40B4-BE49-F238E27FC236}">
                <a16:creationId xmlns:a16="http://schemas.microsoft.com/office/drawing/2014/main" id="{C8C3A576-8C66-D803-045B-7D124312D352}"/>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C43542B-EB44-C8B5-636D-5585C2EDB80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7A564C7-A0B6-4EFC-975E-8CF3F35635BA}" type="slidenum">
              <a:rPr lang="fr-FR" smtClean="0"/>
              <a:t>‹N°›</a:t>
            </a:fld>
            <a:endParaRPr lang="fr-FR"/>
          </a:p>
        </p:txBody>
      </p:sp>
      <p:sp>
        <p:nvSpPr>
          <p:cNvPr id="7" name="Rectangle 9">
            <a:extLst>
              <a:ext uri="{FF2B5EF4-FFF2-40B4-BE49-F238E27FC236}">
                <a16:creationId xmlns:a16="http://schemas.microsoft.com/office/drawing/2014/main" id="{F886C57B-279C-42B3-89B3-0FD4D1024662}"/>
              </a:ext>
            </a:extLst>
          </p:cNvPr>
          <p:cNvSpPr>
            <a:spLocks noChangeArrowheads="1"/>
          </p:cNvSpPr>
          <p:nvPr userDrawn="1"/>
        </p:nvSpPr>
        <p:spPr bwMode="auto">
          <a:xfrm>
            <a:off x="0" y="6408738"/>
            <a:ext cx="9144000" cy="476250"/>
          </a:xfrm>
          <a:prstGeom prst="rect">
            <a:avLst/>
          </a:prstGeom>
          <a:gradFill rotWithShape="1">
            <a:gsLst>
              <a:gs pos="0">
                <a:schemeClr val="tx1"/>
              </a:gs>
              <a:gs pos="100000">
                <a:schemeClr val="accent1"/>
              </a:gs>
            </a:gsLst>
            <a:lin ang="0" scaled="1"/>
          </a:gradFill>
          <a:ln>
            <a:noFill/>
          </a:ln>
          <a:extLst>
            <a:ext uri="{91240B29-F687-4F45-9708-019B960494DF}">
              <a14:hiddenLine xmlns:a14="http://schemas.microsoft.com/office/drawing/2010/main" w="19050">
                <a:solidFill>
                  <a:srgbClr val="000000"/>
                </a:solidFill>
                <a:miter lim="800000"/>
                <a:headEnd/>
                <a:tailEnd/>
              </a14:hiddenLine>
            </a:ext>
          </a:extLst>
        </p:spPr>
        <p:txBody>
          <a:bodyPr wrap="none" anchor="ctr"/>
          <a:lstStyle>
            <a:lvl1pPr>
              <a:defRPr sz="1600">
                <a:solidFill>
                  <a:schemeClr val="tx1"/>
                </a:solidFill>
                <a:latin typeface="Arial" charset="0"/>
              </a:defRPr>
            </a:lvl1pPr>
            <a:lvl2pPr marL="742950" indent="-285750">
              <a:defRPr sz="1600">
                <a:solidFill>
                  <a:schemeClr val="tx1"/>
                </a:solidFill>
                <a:latin typeface="Arial" charset="0"/>
              </a:defRPr>
            </a:lvl2pPr>
            <a:lvl3pPr marL="1143000" indent="-228600">
              <a:defRPr sz="1600">
                <a:solidFill>
                  <a:schemeClr val="tx1"/>
                </a:solidFill>
                <a:latin typeface="Arial" charset="0"/>
              </a:defRPr>
            </a:lvl3pPr>
            <a:lvl4pPr marL="1600200" indent="-228600">
              <a:defRPr sz="1600">
                <a:solidFill>
                  <a:schemeClr val="tx1"/>
                </a:solidFill>
                <a:latin typeface="Arial" charset="0"/>
              </a:defRPr>
            </a:lvl4pPr>
            <a:lvl5pPr marL="2057400" indent="-228600">
              <a:defRPr sz="1600">
                <a:solidFill>
                  <a:schemeClr val="tx1"/>
                </a:solidFill>
                <a:latin typeface="Arial" charset="0"/>
              </a:defRPr>
            </a:lvl5pPr>
            <a:lvl6pPr marL="2514600" indent="-228600" algn="ctr" eaLnBrk="0" fontAlgn="base" hangingPunct="0">
              <a:spcBef>
                <a:spcPct val="0"/>
              </a:spcBef>
              <a:spcAft>
                <a:spcPct val="0"/>
              </a:spcAft>
              <a:defRPr sz="1600">
                <a:solidFill>
                  <a:schemeClr val="tx1"/>
                </a:solidFill>
                <a:latin typeface="Arial" charset="0"/>
              </a:defRPr>
            </a:lvl6pPr>
            <a:lvl7pPr marL="2971800" indent="-228600" algn="ctr" eaLnBrk="0" fontAlgn="base" hangingPunct="0">
              <a:spcBef>
                <a:spcPct val="0"/>
              </a:spcBef>
              <a:spcAft>
                <a:spcPct val="0"/>
              </a:spcAft>
              <a:defRPr sz="1600">
                <a:solidFill>
                  <a:schemeClr val="tx1"/>
                </a:solidFill>
                <a:latin typeface="Arial" charset="0"/>
              </a:defRPr>
            </a:lvl7pPr>
            <a:lvl8pPr marL="3429000" indent="-228600" algn="ctr" eaLnBrk="0" fontAlgn="base" hangingPunct="0">
              <a:spcBef>
                <a:spcPct val="0"/>
              </a:spcBef>
              <a:spcAft>
                <a:spcPct val="0"/>
              </a:spcAft>
              <a:defRPr sz="1600">
                <a:solidFill>
                  <a:schemeClr val="tx1"/>
                </a:solidFill>
                <a:latin typeface="Arial" charset="0"/>
              </a:defRPr>
            </a:lvl8pPr>
            <a:lvl9pPr marL="3886200" indent="-228600" algn="ctr" eaLnBrk="0" fontAlgn="base" hangingPunct="0">
              <a:spcBef>
                <a:spcPct val="0"/>
              </a:spcBef>
              <a:spcAft>
                <a:spcPct val="0"/>
              </a:spcAft>
              <a:defRPr sz="1600">
                <a:solidFill>
                  <a:schemeClr val="tx1"/>
                </a:solidFill>
                <a:latin typeface="Arial" charset="0"/>
              </a:defRPr>
            </a:lvl9pPr>
          </a:lstStyle>
          <a:p>
            <a:pPr>
              <a:defRPr/>
            </a:pPr>
            <a:endParaRPr lang="fr-FR" altLang="fr-FR" dirty="0"/>
          </a:p>
        </p:txBody>
      </p:sp>
      <p:sp>
        <p:nvSpPr>
          <p:cNvPr id="8" name="ZoneTexte 7">
            <a:extLst>
              <a:ext uri="{FF2B5EF4-FFF2-40B4-BE49-F238E27FC236}">
                <a16:creationId xmlns:a16="http://schemas.microsoft.com/office/drawing/2014/main" id="{01F4FDF2-A9E8-BEC0-6136-D25D0EDF1635}"/>
              </a:ext>
            </a:extLst>
          </p:cNvPr>
          <p:cNvSpPr txBox="1"/>
          <p:nvPr userDrawn="1">
            <p:extLst>
              <p:ext uri="{1162E1C5-73C7-4A58-AE30-91384D911F3F}">
                <p184:classification xmlns:p184="http://schemas.microsoft.com/office/powerpoint/2018/4/main" val="hdr"/>
              </p:ext>
            </p:extLst>
          </p:nvPr>
        </p:nvSpPr>
        <p:spPr>
          <a:xfrm>
            <a:off x="63500" y="63500"/>
            <a:ext cx="338138" cy="152400"/>
          </a:xfrm>
          <a:prstGeom prst="rect">
            <a:avLst/>
          </a:prstGeom>
        </p:spPr>
        <p:txBody>
          <a:bodyPr horzOverflow="overflow" lIns="0" tIns="0" rIns="0" bIns="0">
            <a:spAutoFit/>
          </a:bodyPr>
          <a:lstStyle/>
          <a:p>
            <a:pPr algn="l"/>
            <a:r>
              <a:rPr lang="fr-FR" sz="1000">
                <a:solidFill>
                  <a:srgbClr val="000000"/>
                </a:solidFill>
                <a:latin typeface="Calibri" panose="020F0502020204030204" pitchFamily="34" charset="0"/>
                <a:ea typeface="Calibri" panose="020F0502020204030204" pitchFamily="34" charset="0"/>
                <a:cs typeface="Calibri" panose="020F0502020204030204" pitchFamily="34" charset="0"/>
              </a:rPr>
              <a:t>Public</a:t>
            </a:r>
          </a:p>
        </p:txBody>
      </p:sp>
    </p:spTree>
    <p:extLst>
      <p:ext uri="{BB962C8B-B14F-4D97-AF65-F5344CB8AC3E}">
        <p14:creationId xmlns:p14="http://schemas.microsoft.com/office/powerpoint/2010/main" val="2755221849"/>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6.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6.xml"/><Relationship Id="rId5" Type="http://schemas.openxmlformats.org/officeDocument/2006/relationships/image" Target="../media/image18.png"/><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6.xml"/><Relationship Id="rId5" Type="http://schemas.openxmlformats.org/officeDocument/2006/relationships/image" Target="../media/image21.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png"/><Relationship Id="rId1" Type="http://schemas.openxmlformats.org/officeDocument/2006/relationships/slideLayout" Target="../slideLayouts/slideLayout16.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6.xml"/><Relationship Id="rId5" Type="http://schemas.openxmlformats.org/officeDocument/2006/relationships/image" Target="../media/image26.png"/><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16.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16.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png"/><Relationship Id="rId1" Type="http://schemas.openxmlformats.org/officeDocument/2006/relationships/slideLayout" Target="../slideLayouts/slideLayout16.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png"/><Relationship Id="rId1" Type="http://schemas.openxmlformats.org/officeDocument/2006/relationships/slideLayout" Target="../slideLayouts/slideLayout16.xml"/><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png"/><Relationship Id="rId1" Type="http://schemas.openxmlformats.org/officeDocument/2006/relationships/slideLayout" Target="../slideLayouts/slideLayout16.xml"/><Relationship Id="rId4" Type="http://schemas.openxmlformats.org/officeDocument/2006/relationships/image" Target="../media/image44.png"/></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png"/><Relationship Id="rId1" Type="http://schemas.openxmlformats.org/officeDocument/2006/relationships/slideLayout" Target="../slideLayouts/slideLayout16.xml"/><Relationship Id="rId4" Type="http://schemas.openxmlformats.org/officeDocument/2006/relationships/image" Target="../media/image49.png"/></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2.png"/><Relationship Id="rId1" Type="http://schemas.openxmlformats.org/officeDocument/2006/relationships/slideLayout" Target="../slideLayouts/slideLayout16.xml"/><Relationship Id="rId4" Type="http://schemas.openxmlformats.org/officeDocument/2006/relationships/image" Target="../media/image51.png"/></Relationships>
</file>

<file path=ppt/slides/_rels/slide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3" Type="http://schemas.openxmlformats.org/officeDocument/2006/relationships/hyperlink" Target="http://localhost:3000/" TargetMode="External"/><Relationship Id="rId2" Type="http://schemas.openxmlformats.org/officeDocument/2006/relationships/image" Target="../media/image2.png"/><Relationship Id="rId1" Type="http://schemas.openxmlformats.org/officeDocument/2006/relationships/slideLayout" Target="../slideLayouts/slideLayout16.xml"/><Relationship Id="rId5" Type="http://schemas.openxmlformats.org/officeDocument/2006/relationships/hyperlink" Target="http://localhost:3000/blog" TargetMode="External"/><Relationship Id="rId4" Type="http://schemas.openxmlformats.org/officeDocument/2006/relationships/hyperlink" Target="http://localhost:3000/about" TargetMode="External"/></Relationships>
</file>

<file path=ppt/slides/_rels/slide84.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hyperlink" Target="http://example.com/about" TargetMode="External"/><Relationship Id="rId7" Type="http://schemas.openxmlformats.org/officeDocument/2006/relationships/image" Target="../media/image60.png"/><Relationship Id="rId2" Type="http://schemas.openxmlformats.org/officeDocument/2006/relationships/image" Target="../media/image2.png"/><Relationship Id="rId1" Type="http://schemas.openxmlformats.org/officeDocument/2006/relationships/slideLayout" Target="../slideLayouts/slideLayout1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hyperlink" Target="http://example.com/%23/about" TargetMode="External"/></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8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2.png"/><Relationship Id="rId1" Type="http://schemas.openxmlformats.org/officeDocument/2006/relationships/slideLayout" Target="../slideLayouts/slideLayout16.xml"/><Relationship Id="rId6" Type="http://schemas.openxmlformats.org/officeDocument/2006/relationships/hyperlink" Target="http://localhost:3000/blog" TargetMode="External"/><Relationship Id="rId5" Type="http://schemas.openxmlformats.org/officeDocument/2006/relationships/hyperlink" Target="http://localhost:3000/about" TargetMode="External"/><Relationship Id="rId4" Type="http://schemas.openxmlformats.org/officeDocument/2006/relationships/hyperlink" Target="http://localhost:3000/" TargetMode="Externa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8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9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png"/><Relationship Id="rId1" Type="http://schemas.openxmlformats.org/officeDocument/2006/relationships/slideLayout" Target="../slideLayouts/slideLayout16.xml"/><Relationship Id="rId5" Type="http://schemas.openxmlformats.org/officeDocument/2006/relationships/image" Target="../media/image66.png"/><Relationship Id="rId4" Type="http://schemas.openxmlformats.org/officeDocument/2006/relationships/image" Target="../media/image65.png"/></Relationships>
</file>

<file path=ppt/slides/_rels/slide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9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9.png"/><Relationship Id="rId1" Type="http://schemas.openxmlformats.org/officeDocument/2006/relationships/slideLayout" Target="../slideLayouts/slideLayout16.xml"/></Relationships>
</file>

<file path=ppt/slides/_rels/slide9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9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2.png"/><Relationship Id="rId1" Type="http://schemas.openxmlformats.org/officeDocument/2006/relationships/slideLayout" Target="../slideLayouts/slideLayout16.xml"/></Relationships>
</file>

<file path=ppt/slides/_rels/slide9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2.png"/><Relationship Id="rId1" Type="http://schemas.openxmlformats.org/officeDocument/2006/relationships/slideLayout" Target="../slideLayouts/slideLayout16.xml"/><Relationship Id="rId5" Type="http://schemas.openxmlformats.org/officeDocument/2006/relationships/image" Target="../media/image73.png"/><Relationship Id="rId4" Type="http://schemas.openxmlformats.org/officeDocument/2006/relationships/image" Target="../media/image72.png"/></Relationships>
</file>

<file path=ppt/slides/_rels/slide10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16.xml"/><Relationship Id="rId4" Type="http://schemas.openxmlformats.org/officeDocument/2006/relationships/image" Target="../media/image76.png"/></Relationships>
</file>

<file path=ppt/slides/_rels/slide10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6.xml"/></Relationships>
</file>

<file path=ppt/slides/_rels/slide10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6.xml"/></Relationships>
</file>

<file path=ppt/slides/_rels/slide10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6.xml"/></Relationships>
</file>

<file path=ppt/slides/_rels/slide10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059">
            <a:extLst>
              <a:ext uri="{FF2B5EF4-FFF2-40B4-BE49-F238E27FC236}">
                <a16:creationId xmlns:a16="http://schemas.microsoft.com/office/drawing/2014/main" id="{9F601CCB-A3F6-4A01-A7C4-BE4D0D7FA821}"/>
              </a:ext>
            </a:extLst>
          </p:cNvPr>
          <p:cNvSpPr>
            <a:spLocks noGrp="1" noChangeArrowheads="1"/>
          </p:cNvSpPr>
          <p:nvPr>
            <p:ph type="ctrTitle" sz="quarter"/>
          </p:nvPr>
        </p:nvSpPr>
        <p:spPr>
          <a:xfrm>
            <a:off x="1289304" y="2555913"/>
            <a:ext cx="7091216" cy="1597446"/>
          </a:xfrm>
          <a:solidFill>
            <a:schemeClr val="bg1">
              <a:alpha val="50195"/>
            </a:schemeClr>
          </a:solidFill>
          <a:ln>
            <a:miter lim="800000"/>
            <a:headEnd/>
            <a:tailEnd/>
          </a:ln>
        </p:spPr>
        <p:txBody>
          <a:bodyPr>
            <a:noAutofit/>
          </a:bodyPr>
          <a:lstStyle/>
          <a:p>
            <a:pPr algn="ctr"/>
            <a:r>
              <a:rPr lang="fr-BE" altLang="fr-FR" sz="4400" dirty="0">
                <a:solidFill>
                  <a:schemeClr val="bg1"/>
                </a:solidFill>
                <a:latin typeface="Arial" panose="020B0604020202020204" pitchFamily="34" charset="0"/>
              </a:rPr>
              <a:t>Développement </a:t>
            </a:r>
            <a:r>
              <a:rPr lang="fr-BE" altLang="fr-FR" sz="4400" dirty="0" err="1">
                <a:solidFill>
                  <a:schemeClr val="bg1"/>
                </a:solidFill>
                <a:latin typeface="Arial" panose="020B0604020202020204" pitchFamily="34" charset="0"/>
              </a:rPr>
              <a:t>Front-End</a:t>
            </a:r>
            <a:br>
              <a:rPr lang="fr-BE" altLang="fr-FR" sz="4400" dirty="0">
                <a:solidFill>
                  <a:schemeClr val="bg1"/>
                </a:solidFill>
                <a:latin typeface="Arial" panose="020B0604020202020204" pitchFamily="34" charset="0"/>
              </a:rPr>
            </a:br>
            <a:r>
              <a:rPr lang="fr-BE" altLang="fr-FR" sz="4400" dirty="0">
                <a:solidFill>
                  <a:schemeClr val="bg1"/>
                </a:solidFill>
                <a:latin typeface="Arial" panose="020B0604020202020204" pitchFamily="34" charset="0"/>
              </a:rPr>
              <a:t>React.js, Next.js et Vue.js</a:t>
            </a:r>
            <a:endParaRPr lang="en-US" altLang="fr-FR" sz="4400" dirty="0">
              <a:solidFill>
                <a:schemeClr val="bg1"/>
              </a:solidFill>
              <a:latin typeface="Arial" panose="020B0604020202020204" pitchFamily="3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CC8A19DA-0500-42A4-9E37-712177D8F18F}"/>
              </a:ext>
            </a:extLst>
          </p:cNvPr>
          <p:cNvSpPr>
            <a:spLocks noGrp="1" noChangeArrowheads="1"/>
          </p:cNvSpPr>
          <p:nvPr>
            <p:ph type="title"/>
          </p:nvPr>
        </p:nvSpPr>
        <p:spPr>
          <a:xfrm>
            <a:off x="628650" y="254957"/>
            <a:ext cx="7886700" cy="615857"/>
          </a:xfrm>
        </p:spPr>
        <p:txBody>
          <a:bodyPr>
            <a:normAutofit/>
          </a:bodyPr>
          <a:lstStyle/>
          <a:p>
            <a:r>
              <a:rPr lang="fr-BE" altLang="fr-FR" sz="2000" b="1" dirty="0">
                <a:solidFill>
                  <a:schemeClr val="accent1">
                    <a:lumMod val="75000"/>
                  </a:schemeClr>
                </a:solidFill>
                <a:latin typeface="+mn-lt"/>
              </a:rPr>
              <a:t>Objectifs</a:t>
            </a:r>
            <a:endParaRPr lang="en-US" altLang="fr-FR" sz="2000" b="1" dirty="0">
              <a:solidFill>
                <a:schemeClr val="accent1">
                  <a:lumMod val="75000"/>
                </a:schemeClr>
              </a:solidFill>
              <a:latin typeface="+mn-lt"/>
            </a:endParaRPr>
          </a:p>
        </p:txBody>
      </p:sp>
      <p:sp>
        <p:nvSpPr>
          <p:cNvPr id="4099" name="Rectangle 5">
            <a:extLst>
              <a:ext uri="{FF2B5EF4-FFF2-40B4-BE49-F238E27FC236}">
                <a16:creationId xmlns:a16="http://schemas.microsoft.com/office/drawing/2014/main" id="{66A009F8-C8E4-401D-B5BB-1DE67DFC5956}"/>
              </a:ext>
            </a:extLst>
          </p:cNvPr>
          <p:cNvSpPr>
            <a:spLocks noGrp="1" noChangeArrowheads="1"/>
          </p:cNvSpPr>
          <p:nvPr>
            <p:ph idx="1"/>
          </p:nvPr>
        </p:nvSpPr>
        <p:spPr>
          <a:xfrm>
            <a:off x="215900" y="988426"/>
            <a:ext cx="8839200" cy="4888591"/>
          </a:xfrm>
        </p:spPr>
        <p:txBody>
          <a:bodyPr/>
          <a:lstStyle/>
          <a:p>
            <a:pPr>
              <a:lnSpc>
                <a:spcPct val="90000"/>
              </a:lnSpc>
              <a:buClr>
                <a:schemeClr val="tx1"/>
              </a:buClr>
              <a:buFont typeface="Wingdings" panose="05000000000000000000" pitchFamily="2" charset="2"/>
              <a:buChar char="q"/>
            </a:pPr>
            <a:r>
              <a:rPr lang="fr-FR" sz="2000" b="1" kern="1200" dirty="0">
                <a:latin typeface="+mj-lt"/>
                <a:ea typeface="+mj-ea"/>
                <a:cs typeface="+mj-cs"/>
              </a:rPr>
              <a:t>Développer des applications </a:t>
            </a:r>
            <a:r>
              <a:rPr lang="fr-FR" sz="2000" b="1" kern="1200" dirty="0" err="1">
                <a:latin typeface="+mj-lt"/>
                <a:ea typeface="+mj-ea"/>
                <a:cs typeface="+mj-cs"/>
              </a:rPr>
              <a:t>Front-End</a:t>
            </a:r>
            <a:r>
              <a:rPr lang="fr-FR" sz="2000" b="1" kern="1200" dirty="0">
                <a:latin typeface="+mj-lt"/>
                <a:ea typeface="+mj-ea"/>
                <a:cs typeface="+mj-cs"/>
              </a:rPr>
              <a:t> avec React.js</a:t>
            </a:r>
          </a:p>
          <a:p>
            <a:pPr>
              <a:lnSpc>
                <a:spcPct val="90000"/>
              </a:lnSpc>
              <a:buClr>
                <a:schemeClr val="tx1"/>
              </a:buClr>
              <a:buFont typeface="Wingdings" panose="05000000000000000000" pitchFamily="2" charset="2"/>
              <a:buChar char="q"/>
            </a:pPr>
            <a:r>
              <a:rPr lang="fr-FR" sz="2000" b="1" kern="1200" dirty="0">
                <a:latin typeface="+mj-lt"/>
                <a:ea typeface="+mj-ea"/>
                <a:cs typeface="+mj-cs"/>
              </a:rPr>
              <a:t>Créer des applications Server </a:t>
            </a:r>
            <a:r>
              <a:rPr lang="fr-FR" sz="2000" b="1" kern="1200" dirty="0" err="1">
                <a:latin typeface="+mj-lt"/>
                <a:ea typeface="+mj-ea"/>
                <a:cs typeface="+mj-cs"/>
              </a:rPr>
              <a:t>Side</a:t>
            </a:r>
            <a:r>
              <a:rPr lang="fr-FR" sz="2000" b="1" kern="1200" dirty="0">
                <a:latin typeface="+mj-lt"/>
                <a:ea typeface="+mj-ea"/>
                <a:cs typeface="+mj-cs"/>
              </a:rPr>
              <a:t> Rendering (SSR) avec Next.js et Vue.js </a:t>
            </a: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BE" altLang="fr-FR" sz="2400" b="0" dirty="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CC8A19DA-0500-42A4-9E37-712177D8F18F}"/>
              </a:ext>
            </a:extLst>
          </p:cNvPr>
          <p:cNvSpPr>
            <a:spLocks noGrp="1" noChangeArrowheads="1"/>
          </p:cNvSpPr>
          <p:nvPr>
            <p:ph type="title"/>
          </p:nvPr>
        </p:nvSpPr>
        <p:spPr>
          <a:xfrm>
            <a:off x="284209" y="-37240"/>
            <a:ext cx="8991600" cy="802213"/>
          </a:xfrm>
        </p:spPr>
        <p:txBody>
          <a:bodyPr vert="horz" lIns="91440" tIns="45720" rIns="91440" bIns="45720" rtlCol="0" anchor="ctr">
            <a:normAutofit/>
          </a:bodyPr>
          <a:lstStyle/>
          <a:p>
            <a:r>
              <a:rPr lang="fr-BE" altLang="fr-FR" sz="2400" b="1" dirty="0">
                <a:solidFill>
                  <a:schemeClr val="accent1">
                    <a:lumMod val="75000"/>
                  </a:schemeClr>
                </a:solidFill>
                <a:latin typeface="+mn-lt"/>
              </a:rPr>
              <a:t>Plan du cours</a:t>
            </a:r>
            <a:endParaRPr lang="en-US" altLang="fr-FR" sz="2400" b="1" dirty="0">
              <a:solidFill>
                <a:schemeClr val="accent1">
                  <a:lumMod val="75000"/>
                </a:schemeClr>
              </a:solidFill>
              <a:latin typeface="+mn-lt"/>
            </a:endParaRPr>
          </a:p>
        </p:txBody>
      </p:sp>
      <p:sp>
        <p:nvSpPr>
          <p:cNvPr id="4099" name="Rectangle 5">
            <a:extLst>
              <a:ext uri="{FF2B5EF4-FFF2-40B4-BE49-F238E27FC236}">
                <a16:creationId xmlns:a16="http://schemas.microsoft.com/office/drawing/2014/main" id="{66A009F8-C8E4-401D-B5BB-1DE67DFC5956}"/>
              </a:ext>
            </a:extLst>
          </p:cNvPr>
          <p:cNvSpPr>
            <a:spLocks noGrp="1" noChangeArrowheads="1"/>
          </p:cNvSpPr>
          <p:nvPr>
            <p:ph idx="1"/>
          </p:nvPr>
        </p:nvSpPr>
        <p:spPr>
          <a:xfrm>
            <a:off x="215900" y="988426"/>
            <a:ext cx="8839200" cy="4888591"/>
          </a:xfrm>
        </p:spPr>
        <p:txBody>
          <a:bodyPr/>
          <a:lstStyle/>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BE" altLang="fr-FR" sz="2400" b="0" dirty="0">
              <a:solidFill>
                <a:schemeClr val="bg2"/>
              </a:solidFill>
              <a:latin typeface="Times New Roman" panose="02020603050405020304" pitchFamily="18" charset="0"/>
              <a:cs typeface="Times New Roman" panose="02020603050405020304" pitchFamily="18" charset="0"/>
            </a:endParaRPr>
          </a:p>
        </p:txBody>
      </p:sp>
      <p:graphicFrame>
        <p:nvGraphicFramePr>
          <p:cNvPr id="3" name="Tableau 2">
            <a:extLst>
              <a:ext uri="{FF2B5EF4-FFF2-40B4-BE49-F238E27FC236}">
                <a16:creationId xmlns:a16="http://schemas.microsoft.com/office/drawing/2014/main" id="{512496A8-D7CF-19F5-4403-5EADD8BCCA6B}"/>
              </a:ext>
            </a:extLst>
          </p:cNvPr>
          <p:cNvGraphicFramePr>
            <a:graphicFrameLocks noGrp="1"/>
          </p:cNvGraphicFramePr>
          <p:nvPr>
            <p:extLst>
              <p:ext uri="{D42A27DB-BD31-4B8C-83A1-F6EECF244321}">
                <p14:modId xmlns:p14="http://schemas.microsoft.com/office/powerpoint/2010/main" val="4177637654"/>
              </p:ext>
            </p:extLst>
          </p:nvPr>
        </p:nvGraphicFramePr>
        <p:xfrm>
          <a:off x="340408" y="738129"/>
          <a:ext cx="8463184" cy="5573127"/>
        </p:xfrm>
        <a:graphic>
          <a:graphicData uri="http://schemas.openxmlformats.org/drawingml/2006/table">
            <a:tbl>
              <a:tblPr/>
              <a:tblGrid>
                <a:gridCol w="1323343">
                  <a:extLst>
                    <a:ext uri="{9D8B030D-6E8A-4147-A177-3AD203B41FA5}">
                      <a16:colId xmlns:a16="http://schemas.microsoft.com/office/drawing/2014/main" val="1786346327"/>
                    </a:ext>
                  </a:extLst>
                </a:gridCol>
                <a:gridCol w="2765030">
                  <a:extLst>
                    <a:ext uri="{9D8B030D-6E8A-4147-A177-3AD203B41FA5}">
                      <a16:colId xmlns:a16="http://schemas.microsoft.com/office/drawing/2014/main" val="1582255838"/>
                    </a:ext>
                  </a:extLst>
                </a:gridCol>
                <a:gridCol w="4374811">
                  <a:extLst>
                    <a:ext uri="{9D8B030D-6E8A-4147-A177-3AD203B41FA5}">
                      <a16:colId xmlns:a16="http://schemas.microsoft.com/office/drawing/2014/main" val="1378843507"/>
                    </a:ext>
                  </a:extLst>
                </a:gridCol>
              </a:tblGrid>
              <a:tr h="256368">
                <a:tc gridSpan="2">
                  <a:txBody>
                    <a:bodyPr/>
                    <a:lstStyle/>
                    <a:p>
                      <a:pPr algn="ctr" fontAlgn="ctr"/>
                      <a:r>
                        <a:rPr lang="fr-FR" sz="1600" b="1" i="0" u="none" strike="noStrike" dirty="0">
                          <a:solidFill>
                            <a:srgbClr val="000000"/>
                          </a:solidFill>
                          <a:effectLst/>
                          <a:latin typeface="Times New Roman" panose="02020603050405020304" pitchFamily="18" charset="0"/>
                        </a:rPr>
                        <a:t>Chapitre</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9"/>
                    </a:solidFill>
                  </a:tcPr>
                </a:tc>
                <a:tc hMerge="1">
                  <a:txBody>
                    <a:bodyPr/>
                    <a:lstStyle/>
                    <a:p>
                      <a:endParaRPr dirty="0"/>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9"/>
                    </a:solidFill>
                  </a:tcPr>
                </a:tc>
                <a:tc>
                  <a:txBody>
                    <a:bodyPr/>
                    <a:lstStyle/>
                    <a:p>
                      <a:pPr algn="ctr" fontAlgn="ctr"/>
                      <a:r>
                        <a:rPr lang="fr-FR" sz="1600" b="1" i="0" u="none" strike="noStrike">
                          <a:solidFill>
                            <a:srgbClr val="000000"/>
                          </a:solidFill>
                          <a:effectLst/>
                          <a:latin typeface="Times New Roman" panose="02020603050405020304" pitchFamily="18" charset="0"/>
                        </a:rPr>
                        <a:t>Contenu </a:t>
                      </a:r>
                    </a:p>
                  </a:txBody>
                  <a:tcPr marL="4734" marR="4734" marT="47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9"/>
                    </a:solidFill>
                  </a:tcPr>
                </a:tc>
                <a:extLst>
                  <a:ext uri="{0D108BD9-81ED-4DB2-BD59-A6C34878D82A}">
                    <a16:rowId xmlns:a16="http://schemas.microsoft.com/office/drawing/2014/main" val="3486152174"/>
                  </a:ext>
                </a:extLst>
              </a:tr>
              <a:tr h="256368">
                <a:tc rowSpan="3">
                  <a:txBody>
                    <a:bodyPr/>
                    <a:lstStyle/>
                    <a:p>
                      <a:pPr algn="ctr" fontAlgn="ctr"/>
                      <a:endParaRPr lang="fr-FR" sz="1600" b="1" i="0" u="none" strike="noStrike" dirty="0">
                        <a:solidFill>
                          <a:srgbClr val="000000"/>
                        </a:solidFill>
                        <a:effectLst/>
                        <a:latin typeface="Times New Roman" panose="02020603050405020304" pitchFamily="18" charset="0"/>
                      </a:endParaRPr>
                    </a:p>
                  </a:txBody>
                  <a:tcPr marL="4734"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3">
                  <a:txBody>
                    <a:bodyPr/>
                    <a:lstStyle/>
                    <a:p>
                      <a:pPr algn="ctr" fontAlgn="ctr"/>
                      <a:r>
                        <a:rPr lang="fr-FR" sz="1600" b="1" i="0" u="none" strike="noStrike" dirty="0">
                          <a:solidFill>
                            <a:srgbClr val="000000"/>
                          </a:solidFill>
                          <a:effectLst/>
                          <a:latin typeface="Times New Roman" panose="02020603050405020304" pitchFamily="18" charset="0"/>
                        </a:rPr>
                        <a:t>Introduction au Développement Front End</a:t>
                      </a:r>
                    </a:p>
                  </a:txBody>
                  <a:tcPr marL="4734" marR="4734" marT="473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Historique et évolution du développement </a:t>
                      </a:r>
                      <a:r>
                        <a:rPr lang="fr-FR" sz="1600" b="0" i="0" u="none" strike="noStrike" dirty="0" err="1">
                          <a:solidFill>
                            <a:srgbClr val="000000"/>
                          </a:solidFill>
                          <a:effectLst/>
                          <a:latin typeface="Times New Roman" panose="02020603050405020304" pitchFamily="18" charset="0"/>
                        </a:rPr>
                        <a:t>front-end</a:t>
                      </a:r>
                      <a:endParaRPr lang="fr-FR" sz="1600" b="0" i="0" u="none" strike="noStrike" dirty="0">
                        <a:solidFill>
                          <a:srgbClr val="000000"/>
                        </a:solidFill>
                        <a:effectLst/>
                        <a:latin typeface="Times New Roman" panose="02020603050405020304" pitchFamily="18" charset="0"/>
                      </a:endParaRP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72985959"/>
                  </a:ext>
                </a:extLst>
              </a:tr>
              <a:tr h="256368">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tabLst/>
                      </a:pPr>
                      <a:r>
                        <a:rPr lang="fr-FR" sz="1600" b="0" i="0" u="none" strike="noStrike" dirty="0">
                          <a:solidFill>
                            <a:srgbClr val="000000"/>
                          </a:solidFill>
                          <a:effectLst/>
                          <a:latin typeface="Times New Roman" panose="02020603050405020304" pitchFamily="18" charset="0"/>
                        </a:rPr>
                        <a:t>Principes de base du développement web moderne</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28615233"/>
                  </a:ext>
                </a:extLst>
              </a:tr>
              <a:tr h="256368">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Comparaison des </a:t>
                      </a:r>
                      <a:r>
                        <a:rPr lang="fr-FR" sz="1600" b="0" i="0" u="none" strike="noStrike" dirty="0" err="1">
                          <a:solidFill>
                            <a:srgbClr val="000000"/>
                          </a:solidFill>
                          <a:effectLst/>
                          <a:latin typeface="Times New Roman" panose="02020603050405020304" pitchFamily="18" charset="0"/>
                        </a:rPr>
                        <a:t>frameworks</a:t>
                      </a:r>
                      <a:r>
                        <a:rPr lang="fr-FR" sz="1600" b="0" i="0" u="none" strike="noStrike" dirty="0">
                          <a:solidFill>
                            <a:srgbClr val="000000"/>
                          </a:solidFill>
                          <a:effectLst/>
                          <a:latin typeface="Times New Roman" panose="02020603050405020304" pitchFamily="18" charset="0"/>
                        </a:rPr>
                        <a:t> </a:t>
                      </a:r>
                      <a:r>
                        <a:rPr lang="fr-FR" sz="1600" b="0" i="0" u="none" strike="noStrike" dirty="0" err="1">
                          <a:solidFill>
                            <a:srgbClr val="000000"/>
                          </a:solidFill>
                          <a:effectLst/>
                          <a:latin typeface="Times New Roman" panose="02020603050405020304" pitchFamily="18" charset="0"/>
                        </a:rPr>
                        <a:t>React</a:t>
                      </a:r>
                      <a:r>
                        <a:rPr lang="fr-FR" sz="1600" b="0" i="0" u="none" strike="noStrike" dirty="0">
                          <a:solidFill>
                            <a:srgbClr val="000000"/>
                          </a:solidFill>
                          <a:effectLst/>
                          <a:latin typeface="Times New Roman" panose="02020603050405020304" pitchFamily="18" charset="0"/>
                        </a:rPr>
                        <a:t> JS, Next JS, et Vue JS</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9993693"/>
                  </a:ext>
                </a:extLst>
              </a:tr>
              <a:tr h="314259">
                <a:tc rowSpan="5">
                  <a:txBody>
                    <a:bodyPr/>
                    <a:lstStyle/>
                    <a:p>
                      <a:pPr algn="ctr" fontAlgn="ctr"/>
                      <a:endParaRPr lang="fr-FR" sz="1600" b="1" i="0" u="none" strike="noStrike" dirty="0">
                        <a:solidFill>
                          <a:srgbClr val="000000"/>
                        </a:solidFill>
                        <a:effectLst/>
                        <a:latin typeface="Times New Roman" panose="02020603050405020304" pitchFamily="18" charset="0"/>
                      </a:endParaRPr>
                    </a:p>
                  </a:txBody>
                  <a:tcPr marL="4734"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fontAlgn="ctr"/>
                      <a:r>
                        <a:rPr lang="fr-FR" sz="1600" b="1" i="0" u="none" strike="noStrike" dirty="0" err="1">
                          <a:solidFill>
                            <a:srgbClr val="000000"/>
                          </a:solidFill>
                          <a:effectLst/>
                          <a:latin typeface="Times New Roman" panose="02020603050405020304" pitchFamily="18" charset="0"/>
                        </a:rPr>
                        <a:t>React</a:t>
                      </a:r>
                      <a:r>
                        <a:rPr lang="fr-FR" sz="1600" b="1" i="0" u="none" strike="noStrike" dirty="0">
                          <a:solidFill>
                            <a:srgbClr val="000000"/>
                          </a:solidFill>
                          <a:effectLst/>
                          <a:latin typeface="Times New Roman" panose="02020603050405020304" pitchFamily="18" charset="0"/>
                        </a:rPr>
                        <a:t> JS</a:t>
                      </a:r>
                    </a:p>
                  </a:txBody>
                  <a:tcPr marL="4734" marR="4734" marT="473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Introduction à </a:t>
                      </a:r>
                      <a:r>
                        <a:rPr lang="fr-FR" sz="1600" b="0" i="0" u="none" strike="noStrike" dirty="0" err="1">
                          <a:solidFill>
                            <a:srgbClr val="000000"/>
                          </a:solidFill>
                          <a:effectLst/>
                          <a:latin typeface="Times New Roman" panose="02020603050405020304" pitchFamily="18" charset="0"/>
                        </a:rPr>
                        <a:t>React</a:t>
                      </a:r>
                      <a:r>
                        <a:rPr lang="fr-FR" sz="1600" b="0" i="0" u="none" strike="noStrike" dirty="0">
                          <a:solidFill>
                            <a:srgbClr val="000000"/>
                          </a:solidFill>
                          <a:effectLst/>
                          <a:latin typeface="Times New Roman" panose="02020603050405020304" pitchFamily="18" charset="0"/>
                        </a:rPr>
                        <a:t> JS</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3375836"/>
                  </a:ext>
                </a:extLst>
              </a:tr>
              <a:tr h="314259">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State et </a:t>
                      </a:r>
                      <a:r>
                        <a:rPr lang="fr-FR" sz="1600" b="0" i="0" u="none" strike="noStrike" dirty="0" err="1">
                          <a:solidFill>
                            <a:srgbClr val="000000"/>
                          </a:solidFill>
                          <a:effectLst/>
                          <a:latin typeface="Times New Roman" panose="02020603050405020304" pitchFamily="18" charset="0"/>
                        </a:rPr>
                        <a:t>Props</a:t>
                      </a:r>
                      <a:endParaRPr lang="fr-FR" sz="1600" b="0" i="0" u="none" strike="noStrike" dirty="0">
                        <a:solidFill>
                          <a:srgbClr val="000000"/>
                        </a:solidFill>
                        <a:effectLst/>
                        <a:latin typeface="Times New Roman" panose="02020603050405020304" pitchFamily="18" charset="0"/>
                      </a:endParaRP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28093427"/>
                  </a:ext>
                </a:extLst>
              </a:tr>
              <a:tr h="314259">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Gestion des événements et formulaires</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05330678"/>
                  </a:ext>
                </a:extLst>
              </a:tr>
              <a:tr h="314259">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err="1">
                          <a:solidFill>
                            <a:srgbClr val="000000"/>
                          </a:solidFill>
                          <a:effectLst/>
                          <a:latin typeface="Times New Roman" panose="02020603050405020304" pitchFamily="18" charset="0"/>
                        </a:rPr>
                        <a:t>Routing</a:t>
                      </a:r>
                      <a:r>
                        <a:rPr lang="fr-FR" sz="1600" b="0" i="0" u="none" strike="noStrike" dirty="0">
                          <a:solidFill>
                            <a:srgbClr val="000000"/>
                          </a:solidFill>
                          <a:effectLst/>
                          <a:latin typeface="Times New Roman" panose="02020603050405020304" pitchFamily="18" charset="0"/>
                        </a:rPr>
                        <a:t> avec </a:t>
                      </a:r>
                      <a:r>
                        <a:rPr lang="fr-FR" sz="1600" b="0" i="0" u="none" strike="noStrike" dirty="0" err="1">
                          <a:solidFill>
                            <a:srgbClr val="000000"/>
                          </a:solidFill>
                          <a:effectLst/>
                          <a:latin typeface="Times New Roman" panose="02020603050405020304" pitchFamily="18" charset="0"/>
                        </a:rPr>
                        <a:t>React</a:t>
                      </a:r>
                      <a:r>
                        <a:rPr lang="fr-FR" sz="1600" b="0" i="0" u="none" strike="noStrike" dirty="0">
                          <a:solidFill>
                            <a:srgbClr val="000000"/>
                          </a:solidFill>
                          <a:effectLst/>
                          <a:latin typeface="Times New Roman" panose="02020603050405020304" pitchFamily="18" charset="0"/>
                        </a:rPr>
                        <a:t> Router</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48173564"/>
                  </a:ext>
                </a:extLst>
              </a:tr>
              <a:tr h="314259">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err="1">
                          <a:solidFill>
                            <a:srgbClr val="000000"/>
                          </a:solidFill>
                          <a:effectLst/>
                          <a:latin typeface="Times New Roman" panose="02020603050405020304" pitchFamily="18" charset="0"/>
                        </a:rPr>
                        <a:t>Hooks</a:t>
                      </a:r>
                      <a:r>
                        <a:rPr lang="fr-FR" sz="1600" b="0" i="0" u="none" strike="noStrike" dirty="0">
                          <a:solidFill>
                            <a:srgbClr val="000000"/>
                          </a:solidFill>
                          <a:effectLst/>
                          <a:latin typeface="Times New Roman" panose="02020603050405020304" pitchFamily="18" charset="0"/>
                        </a:rPr>
                        <a:t> avancés et contexte</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5279191"/>
                  </a:ext>
                </a:extLst>
              </a:tr>
              <a:tr h="231560">
                <a:tc rowSpan="4">
                  <a:txBody>
                    <a:bodyPr/>
                    <a:lstStyle/>
                    <a:p>
                      <a:pPr algn="ctr" fontAlgn="ctr"/>
                      <a:endParaRPr lang="fr-FR" sz="1600" b="1" i="0" u="none" strike="noStrike">
                        <a:solidFill>
                          <a:srgbClr val="000000"/>
                        </a:solidFill>
                        <a:effectLst/>
                        <a:latin typeface="Times New Roman" panose="02020603050405020304" pitchFamily="18" charset="0"/>
                      </a:endParaRPr>
                    </a:p>
                  </a:txBody>
                  <a:tcPr marL="4734"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4">
                  <a:txBody>
                    <a:bodyPr/>
                    <a:lstStyle/>
                    <a:p>
                      <a:pPr algn="ctr" fontAlgn="ctr"/>
                      <a:r>
                        <a:rPr lang="fr-FR" sz="1600" b="1" i="0" u="none" strike="noStrike" dirty="0">
                          <a:solidFill>
                            <a:srgbClr val="000000"/>
                          </a:solidFill>
                          <a:effectLst/>
                          <a:latin typeface="Times New Roman" panose="02020603050405020304" pitchFamily="18" charset="0"/>
                        </a:rPr>
                        <a:t>Next JS</a:t>
                      </a:r>
                    </a:p>
                  </a:txBody>
                  <a:tcPr marL="4734" marR="4734" marT="473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Introduction à Next JS</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16437593"/>
                  </a:ext>
                </a:extLst>
              </a:tr>
              <a:tr h="231560">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Rendu côté serveur (SSR) et génération statique (SSG)</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88108383"/>
                  </a:ext>
                </a:extLst>
              </a:tr>
              <a:tr h="231560">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API Routes et API intégrées</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98095596"/>
                  </a:ext>
                </a:extLst>
              </a:tr>
              <a:tr h="231560">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Optimisation des performances</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8416223"/>
                  </a:ext>
                </a:extLst>
              </a:tr>
              <a:tr h="260504">
                <a:tc rowSpan="4">
                  <a:txBody>
                    <a:bodyPr/>
                    <a:lstStyle/>
                    <a:p>
                      <a:pPr algn="ctr" fontAlgn="ctr"/>
                      <a:endParaRPr lang="fr-FR" sz="1600" b="1" i="0" u="none" strike="noStrike" dirty="0">
                        <a:solidFill>
                          <a:srgbClr val="000000"/>
                        </a:solidFill>
                        <a:effectLst/>
                        <a:latin typeface="Times New Roman" panose="02020603050405020304" pitchFamily="18" charset="0"/>
                      </a:endParaRPr>
                    </a:p>
                  </a:txBody>
                  <a:tcPr marL="4734"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a:txBody>
                    <a:bodyPr/>
                    <a:lstStyle/>
                    <a:p>
                      <a:pPr algn="ctr" fontAlgn="ctr"/>
                      <a:r>
                        <a:rPr lang="fr-FR" sz="1600" b="1" i="0" u="none" strike="noStrike" dirty="0">
                          <a:solidFill>
                            <a:srgbClr val="000000"/>
                          </a:solidFill>
                          <a:effectLst/>
                          <a:latin typeface="Times New Roman" panose="02020603050405020304" pitchFamily="18" charset="0"/>
                        </a:rPr>
                        <a:t>Vue JS</a:t>
                      </a:r>
                    </a:p>
                  </a:txBody>
                  <a:tcPr marL="4734" marR="4734" marT="4734"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Introduction à Vue JS</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9096554"/>
                  </a:ext>
                </a:extLst>
              </a:tr>
              <a:tr h="260504">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Directives et gestion des événements</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8560415"/>
                  </a:ext>
                </a:extLst>
              </a:tr>
              <a:tr h="260504">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Vue Router et </a:t>
                      </a:r>
                      <a:r>
                        <a:rPr lang="fr-FR" sz="1600" b="0" i="0" u="none" strike="noStrike" dirty="0" err="1">
                          <a:solidFill>
                            <a:srgbClr val="000000"/>
                          </a:solidFill>
                          <a:effectLst/>
                          <a:latin typeface="Times New Roman" panose="02020603050405020304" pitchFamily="18" charset="0"/>
                        </a:rPr>
                        <a:t>Vuex</a:t>
                      </a:r>
                      <a:endParaRPr lang="fr-FR" sz="1600" b="0" i="0" u="none" strike="noStrike" dirty="0">
                        <a:solidFill>
                          <a:srgbClr val="000000"/>
                        </a:solidFill>
                        <a:effectLst/>
                        <a:latin typeface="Times New Roman" panose="02020603050405020304" pitchFamily="18" charset="0"/>
                      </a:endParaRP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47221016"/>
                  </a:ext>
                </a:extLst>
              </a:tr>
              <a:tr h="231560">
                <a:tc vMerge="1">
                  <a:txBody>
                    <a:bodyPr/>
                    <a:lstStyle/>
                    <a:p>
                      <a:endParaRPr lang="fr-FR"/>
                    </a:p>
                  </a:txBody>
                  <a:tcPr/>
                </a:tc>
                <a:tc vMerge="1">
                  <a:txBody>
                    <a:bodyPr/>
                    <a:lstStyle/>
                    <a:p>
                      <a:endParaRPr lang="fr-FR"/>
                    </a:p>
                  </a:txBody>
                  <a:tcPr/>
                </a:tc>
                <a:tc>
                  <a:txBody>
                    <a:bodyPr/>
                    <a:lstStyle/>
                    <a:p>
                      <a:pPr marL="285750" indent="-285750" algn="l" fontAlgn="ctr">
                        <a:buFont typeface="Wingdings" panose="05000000000000000000" pitchFamily="2" charset="2"/>
                        <a:buChar char="§"/>
                      </a:pPr>
                      <a:r>
                        <a:rPr lang="fr-FR" sz="1600" b="0" i="0" u="none" strike="noStrike" dirty="0">
                          <a:solidFill>
                            <a:srgbClr val="000000"/>
                          </a:solidFill>
                          <a:effectLst/>
                          <a:latin typeface="Times New Roman" panose="02020603050405020304" pitchFamily="18" charset="0"/>
                        </a:rPr>
                        <a:t>Composition API</a:t>
                      </a:r>
                    </a:p>
                  </a:txBody>
                  <a:tcPr marL="497061" marR="4734" marT="4734"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97650820"/>
                  </a:ext>
                </a:extLst>
              </a:tr>
            </a:tbl>
          </a:graphicData>
        </a:graphic>
      </p:graphicFrame>
      <p:pic>
        <p:nvPicPr>
          <p:cNvPr id="5" name="Image 4">
            <a:extLst>
              <a:ext uri="{FF2B5EF4-FFF2-40B4-BE49-F238E27FC236}">
                <a16:creationId xmlns:a16="http://schemas.microsoft.com/office/drawing/2014/main" id="{260D3B67-DC9C-E8AF-B1D5-039B812902C9}"/>
              </a:ext>
            </a:extLst>
          </p:cNvPr>
          <p:cNvPicPr>
            <a:picLocks noChangeAspect="1"/>
          </p:cNvPicPr>
          <p:nvPr/>
        </p:nvPicPr>
        <p:blipFill>
          <a:blip r:embed="rId2"/>
          <a:stretch>
            <a:fillRect/>
          </a:stretch>
        </p:blipFill>
        <p:spPr>
          <a:xfrm>
            <a:off x="616946" y="1314843"/>
            <a:ext cx="810595" cy="767345"/>
          </a:xfrm>
          <a:prstGeom prst="rect">
            <a:avLst/>
          </a:prstGeom>
        </p:spPr>
      </p:pic>
      <p:pic>
        <p:nvPicPr>
          <p:cNvPr id="7" name="Image 6">
            <a:extLst>
              <a:ext uri="{FF2B5EF4-FFF2-40B4-BE49-F238E27FC236}">
                <a16:creationId xmlns:a16="http://schemas.microsoft.com/office/drawing/2014/main" id="{C3FB90FC-B24A-0FDB-A96E-F4BE5FECD61C}"/>
              </a:ext>
            </a:extLst>
          </p:cNvPr>
          <p:cNvPicPr>
            <a:picLocks noChangeAspect="1"/>
          </p:cNvPicPr>
          <p:nvPr/>
        </p:nvPicPr>
        <p:blipFill>
          <a:blip r:embed="rId3"/>
          <a:stretch>
            <a:fillRect/>
          </a:stretch>
        </p:blipFill>
        <p:spPr>
          <a:xfrm>
            <a:off x="616946" y="2776251"/>
            <a:ext cx="894509" cy="870333"/>
          </a:xfrm>
          <a:prstGeom prst="rect">
            <a:avLst/>
          </a:prstGeom>
        </p:spPr>
      </p:pic>
      <p:pic>
        <p:nvPicPr>
          <p:cNvPr id="9" name="Image 8">
            <a:extLst>
              <a:ext uri="{FF2B5EF4-FFF2-40B4-BE49-F238E27FC236}">
                <a16:creationId xmlns:a16="http://schemas.microsoft.com/office/drawing/2014/main" id="{A7C436C1-D2CC-BC10-A4DA-B9632640015B}"/>
              </a:ext>
            </a:extLst>
          </p:cNvPr>
          <p:cNvPicPr>
            <a:picLocks noChangeAspect="1"/>
          </p:cNvPicPr>
          <p:nvPr/>
        </p:nvPicPr>
        <p:blipFill>
          <a:blip r:embed="rId4"/>
          <a:stretch>
            <a:fillRect/>
          </a:stretch>
        </p:blipFill>
        <p:spPr>
          <a:xfrm>
            <a:off x="517793" y="4240174"/>
            <a:ext cx="993662" cy="974706"/>
          </a:xfrm>
          <a:prstGeom prst="rect">
            <a:avLst/>
          </a:prstGeom>
        </p:spPr>
      </p:pic>
      <p:pic>
        <p:nvPicPr>
          <p:cNvPr id="11" name="Image 10">
            <a:extLst>
              <a:ext uri="{FF2B5EF4-FFF2-40B4-BE49-F238E27FC236}">
                <a16:creationId xmlns:a16="http://schemas.microsoft.com/office/drawing/2014/main" id="{54DA1B91-48B0-ECB7-4E06-897D5232DD86}"/>
              </a:ext>
            </a:extLst>
          </p:cNvPr>
          <p:cNvPicPr>
            <a:picLocks noChangeAspect="1"/>
          </p:cNvPicPr>
          <p:nvPr/>
        </p:nvPicPr>
        <p:blipFill>
          <a:blip r:embed="rId5"/>
          <a:stretch>
            <a:fillRect/>
          </a:stretch>
        </p:blipFill>
        <p:spPr>
          <a:xfrm>
            <a:off x="517793" y="5385212"/>
            <a:ext cx="909747" cy="762109"/>
          </a:xfrm>
          <a:prstGeom prst="rect">
            <a:avLst/>
          </a:prstGeom>
        </p:spPr>
      </p:pic>
    </p:spTree>
    <p:extLst>
      <p:ext uri="{BB962C8B-B14F-4D97-AF65-F5344CB8AC3E}">
        <p14:creationId xmlns:p14="http://schemas.microsoft.com/office/powerpoint/2010/main" val="142767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059">
            <a:extLst>
              <a:ext uri="{FF2B5EF4-FFF2-40B4-BE49-F238E27FC236}">
                <a16:creationId xmlns:a16="http://schemas.microsoft.com/office/drawing/2014/main" id="{9F601CCB-A3F6-4A01-A7C4-BE4D0D7FA821}"/>
              </a:ext>
            </a:extLst>
          </p:cNvPr>
          <p:cNvSpPr>
            <a:spLocks noGrp="1" noChangeArrowheads="1"/>
          </p:cNvSpPr>
          <p:nvPr>
            <p:ph type="ctrTitle" sz="quarter"/>
          </p:nvPr>
        </p:nvSpPr>
        <p:spPr>
          <a:xfrm>
            <a:off x="1289304" y="1972019"/>
            <a:ext cx="7091216" cy="1542363"/>
          </a:xfrm>
          <a:solidFill>
            <a:schemeClr val="bg1">
              <a:alpha val="50195"/>
            </a:schemeClr>
          </a:solidFill>
          <a:ln>
            <a:miter lim="800000"/>
            <a:headEnd/>
            <a:tailEnd/>
          </a:ln>
        </p:spPr>
        <p:txBody>
          <a:bodyPr>
            <a:normAutofit/>
          </a:bodyPr>
          <a:lstStyle/>
          <a:p>
            <a:pPr algn="ctr" rtl="0" eaLnBrk="1" fontAlgn="ctr" latinLnBrk="0" hangingPunct="1">
              <a:spcBef>
                <a:spcPts val="0"/>
              </a:spcBef>
              <a:spcAft>
                <a:spcPts val="0"/>
              </a:spcAft>
              <a:buClrTx/>
              <a:buSzPts val="1600"/>
            </a:pPr>
            <a:r>
              <a:rPr lang="fr-FR" sz="3600" b="1" i="0" u="none" strike="noStrike" dirty="0">
                <a:solidFill>
                  <a:schemeClr val="bg1"/>
                </a:solidFill>
                <a:effectLst/>
                <a:latin typeface="Times New Roman" panose="02020603050405020304" pitchFamily="18" charset="0"/>
              </a:rPr>
              <a:t>Introduction au Développement Front End</a:t>
            </a:r>
            <a:endParaRPr lang="en-US" altLang="fr-FR" dirty="0">
              <a:solidFill>
                <a:schemeClr val="bg1"/>
              </a:solidFill>
              <a:latin typeface="Arial" panose="020B0604020202020204" pitchFamily="34" charset="0"/>
            </a:endParaRPr>
          </a:p>
        </p:txBody>
      </p:sp>
      <p:sp>
        <p:nvSpPr>
          <p:cNvPr id="3" name="ZoneTexte 2">
            <a:extLst>
              <a:ext uri="{FF2B5EF4-FFF2-40B4-BE49-F238E27FC236}">
                <a16:creationId xmlns:a16="http://schemas.microsoft.com/office/drawing/2014/main" id="{D63C0E20-4696-B866-8977-688C1511BB59}"/>
              </a:ext>
            </a:extLst>
          </p:cNvPr>
          <p:cNvSpPr txBox="1"/>
          <p:nvPr/>
        </p:nvSpPr>
        <p:spPr>
          <a:xfrm>
            <a:off x="1289304" y="4004631"/>
            <a:ext cx="7091216" cy="1801006"/>
          </a:xfrm>
          <a:prstGeom prst="rect">
            <a:avLst/>
          </a:prstGeom>
          <a:noFill/>
        </p:spPr>
        <p:txBody>
          <a:bodyPr wrap="square">
            <a:spAutoFit/>
          </a:bodyPr>
          <a:lstStyle/>
          <a:p>
            <a:pPr marL="342900" indent="-342900" algn="l">
              <a:lnSpc>
                <a:spcPct val="150000"/>
              </a:lnSpc>
              <a:buFont typeface="Wingdings" panose="05000000000000000000" pitchFamily="2" charset="2"/>
              <a:buChar char="§"/>
            </a:pPr>
            <a:r>
              <a:rPr lang="fr-FR" sz="2000" b="0" i="0" u="none" strike="noStrike" kern="1200" dirty="0">
                <a:solidFill>
                  <a:schemeClr val="bg1"/>
                </a:solidFill>
                <a:effectLst/>
                <a:latin typeface="+mn-lt"/>
              </a:rPr>
              <a:t>Historique et évolution du développement </a:t>
            </a:r>
            <a:r>
              <a:rPr lang="fr-FR" sz="2000" b="0" i="0" u="none" strike="noStrike" kern="1200" dirty="0" err="1">
                <a:solidFill>
                  <a:schemeClr val="bg1"/>
                </a:solidFill>
                <a:effectLst/>
                <a:latin typeface="+mn-lt"/>
              </a:rPr>
              <a:t>front-end</a:t>
            </a:r>
            <a:endParaRPr lang="fr-FR" sz="2000" kern="1200" dirty="0">
              <a:solidFill>
                <a:schemeClr val="bg1"/>
              </a:solidFill>
              <a:latin typeface="+mn-lt"/>
            </a:endParaRPr>
          </a:p>
          <a:p>
            <a:pPr marL="342900" indent="-342900" algn="l">
              <a:lnSpc>
                <a:spcPct val="150000"/>
              </a:lnSpc>
              <a:buFont typeface="Wingdings" panose="05000000000000000000" pitchFamily="2" charset="2"/>
              <a:buChar char="§"/>
            </a:pPr>
            <a:r>
              <a:rPr lang="fr-FR" sz="2000" b="0" i="0" u="none" strike="noStrike" kern="1200" dirty="0">
                <a:solidFill>
                  <a:schemeClr val="bg1"/>
                </a:solidFill>
                <a:effectLst/>
                <a:latin typeface="+mn-lt"/>
              </a:rPr>
              <a:t>Principes de base du développement web moderne</a:t>
            </a:r>
            <a:endParaRPr lang="fr-FR" sz="2000" kern="1200" dirty="0">
              <a:solidFill>
                <a:schemeClr val="bg1"/>
              </a:solidFill>
              <a:latin typeface="+mn-lt"/>
            </a:endParaRPr>
          </a:p>
          <a:p>
            <a:pPr marL="342900" indent="-342900" algn="l">
              <a:lnSpc>
                <a:spcPct val="150000"/>
              </a:lnSpc>
              <a:buFont typeface="Wingdings" panose="05000000000000000000" pitchFamily="2" charset="2"/>
              <a:buChar char="§"/>
            </a:pPr>
            <a:r>
              <a:rPr lang="fr-FR" sz="2000" b="0" i="0" u="none" strike="noStrike" kern="1200" dirty="0">
                <a:solidFill>
                  <a:schemeClr val="bg1"/>
                </a:solidFill>
                <a:effectLst/>
                <a:latin typeface="+mn-lt"/>
              </a:rPr>
              <a:t>Comparaison des Framework </a:t>
            </a:r>
            <a:r>
              <a:rPr lang="fr-FR" sz="2000" b="0" i="0" u="none" strike="noStrike" kern="1200" dirty="0" err="1">
                <a:solidFill>
                  <a:schemeClr val="bg1"/>
                </a:solidFill>
                <a:effectLst/>
                <a:latin typeface="+mn-lt"/>
              </a:rPr>
              <a:t>React</a:t>
            </a:r>
            <a:r>
              <a:rPr lang="fr-FR" sz="2000" b="0" i="0" u="none" strike="noStrike" kern="1200" dirty="0">
                <a:solidFill>
                  <a:schemeClr val="bg1"/>
                </a:solidFill>
                <a:effectLst/>
                <a:latin typeface="+mn-lt"/>
              </a:rPr>
              <a:t> JS, Next JS, et Vue JS</a:t>
            </a:r>
            <a:br>
              <a:rPr lang="fr-FR" sz="1200" b="0" i="0" u="none" strike="noStrike" dirty="0">
                <a:solidFill>
                  <a:schemeClr val="bg1"/>
                </a:solidFill>
                <a:effectLst/>
                <a:latin typeface="Arial" panose="020B0604020202020204" pitchFamily="34" charset="0"/>
              </a:rPr>
            </a:br>
            <a:endParaRPr lang="fr-FR" dirty="0">
              <a:solidFill>
                <a:schemeClr val="bg1"/>
              </a:solidFill>
            </a:endParaRPr>
          </a:p>
        </p:txBody>
      </p:sp>
      <p:pic>
        <p:nvPicPr>
          <p:cNvPr id="4" name="Image 3">
            <a:extLst>
              <a:ext uri="{FF2B5EF4-FFF2-40B4-BE49-F238E27FC236}">
                <a16:creationId xmlns:a16="http://schemas.microsoft.com/office/drawing/2014/main" id="{0CCD4F87-2DEB-2795-C77A-6F1014C9B01D}"/>
              </a:ext>
            </a:extLst>
          </p:cNvPr>
          <p:cNvPicPr>
            <a:picLocks noChangeAspect="1"/>
          </p:cNvPicPr>
          <p:nvPr/>
        </p:nvPicPr>
        <p:blipFill>
          <a:blip r:embed="rId3"/>
          <a:stretch>
            <a:fillRect/>
          </a:stretch>
        </p:blipFill>
        <p:spPr>
          <a:xfrm>
            <a:off x="4166702" y="1052363"/>
            <a:ext cx="810595" cy="767345"/>
          </a:xfrm>
          <a:prstGeom prst="rect">
            <a:avLst/>
          </a:prstGeom>
        </p:spPr>
      </p:pic>
    </p:spTree>
    <p:extLst>
      <p:ext uri="{BB962C8B-B14F-4D97-AF65-F5344CB8AC3E}">
        <p14:creationId xmlns:p14="http://schemas.microsoft.com/office/powerpoint/2010/main" val="227924593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6389D-4823-ECE6-C480-9E61D5B1FD7D}"/>
            </a:ext>
          </a:extLst>
        </p:cNvPr>
        <p:cNvGrpSpPr/>
        <p:nvPr/>
      </p:nvGrpSpPr>
      <p:grpSpPr>
        <a:xfrm>
          <a:off x="0" y="0"/>
          <a:ext cx="0" cy="0"/>
          <a:chOff x="0" y="0"/>
          <a:chExt cx="0" cy="0"/>
        </a:xfrm>
      </p:grpSpPr>
      <p:sp>
        <p:nvSpPr>
          <p:cNvPr id="4098" name="Rectangle 4">
            <a:extLst>
              <a:ext uri="{FF2B5EF4-FFF2-40B4-BE49-F238E27FC236}">
                <a16:creationId xmlns:a16="http://schemas.microsoft.com/office/drawing/2014/main" id="{5B042E57-3763-0435-CE75-AD8FE124DF07}"/>
              </a:ext>
            </a:extLst>
          </p:cNvPr>
          <p:cNvSpPr>
            <a:spLocks noGrp="1" noChangeArrowheads="1"/>
          </p:cNvSpPr>
          <p:nvPr>
            <p:ph type="title"/>
          </p:nvPr>
        </p:nvSpPr>
        <p:spPr>
          <a:xfrm>
            <a:off x="88900" y="2642"/>
            <a:ext cx="8991600" cy="869506"/>
          </a:xfrm>
        </p:spPr>
        <p:txBody>
          <a:bodyPr vert="horz" lIns="91440" tIns="45720" rIns="91440" bIns="45720" rtlCol="0" anchor="ctr">
            <a:normAutofit/>
          </a:bodyPr>
          <a:lstStyle/>
          <a:p>
            <a:r>
              <a:rPr lang="fr-FR" sz="2400" b="1" dirty="0">
                <a:solidFill>
                  <a:schemeClr val="accent1">
                    <a:lumMod val="75000"/>
                  </a:schemeClr>
                </a:solidFill>
                <a:latin typeface="+mn-lt"/>
              </a:rPr>
              <a:t>Historique et évolution du développement </a:t>
            </a:r>
            <a:r>
              <a:rPr lang="fr-FR" sz="2400" b="1" dirty="0" err="1">
                <a:solidFill>
                  <a:schemeClr val="accent1">
                    <a:lumMod val="75000"/>
                  </a:schemeClr>
                </a:solidFill>
                <a:latin typeface="+mn-lt"/>
              </a:rPr>
              <a:t>Front-End</a:t>
            </a:r>
            <a:r>
              <a:rPr lang="fr-FR" sz="2400" b="1" dirty="0">
                <a:solidFill>
                  <a:schemeClr val="accent1">
                    <a:lumMod val="75000"/>
                  </a:schemeClr>
                </a:solidFill>
                <a:latin typeface="+mn-lt"/>
              </a:rPr>
              <a:t> (1/4)</a:t>
            </a:r>
            <a:endParaRPr lang="en-US" altLang="fr-FR" sz="2400" b="1" dirty="0">
              <a:solidFill>
                <a:schemeClr val="accent1">
                  <a:lumMod val="75000"/>
                </a:schemeClr>
              </a:solidFill>
              <a:latin typeface="+mn-lt"/>
            </a:endParaRPr>
          </a:p>
        </p:txBody>
      </p:sp>
      <p:graphicFrame>
        <p:nvGraphicFramePr>
          <p:cNvPr id="3" name="Tableau 2">
            <a:extLst>
              <a:ext uri="{FF2B5EF4-FFF2-40B4-BE49-F238E27FC236}">
                <a16:creationId xmlns:a16="http://schemas.microsoft.com/office/drawing/2014/main" id="{21D26B9C-FBB1-84DC-BAA8-17383B09E876}"/>
              </a:ext>
            </a:extLst>
          </p:cNvPr>
          <p:cNvGraphicFramePr>
            <a:graphicFrameLocks noGrp="1"/>
          </p:cNvGraphicFramePr>
          <p:nvPr>
            <p:extLst>
              <p:ext uri="{D42A27DB-BD31-4B8C-83A1-F6EECF244321}">
                <p14:modId xmlns:p14="http://schemas.microsoft.com/office/powerpoint/2010/main" val="1508020176"/>
              </p:ext>
            </p:extLst>
          </p:nvPr>
        </p:nvGraphicFramePr>
        <p:xfrm>
          <a:off x="308472" y="951257"/>
          <a:ext cx="8262651" cy="3627120"/>
        </p:xfrm>
        <a:graphic>
          <a:graphicData uri="http://schemas.openxmlformats.org/drawingml/2006/table">
            <a:tbl>
              <a:tblPr firstRow="1" bandRow="1">
                <a:tableStyleId>{5C22544A-7EE6-4342-B048-85BDC9FD1C3A}</a:tableStyleId>
              </a:tblPr>
              <a:tblGrid>
                <a:gridCol w="1751442">
                  <a:extLst>
                    <a:ext uri="{9D8B030D-6E8A-4147-A177-3AD203B41FA5}">
                      <a16:colId xmlns:a16="http://schemas.microsoft.com/office/drawing/2014/main" val="2975370576"/>
                    </a:ext>
                  </a:extLst>
                </a:gridCol>
                <a:gridCol w="6511209">
                  <a:extLst>
                    <a:ext uri="{9D8B030D-6E8A-4147-A177-3AD203B41FA5}">
                      <a16:colId xmlns:a16="http://schemas.microsoft.com/office/drawing/2014/main" val="1964860649"/>
                    </a:ext>
                  </a:extLst>
                </a:gridCol>
              </a:tblGrid>
              <a:tr h="370840">
                <a:tc>
                  <a:txBody>
                    <a:bodyPr/>
                    <a:lstStyle/>
                    <a:p>
                      <a:r>
                        <a:rPr lang="fr-FR" sz="1600" dirty="0"/>
                        <a:t>Année</a:t>
                      </a:r>
                    </a:p>
                  </a:txBody>
                  <a:tcPr/>
                </a:tc>
                <a:tc>
                  <a:txBody>
                    <a:bodyPr/>
                    <a:lstStyle/>
                    <a:p>
                      <a:r>
                        <a:rPr lang="fr-FR" sz="1600" dirty="0"/>
                        <a:t>Evolution du développement </a:t>
                      </a:r>
                      <a:r>
                        <a:rPr lang="fr-FR" sz="1600" dirty="0" err="1"/>
                        <a:t>front-end</a:t>
                      </a:r>
                      <a:endParaRPr lang="fr-FR" sz="1600" dirty="0"/>
                    </a:p>
                  </a:txBody>
                  <a:tcPr/>
                </a:tc>
                <a:extLst>
                  <a:ext uri="{0D108BD9-81ED-4DB2-BD59-A6C34878D82A}">
                    <a16:rowId xmlns:a16="http://schemas.microsoft.com/office/drawing/2014/main" val="3177971903"/>
                  </a:ext>
                </a:extLst>
              </a:tr>
              <a:tr h="370840">
                <a:tc>
                  <a:txBody>
                    <a:bodyPr/>
                    <a:lstStyle/>
                    <a:p>
                      <a:r>
                        <a:rPr lang="fr-FR" sz="1600" b="1" u="sng" dirty="0"/>
                        <a:t>1990 – 2000</a:t>
                      </a:r>
                    </a:p>
                  </a:txBody>
                  <a:tcPr/>
                </a:tc>
                <a:tc>
                  <a:txBody>
                    <a:bodyPr/>
                    <a:lstStyle/>
                    <a:p>
                      <a:r>
                        <a:rPr lang="fr-FR" sz="1600" b="1" u="sng" dirty="0"/>
                        <a:t>I- Les débuts du Web </a:t>
                      </a:r>
                    </a:p>
                  </a:txBody>
                  <a:tcPr/>
                </a:tc>
                <a:extLst>
                  <a:ext uri="{0D108BD9-81ED-4DB2-BD59-A6C34878D82A}">
                    <a16:rowId xmlns:a16="http://schemas.microsoft.com/office/drawing/2014/main" val="1439982626"/>
                  </a:ext>
                </a:extLst>
              </a:tr>
              <a:tr h="370840">
                <a:tc>
                  <a:txBody>
                    <a:bodyPr/>
                    <a:lstStyle/>
                    <a:p>
                      <a:r>
                        <a:rPr lang="fr-FR" sz="1600" dirty="0"/>
                        <a:t>1991</a:t>
                      </a:r>
                    </a:p>
                  </a:txBody>
                  <a:tcPr/>
                </a:tc>
                <a:tc>
                  <a:txBody>
                    <a:bodyPr/>
                    <a:lstStyle/>
                    <a:p>
                      <a:r>
                        <a:rPr lang="fr-FR" sz="1600" dirty="0"/>
                        <a:t>HTML 1.0 : pages statiques, très peu de mise en forme, aucune interactivité.</a:t>
                      </a:r>
                    </a:p>
                    <a:p>
                      <a:endParaRPr lang="fr-FR" sz="1600" dirty="0"/>
                    </a:p>
                  </a:txBody>
                  <a:tcPr/>
                </a:tc>
                <a:extLst>
                  <a:ext uri="{0D108BD9-81ED-4DB2-BD59-A6C34878D82A}">
                    <a16:rowId xmlns:a16="http://schemas.microsoft.com/office/drawing/2014/main" val="567825048"/>
                  </a:ext>
                </a:extLst>
              </a:tr>
              <a:tr h="370840">
                <a:tc>
                  <a:txBody>
                    <a:bodyPr/>
                    <a:lstStyle/>
                    <a:p>
                      <a:r>
                        <a:rPr lang="fr-FR" sz="1600" dirty="0"/>
                        <a:t>1995</a:t>
                      </a:r>
                    </a:p>
                  </a:txBody>
                  <a:tcPr/>
                </a:tc>
                <a:tc>
                  <a:txBody>
                    <a:bodyPr/>
                    <a:lstStyle/>
                    <a:p>
                      <a:r>
                        <a:rPr lang="fr-FR" sz="1600" dirty="0"/>
                        <a:t>JavaScript : créer des interactions avec le navigateur.</a:t>
                      </a:r>
                    </a:p>
                  </a:txBody>
                  <a:tcPr/>
                </a:tc>
                <a:extLst>
                  <a:ext uri="{0D108BD9-81ED-4DB2-BD59-A6C34878D82A}">
                    <a16:rowId xmlns:a16="http://schemas.microsoft.com/office/drawing/2014/main" val="2978419056"/>
                  </a:ext>
                </a:extLst>
              </a:tr>
              <a:tr h="370840">
                <a:tc>
                  <a:txBody>
                    <a:bodyPr/>
                    <a:lstStyle/>
                    <a:p>
                      <a:r>
                        <a:rPr lang="fr-FR" sz="1600" dirty="0"/>
                        <a:t>1996</a:t>
                      </a:r>
                    </a:p>
                  </a:txBody>
                  <a:tcPr/>
                </a:tc>
                <a:tc>
                  <a:txBody>
                    <a:bodyPr/>
                    <a:lstStyle/>
                    <a:p>
                      <a:r>
                        <a:rPr lang="fr-FR" sz="1600" dirty="0"/>
                        <a:t>CSS (</a:t>
                      </a:r>
                      <a:r>
                        <a:rPr lang="fr-FR" sz="1400" b="0" i="1" kern="1200" dirty="0" err="1">
                          <a:solidFill>
                            <a:schemeClr val="dk1"/>
                          </a:solidFill>
                          <a:effectLst/>
                          <a:latin typeface="+mn-lt"/>
                          <a:ea typeface="+mn-ea"/>
                          <a:cs typeface="+mn-cs"/>
                        </a:rPr>
                        <a:t>Cascading</a:t>
                      </a:r>
                      <a:r>
                        <a:rPr lang="fr-FR" sz="1400" b="0" i="1" kern="1200" dirty="0">
                          <a:solidFill>
                            <a:schemeClr val="dk1"/>
                          </a:solidFill>
                          <a:effectLst/>
                          <a:latin typeface="+mn-lt"/>
                          <a:ea typeface="+mn-ea"/>
                          <a:cs typeface="+mn-cs"/>
                        </a:rPr>
                        <a:t> Style Sheets</a:t>
                      </a:r>
                      <a:r>
                        <a:rPr lang="fr-FR" sz="1600" b="0" i="0" kern="1200" dirty="0">
                          <a:solidFill>
                            <a:schemeClr val="dk1"/>
                          </a:solidFill>
                          <a:effectLst/>
                          <a:latin typeface="+mn-lt"/>
                          <a:ea typeface="+mn-ea"/>
                          <a:cs typeface="+mn-cs"/>
                        </a:rPr>
                        <a:t>) </a:t>
                      </a:r>
                      <a:r>
                        <a:rPr lang="fr-FR" sz="1600" dirty="0"/>
                        <a:t>: Séparer le contenu (HTML) du style (CSS)</a:t>
                      </a:r>
                    </a:p>
                  </a:txBody>
                  <a:tcPr/>
                </a:tc>
                <a:extLst>
                  <a:ext uri="{0D108BD9-81ED-4DB2-BD59-A6C34878D82A}">
                    <a16:rowId xmlns:a16="http://schemas.microsoft.com/office/drawing/2014/main" val="343970256"/>
                  </a:ext>
                </a:extLst>
              </a:tr>
              <a:tr h="370840">
                <a:tc>
                  <a:txBody>
                    <a:bodyPr/>
                    <a:lstStyle/>
                    <a:p>
                      <a:r>
                        <a:rPr lang="fr-FR" sz="1600" b="1" u="sng" dirty="0"/>
                        <a:t>2000 – 2010</a:t>
                      </a:r>
                    </a:p>
                  </a:txBody>
                  <a:tcPr/>
                </a:tc>
                <a:tc>
                  <a:txBody>
                    <a:bodyPr/>
                    <a:lstStyle/>
                    <a:p>
                      <a:r>
                        <a:rPr lang="fr-FR" sz="1600" b="1" u="sng" dirty="0"/>
                        <a:t>II- Le Web dynamique</a:t>
                      </a:r>
                    </a:p>
                  </a:txBody>
                  <a:tcPr/>
                </a:tc>
                <a:extLst>
                  <a:ext uri="{0D108BD9-81ED-4DB2-BD59-A6C34878D82A}">
                    <a16:rowId xmlns:a16="http://schemas.microsoft.com/office/drawing/2014/main" val="1354671989"/>
                  </a:ext>
                </a:extLst>
              </a:tr>
              <a:tr h="361696">
                <a:tc>
                  <a:txBody>
                    <a:bodyPr/>
                    <a:lstStyle/>
                    <a:p>
                      <a:r>
                        <a:rPr lang="fr-FR" sz="1600" dirty="0"/>
                        <a:t>Fin 1999</a:t>
                      </a:r>
                    </a:p>
                  </a:txBody>
                  <a:tcPr/>
                </a:tc>
                <a:tc>
                  <a:txBody>
                    <a:bodyPr/>
                    <a:lstStyle/>
                    <a:p>
                      <a:r>
                        <a:rPr lang="fr-FR" sz="1600" dirty="0"/>
                        <a:t>DOM (</a:t>
                      </a:r>
                      <a:r>
                        <a:rPr lang="fr-FR" sz="1600" i="1" dirty="0"/>
                        <a:t>Document Object Model</a:t>
                      </a:r>
                      <a:r>
                        <a:rPr lang="fr-FR" sz="1600" dirty="0"/>
                        <a:t>) </a:t>
                      </a:r>
                    </a:p>
                    <a:p>
                      <a:r>
                        <a:rPr lang="fr-FR" sz="1600" dirty="0"/>
                        <a:t>AJAX (</a:t>
                      </a:r>
                      <a:r>
                        <a:rPr lang="fr-FR" sz="1600" i="1" dirty="0" err="1"/>
                        <a:t>Asynchronous</a:t>
                      </a:r>
                      <a:r>
                        <a:rPr lang="fr-FR" sz="1600" i="1" dirty="0"/>
                        <a:t> Javascript And XML </a:t>
                      </a:r>
                      <a:r>
                        <a:rPr lang="fr-FR" sz="1600" b="1" dirty="0">
                          <a:effectLst/>
                        </a:rPr>
                        <a:t>2005)</a:t>
                      </a:r>
                      <a:r>
                        <a:rPr lang="fr-FR" sz="1600" dirty="0"/>
                        <a:t> : révolution avec la possibilité de charger des données sans recharger toute la page</a:t>
                      </a:r>
                    </a:p>
                  </a:txBody>
                  <a:tcPr/>
                </a:tc>
                <a:extLst>
                  <a:ext uri="{0D108BD9-81ED-4DB2-BD59-A6C34878D82A}">
                    <a16:rowId xmlns:a16="http://schemas.microsoft.com/office/drawing/2014/main" val="3251080458"/>
                  </a:ext>
                </a:extLst>
              </a:tr>
              <a:tr h="370840">
                <a:tc>
                  <a:txBody>
                    <a:bodyPr/>
                    <a:lstStyle/>
                    <a:p>
                      <a:r>
                        <a:rPr lang="fr-FR" sz="1600" dirty="0"/>
                        <a:t>2006</a:t>
                      </a:r>
                    </a:p>
                  </a:txBody>
                  <a:tcPr/>
                </a:tc>
                <a:tc>
                  <a:txBody>
                    <a:bodyPr/>
                    <a:lstStyle/>
                    <a:p>
                      <a:r>
                        <a:rPr lang="fr-FR" sz="1600" dirty="0"/>
                        <a:t>jQuery : Simplifier la manipulation du DOM et les requêtes avec AJAX.</a:t>
                      </a:r>
                    </a:p>
                  </a:txBody>
                  <a:tcPr/>
                </a:tc>
                <a:extLst>
                  <a:ext uri="{0D108BD9-81ED-4DB2-BD59-A6C34878D82A}">
                    <a16:rowId xmlns:a16="http://schemas.microsoft.com/office/drawing/2014/main" val="3032859999"/>
                  </a:ext>
                </a:extLst>
              </a:tr>
            </a:tbl>
          </a:graphicData>
        </a:graphic>
      </p:graphicFrame>
    </p:spTree>
    <p:extLst>
      <p:ext uri="{BB962C8B-B14F-4D97-AF65-F5344CB8AC3E}">
        <p14:creationId xmlns:p14="http://schemas.microsoft.com/office/powerpoint/2010/main" val="1093698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2CCA5-4345-0D70-F369-C20594F2E7A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6B64064-7DEA-8CCF-E454-2ADA456B1874}"/>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fontAlgn="auto">
              <a:spcAft>
                <a:spcPts val="0"/>
              </a:spcAft>
            </a:pPr>
            <a:r>
              <a:rPr lang="fr-FR" sz="2400" b="1" dirty="0">
                <a:solidFill>
                  <a:schemeClr val="accent1">
                    <a:lumMod val="75000"/>
                  </a:schemeClr>
                </a:solidFill>
                <a:latin typeface="+mn-lt"/>
              </a:rPr>
              <a:t>Historique et évolution du développement </a:t>
            </a:r>
            <a:r>
              <a:rPr lang="fr-FR" sz="2400" b="1" dirty="0" err="1">
                <a:solidFill>
                  <a:schemeClr val="accent1">
                    <a:lumMod val="75000"/>
                  </a:schemeClr>
                </a:solidFill>
                <a:latin typeface="+mn-lt"/>
              </a:rPr>
              <a:t>Front-End</a:t>
            </a:r>
            <a:r>
              <a:rPr lang="fr-FR" sz="2400" b="1" dirty="0">
                <a:solidFill>
                  <a:schemeClr val="accent1">
                    <a:lumMod val="75000"/>
                  </a:schemeClr>
                </a:solidFill>
                <a:latin typeface="+mn-lt"/>
              </a:rPr>
              <a:t> (2/4)</a:t>
            </a:r>
            <a:endParaRPr lang="en-US" altLang="fr-FR" sz="2400" b="1" dirty="0">
              <a:solidFill>
                <a:schemeClr val="accent1">
                  <a:lumMod val="75000"/>
                </a:schemeClr>
              </a:solidFill>
              <a:latin typeface="+mn-lt"/>
            </a:endParaRPr>
          </a:p>
        </p:txBody>
      </p:sp>
      <p:graphicFrame>
        <p:nvGraphicFramePr>
          <p:cNvPr id="6" name="Tableau 5">
            <a:extLst>
              <a:ext uri="{FF2B5EF4-FFF2-40B4-BE49-F238E27FC236}">
                <a16:creationId xmlns:a16="http://schemas.microsoft.com/office/drawing/2014/main" id="{EE5A1847-7826-D3B5-D44F-B18136DB3DD7}"/>
              </a:ext>
            </a:extLst>
          </p:cNvPr>
          <p:cNvGraphicFramePr>
            <a:graphicFrameLocks noGrp="1"/>
          </p:cNvGraphicFramePr>
          <p:nvPr>
            <p:extLst>
              <p:ext uri="{D42A27DB-BD31-4B8C-83A1-F6EECF244321}">
                <p14:modId xmlns:p14="http://schemas.microsoft.com/office/powerpoint/2010/main" val="3981229594"/>
              </p:ext>
            </p:extLst>
          </p:nvPr>
        </p:nvGraphicFramePr>
        <p:xfrm>
          <a:off x="308472" y="951257"/>
          <a:ext cx="8262651" cy="5842000"/>
        </p:xfrm>
        <a:graphic>
          <a:graphicData uri="http://schemas.openxmlformats.org/drawingml/2006/table">
            <a:tbl>
              <a:tblPr firstRow="1" bandRow="1">
                <a:tableStyleId>{5C22544A-7EE6-4342-B048-85BDC9FD1C3A}</a:tableStyleId>
              </a:tblPr>
              <a:tblGrid>
                <a:gridCol w="1751442">
                  <a:extLst>
                    <a:ext uri="{9D8B030D-6E8A-4147-A177-3AD203B41FA5}">
                      <a16:colId xmlns:a16="http://schemas.microsoft.com/office/drawing/2014/main" val="2975370576"/>
                    </a:ext>
                  </a:extLst>
                </a:gridCol>
                <a:gridCol w="6511209">
                  <a:extLst>
                    <a:ext uri="{9D8B030D-6E8A-4147-A177-3AD203B41FA5}">
                      <a16:colId xmlns:a16="http://schemas.microsoft.com/office/drawing/2014/main" val="1964860649"/>
                    </a:ext>
                  </a:extLst>
                </a:gridCol>
              </a:tblGrid>
              <a:tr h="370840">
                <a:tc>
                  <a:txBody>
                    <a:bodyPr/>
                    <a:lstStyle/>
                    <a:p>
                      <a:r>
                        <a:rPr lang="fr-FR" sz="1600" dirty="0"/>
                        <a:t>Année</a:t>
                      </a:r>
                    </a:p>
                  </a:txBody>
                  <a:tcPr/>
                </a:tc>
                <a:tc>
                  <a:txBody>
                    <a:bodyPr/>
                    <a:lstStyle/>
                    <a:p>
                      <a:r>
                        <a:rPr lang="fr-FR" sz="1600" dirty="0"/>
                        <a:t>Evolution du développement </a:t>
                      </a:r>
                      <a:r>
                        <a:rPr lang="fr-FR" sz="1600" dirty="0" err="1"/>
                        <a:t>front-end</a:t>
                      </a:r>
                      <a:endParaRPr lang="fr-FR" sz="1600" dirty="0"/>
                    </a:p>
                  </a:txBody>
                  <a:tcPr/>
                </a:tc>
                <a:extLst>
                  <a:ext uri="{0D108BD9-81ED-4DB2-BD59-A6C34878D82A}">
                    <a16:rowId xmlns:a16="http://schemas.microsoft.com/office/drawing/2014/main" val="31779719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600" b="1" u="sng" dirty="0"/>
                        <a:t>2010 – 2016</a:t>
                      </a:r>
                    </a:p>
                  </a:txBody>
                  <a:tcPr/>
                </a:tc>
                <a:tc>
                  <a:txBody>
                    <a:bodyPr/>
                    <a:lstStyle/>
                    <a:p>
                      <a:r>
                        <a:rPr lang="fr-FR" sz="1600" b="1" u="sng" dirty="0"/>
                        <a:t>III- Les Framework modernes</a:t>
                      </a:r>
                    </a:p>
                    <a:p>
                      <a:r>
                        <a:rPr lang="fr-FR" sz="1600" dirty="0"/>
                        <a:t>Début des applications SPA : Single Page Application.</a:t>
                      </a:r>
                    </a:p>
                  </a:txBody>
                  <a:tcPr/>
                </a:tc>
                <a:extLst>
                  <a:ext uri="{0D108BD9-81ED-4DB2-BD59-A6C34878D82A}">
                    <a16:rowId xmlns:a16="http://schemas.microsoft.com/office/drawing/2014/main" val="1439982626"/>
                  </a:ext>
                </a:extLst>
              </a:tr>
              <a:tr h="370840">
                <a:tc>
                  <a:txBody>
                    <a:bodyPr/>
                    <a:lstStyle/>
                    <a:p>
                      <a:r>
                        <a:rPr lang="fr-FR" sz="1600" dirty="0"/>
                        <a:t>2010</a:t>
                      </a:r>
                    </a:p>
                  </a:txBody>
                  <a:tcPr/>
                </a:tc>
                <a:tc>
                  <a:txBody>
                    <a:bodyPr/>
                    <a:lstStyle/>
                    <a:p>
                      <a:r>
                        <a:rPr lang="fr-FR" sz="1600" dirty="0"/>
                        <a:t>AngularJS : crée par Google</a:t>
                      </a:r>
                    </a:p>
                  </a:txBody>
                  <a:tcPr/>
                </a:tc>
                <a:extLst>
                  <a:ext uri="{0D108BD9-81ED-4DB2-BD59-A6C34878D82A}">
                    <a16:rowId xmlns:a16="http://schemas.microsoft.com/office/drawing/2014/main" val="567825048"/>
                  </a:ext>
                </a:extLst>
              </a:tr>
              <a:tr h="370840">
                <a:tc>
                  <a:txBody>
                    <a:bodyPr/>
                    <a:lstStyle/>
                    <a:p>
                      <a:r>
                        <a:rPr lang="fr-FR" sz="1600" dirty="0"/>
                        <a:t>2012</a:t>
                      </a:r>
                    </a:p>
                  </a:txBody>
                  <a:tcPr/>
                </a:tc>
                <a:tc>
                  <a:txBody>
                    <a:bodyPr/>
                    <a:lstStyle/>
                    <a:p>
                      <a:r>
                        <a:rPr lang="fr-FR" sz="1600" dirty="0" err="1"/>
                        <a:t>TypeScript</a:t>
                      </a:r>
                      <a:r>
                        <a:rPr lang="fr-FR" sz="1600" dirty="0"/>
                        <a:t> : crée par Microsoft</a:t>
                      </a:r>
                    </a:p>
                    <a:p>
                      <a:r>
                        <a:rPr lang="fr-FR" sz="1600" dirty="0"/>
                        <a:t>Typage statique, utilisé par </a:t>
                      </a:r>
                      <a:r>
                        <a:rPr lang="fr-FR" sz="1600" dirty="0" err="1"/>
                        <a:t>Angular</a:t>
                      </a:r>
                      <a:r>
                        <a:rPr lang="fr-FR" sz="1600" dirty="0"/>
                        <a:t> et par </a:t>
                      </a:r>
                      <a:r>
                        <a:rPr lang="fr-FR" sz="1600" dirty="0" err="1"/>
                        <a:t>React</a:t>
                      </a:r>
                      <a:r>
                        <a:rPr lang="fr-FR" sz="1600" dirty="0"/>
                        <a:t>.</a:t>
                      </a:r>
                    </a:p>
                  </a:txBody>
                  <a:tcPr/>
                </a:tc>
                <a:extLst>
                  <a:ext uri="{0D108BD9-81ED-4DB2-BD59-A6C34878D82A}">
                    <a16:rowId xmlns:a16="http://schemas.microsoft.com/office/drawing/2014/main" val="2978419056"/>
                  </a:ext>
                </a:extLst>
              </a:tr>
              <a:tr h="370840">
                <a:tc>
                  <a:txBody>
                    <a:bodyPr/>
                    <a:lstStyle/>
                    <a:p>
                      <a:r>
                        <a:rPr lang="fr-FR" sz="1600" dirty="0"/>
                        <a:t>2013</a:t>
                      </a:r>
                    </a:p>
                  </a:txBody>
                  <a:tcPr/>
                </a:tc>
                <a:tc>
                  <a:txBody>
                    <a:bodyPr/>
                    <a:lstStyle/>
                    <a:p>
                      <a:r>
                        <a:rPr lang="fr-FR" sz="1600" dirty="0" err="1"/>
                        <a:t>React</a:t>
                      </a:r>
                      <a:r>
                        <a:rPr lang="fr-FR" sz="1600" dirty="0"/>
                        <a:t> : crée par Facebook, Basé sur les composants, Virtual DOM, …</a:t>
                      </a:r>
                    </a:p>
                  </a:txBody>
                  <a:tcPr/>
                </a:tc>
                <a:extLst>
                  <a:ext uri="{0D108BD9-81ED-4DB2-BD59-A6C34878D82A}">
                    <a16:rowId xmlns:a16="http://schemas.microsoft.com/office/drawing/2014/main" val="343970256"/>
                  </a:ext>
                </a:extLst>
              </a:tr>
              <a:tr h="370840">
                <a:tc>
                  <a:txBody>
                    <a:bodyPr/>
                    <a:lstStyle/>
                    <a:p>
                      <a:r>
                        <a:rPr lang="fr-FR" sz="1600" dirty="0"/>
                        <a:t>2014</a:t>
                      </a:r>
                    </a:p>
                  </a:txBody>
                  <a:tcPr/>
                </a:tc>
                <a:tc>
                  <a:txBody>
                    <a:bodyPr/>
                    <a:lstStyle/>
                    <a:p>
                      <a:r>
                        <a:rPr lang="fr-FR" sz="1600" dirty="0"/>
                        <a:t>Vue.JS : simple, très utilisé pour les projets légers et moyens.</a:t>
                      </a:r>
                    </a:p>
                  </a:txBody>
                  <a:tcPr/>
                </a:tc>
                <a:extLst>
                  <a:ext uri="{0D108BD9-81ED-4DB2-BD59-A6C34878D82A}">
                    <a16:rowId xmlns:a16="http://schemas.microsoft.com/office/drawing/2014/main" val="1354671989"/>
                  </a:ext>
                </a:extLst>
              </a:tr>
              <a:tr h="370840">
                <a:tc>
                  <a:txBody>
                    <a:bodyPr/>
                    <a:lstStyle/>
                    <a:p>
                      <a:r>
                        <a:rPr lang="fr-FR" sz="1600" dirty="0"/>
                        <a:t>2016</a:t>
                      </a:r>
                    </a:p>
                  </a:txBody>
                  <a:tcPr/>
                </a:tc>
                <a:tc>
                  <a:txBody>
                    <a:bodyPr/>
                    <a:lstStyle/>
                    <a:p>
                      <a:r>
                        <a:rPr lang="fr-FR" sz="1600" kern="1200" dirty="0">
                          <a:solidFill>
                            <a:schemeClr val="dk1"/>
                          </a:solidFill>
                          <a:latin typeface="+mn-lt"/>
                          <a:ea typeface="+mn-ea"/>
                          <a:cs typeface="+mn-cs"/>
                        </a:rPr>
                        <a:t>ES6+ (</a:t>
                      </a:r>
                      <a:r>
                        <a:rPr lang="fr-FR" sz="1600" kern="1200" dirty="0" err="1">
                          <a:solidFill>
                            <a:schemeClr val="dk1"/>
                          </a:solidFill>
                          <a:latin typeface="+mn-lt"/>
                          <a:ea typeface="+mn-ea"/>
                          <a:cs typeface="+mn-cs"/>
                        </a:rPr>
                        <a:t>ECMAScript</a:t>
                      </a:r>
                      <a:r>
                        <a:rPr lang="fr-FR" sz="1600" kern="1200" dirty="0">
                          <a:solidFill>
                            <a:schemeClr val="dk1"/>
                          </a:solidFill>
                          <a:latin typeface="+mn-lt"/>
                          <a:ea typeface="+mn-ea"/>
                          <a:cs typeface="+mn-cs"/>
                        </a:rPr>
                        <a:t> 2015 et toutes les versions suivantes du langage javascript) : Modernisation de JavaScript</a:t>
                      </a:r>
                    </a:p>
                    <a:p>
                      <a:r>
                        <a:rPr lang="fr-FR" sz="1600" kern="1200" dirty="0">
                          <a:solidFill>
                            <a:schemeClr val="dk1"/>
                          </a:solidFill>
                          <a:latin typeface="+mn-lt"/>
                          <a:ea typeface="+mn-ea"/>
                          <a:cs typeface="+mn-cs"/>
                          <a:sym typeface="Wingdings" panose="05000000000000000000" pitchFamily="2" charset="2"/>
                        </a:rPr>
                        <a:t> </a:t>
                      </a:r>
                      <a:r>
                        <a:rPr lang="fr-FR" sz="1600" kern="1200" dirty="0">
                          <a:solidFill>
                            <a:schemeClr val="dk1"/>
                          </a:solidFill>
                          <a:latin typeface="+mn-lt"/>
                          <a:ea typeface="+mn-ea"/>
                          <a:cs typeface="+mn-cs"/>
                        </a:rPr>
                        <a:t>Classes, Modules, Arrow </a:t>
                      </a:r>
                      <a:r>
                        <a:rPr lang="fr-FR" sz="1600" kern="1200" dirty="0" err="1">
                          <a:solidFill>
                            <a:schemeClr val="dk1"/>
                          </a:solidFill>
                          <a:latin typeface="+mn-lt"/>
                          <a:ea typeface="+mn-ea"/>
                          <a:cs typeface="+mn-cs"/>
                        </a:rPr>
                        <a:t>functions</a:t>
                      </a:r>
                      <a:r>
                        <a:rPr lang="fr-FR" sz="1600" kern="1200" dirty="0">
                          <a:solidFill>
                            <a:schemeClr val="dk1"/>
                          </a:solidFill>
                          <a:latin typeface="+mn-lt"/>
                          <a:ea typeface="+mn-ea"/>
                          <a:cs typeface="+mn-cs"/>
                        </a:rPr>
                        <a:t>, </a:t>
                      </a:r>
                      <a:r>
                        <a:rPr lang="fr-FR" sz="1600" kern="1200" dirty="0" err="1">
                          <a:solidFill>
                            <a:schemeClr val="dk1"/>
                          </a:solidFill>
                          <a:latin typeface="+mn-lt"/>
                          <a:ea typeface="+mn-ea"/>
                          <a:cs typeface="+mn-cs"/>
                        </a:rPr>
                        <a:t>async</a:t>
                      </a:r>
                      <a:r>
                        <a:rPr lang="fr-FR" sz="1600" kern="1200" dirty="0">
                          <a:solidFill>
                            <a:schemeClr val="dk1"/>
                          </a:solidFill>
                          <a:latin typeface="+mn-lt"/>
                          <a:ea typeface="+mn-ea"/>
                          <a:cs typeface="+mn-cs"/>
                        </a:rPr>
                        <a:t>/</a:t>
                      </a:r>
                      <a:r>
                        <a:rPr lang="fr-FR" sz="1600" kern="1200" dirty="0" err="1">
                          <a:solidFill>
                            <a:schemeClr val="dk1"/>
                          </a:solidFill>
                          <a:latin typeface="+mn-lt"/>
                          <a:ea typeface="+mn-ea"/>
                          <a:cs typeface="+mn-cs"/>
                        </a:rPr>
                        <a:t>await</a:t>
                      </a:r>
                      <a:r>
                        <a:rPr lang="fr-FR" sz="1600" kern="1200" dirty="0">
                          <a:solidFill>
                            <a:schemeClr val="dk1"/>
                          </a:solidFill>
                          <a:latin typeface="+mn-lt"/>
                          <a:ea typeface="+mn-ea"/>
                          <a:cs typeface="+mn-cs"/>
                        </a:rPr>
                        <a:t>, etc.</a:t>
                      </a:r>
                      <a:endParaRPr lang="fr-FR" sz="1600" dirty="0"/>
                    </a:p>
                  </a:txBody>
                  <a:tcPr/>
                </a:tc>
                <a:extLst>
                  <a:ext uri="{0D108BD9-81ED-4DB2-BD59-A6C34878D82A}">
                    <a16:rowId xmlns:a16="http://schemas.microsoft.com/office/drawing/2014/main" val="3072933359"/>
                  </a:ext>
                </a:extLst>
              </a:tr>
              <a:tr h="370840">
                <a:tc>
                  <a:txBody>
                    <a:bodyPr/>
                    <a:lstStyle/>
                    <a:p>
                      <a:r>
                        <a:rPr lang="fr-FR" sz="1600" dirty="0"/>
                        <a:t>2012-2022</a:t>
                      </a:r>
                    </a:p>
                  </a:txBody>
                  <a:tcPr/>
                </a:tc>
                <a:tc>
                  <a:txBody>
                    <a:bodyPr/>
                    <a:lstStyle/>
                    <a:p>
                      <a:r>
                        <a:rPr lang="fr-FR" sz="1600" dirty="0" err="1"/>
                        <a:t>Bundlers</a:t>
                      </a:r>
                      <a:r>
                        <a:rPr lang="fr-FR" sz="1600" dirty="0"/>
                        <a:t> &amp; outils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2012 </a:t>
                      </a:r>
                      <a:r>
                        <a:rPr lang="fr-FR" sz="1600" dirty="0">
                          <a:sym typeface="Wingdings" panose="05000000000000000000" pitchFamily="2" charset="2"/>
                        </a:rPr>
                        <a:t> </a:t>
                      </a:r>
                      <a:r>
                        <a:rPr lang="fr-FR" sz="1600" dirty="0" err="1"/>
                        <a:t>Webpack</a:t>
                      </a:r>
                      <a:r>
                        <a:rPr lang="fr-FR" sz="1600" dirty="0"/>
                        <a:t> : Générer le </a:t>
                      </a:r>
                      <a:r>
                        <a:rPr lang="fr-FR" sz="1600" dirty="0" err="1"/>
                        <a:t>build</a:t>
                      </a:r>
                      <a:r>
                        <a:rPr lang="fr-FR" sz="160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dirty="0"/>
                        <a:t>2015 </a:t>
                      </a:r>
                      <a:r>
                        <a:rPr lang="fr-FR" sz="1600" dirty="0">
                          <a:sym typeface="Wingdings" panose="05000000000000000000" pitchFamily="2" charset="2"/>
                        </a:rPr>
                        <a:t> </a:t>
                      </a:r>
                      <a:r>
                        <a:rPr lang="fr-FR" sz="1600" dirty="0" err="1">
                          <a:sym typeface="Wingdings" panose="05000000000000000000" pitchFamily="2" charset="2"/>
                        </a:rPr>
                        <a:t>Rollup</a:t>
                      </a:r>
                      <a:r>
                        <a:rPr lang="fr-FR" sz="1600" dirty="0">
                          <a:sym typeface="Wingdings" panose="05000000000000000000" pitchFamily="2" charset="2"/>
                        </a:rPr>
                        <a:t> : Générer le </a:t>
                      </a:r>
                      <a:r>
                        <a:rPr lang="fr-FR" sz="1600" dirty="0" err="1">
                          <a:sym typeface="Wingdings" panose="05000000000000000000" pitchFamily="2" charset="2"/>
                        </a:rPr>
                        <a:t>build</a:t>
                      </a:r>
                      <a:r>
                        <a:rPr lang="fr-FR" sz="1600" dirty="0">
                          <a:sym typeface="Wingdings" panose="05000000000000000000" pitchFamily="2" charset="2"/>
                        </a:rPr>
                        <a:t> optimisé.</a:t>
                      </a:r>
                      <a:endParaRPr lang="fr-FR" sz="1600" dirty="0"/>
                    </a:p>
                    <a:p>
                      <a:r>
                        <a:rPr lang="fr-FR" sz="1600" dirty="0"/>
                        <a:t>2017 </a:t>
                      </a:r>
                      <a:r>
                        <a:rPr lang="fr-FR" sz="1600" dirty="0">
                          <a:sym typeface="Wingdings" panose="05000000000000000000" pitchFamily="2" charset="2"/>
                        </a:rPr>
                        <a:t> </a:t>
                      </a:r>
                      <a:r>
                        <a:rPr lang="fr-FR" sz="1600" dirty="0" err="1"/>
                        <a:t>Parcel</a:t>
                      </a:r>
                      <a:r>
                        <a:rPr lang="fr-FR" sz="1600" dirty="0"/>
                        <a:t> : Générer le </a:t>
                      </a:r>
                      <a:r>
                        <a:rPr lang="fr-FR" sz="1600" dirty="0" err="1"/>
                        <a:t>build</a:t>
                      </a:r>
                      <a:r>
                        <a:rPr lang="fr-FR" sz="1600" dirty="0"/>
                        <a:t> avec zéro configuration.</a:t>
                      </a:r>
                    </a:p>
                    <a:p>
                      <a:r>
                        <a:rPr lang="fr-FR" sz="1600" dirty="0"/>
                        <a:t>2020 </a:t>
                      </a:r>
                      <a:r>
                        <a:rPr lang="fr-FR" sz="1600" dirty="0">
                          <a:sym typeface="Wingdings" panose="05000000000000000000" pitchFamily="2" charset="2"/>
                        </a:rPr>
                        <a:t> </a:t>
                      </a:r>
                      <a:r>
                        <a:rPr lang="fr-FR" sz="1600" dirty="0"/>
                        <a:t>Vite : créer un projet facilement avec </a:t>
                      </a:r>
                      <a:r>
                        <a:rPr lang="fr-FR" sz="1600" dirty="0" err="1"/>
                        <a:t>React</a:t>
                      </a:r>
                      <a:r>
                        <a:rPr lang="fr-FR" sz="1600" dirty="0"/>
                        <a:t> et </a:t>
                      </a:r>
                      <a:r>
                        <a:rPr lang="fr-FR" sz="1600" dirty="0" err="1"/>
                        <a:t>Vue,JS</a:t>
                      </a:r>
                      <a:r>
                        <a:rPr lang="fr-FR" sz="1600" dirty="0"/>
                        <a:t>.</a:t>
                      </a:r>
                    </a:p>
                  </a:txBody>
                  <a:tcPr/>
                </a:tc>
                <a:extLst>
                  <a:ext uri="{0D108BD9-81ED-4DB2-BD59-A6C34878D82A}">
                    <a16:rowId xmlns:a16="http://schemas.microsoft.com/office/drawing/2014/main" val="625962716"/>
                  </a:ext>
                </a:extLst>
              </a:tr>
              <a:tr h="370840">
                <a:tc>
                  <a:txBody>
                    <a:bodyPr/>
                    <a:lstStyle/>
                    <a:p>
                      <a:r>
                        <a:rPr lang="fr-FR" sz="1600" dirty="0"/>
                        <a:t>2011-2022</a:t>
                      </a:r>
                    </a:p>
                  </a:txBody>
                  <a:tcPr/>
                </a:tc>
                <a:tc>
                  <a:txBody>
                    <a:bodyPr/>
                    <a:lstStyle/>
                    <a:p>
                      <a:r>
                        <a:rPr lang="fr-FR" sz="1600" dirty="0"/>
                        <a:t>CSS moderne (</a:t>
                      </a:r>
                      <a:r>
                        <a:rPr lang="fr-FR" sz="1600" dirty="0" err="1"/>
                        <a:t>Flexbox</a:t>
                      </a:r>
                      <a:r>
                        <a:rPr lang="fr-FR" sz="1600" dirty="0"/>
                        <a:t>, </a:t>
                      </a:r>
                      <a:r>
                        <a:rPr lang="fr-FR" sz="1600" dirty="0" err="1"/>
                        <a:t>Grid</a:t>
                      </a:r>
                      <a:r>
                        <a:rPr lang="fr-FR" sz="1600" dirty="0"/>
                        <a:t>, Bootstrap, </a:t>
                      </a:r>
                      <a:r>
                        <a:rPr lang="fr-FR" sz="1600" dirty="0" err="1"/>
                        <a:t>etc</a:t>
                      </a:r>
                      <a:r>
                        <a:rPr lang="fr-FR" sz="1600" dirty="0"/>
                        <a:t>) :</a:t>
                      </a:r>
                    </a:p>
                    <a:p>
                      <a:pPr marL="285750" indent="-285750">
                        <a:buFontTx/>
                        <a:buChar char="-"/>
                      </a:pPr>
                      <a:r>
                        <a:rPr lang="fr-FR" sz="1600" dirty="0"/>
                        <a:t>Mises en page plus simples et flexibles.</a:t>
                      </a:r>
                    </a:p>
                    <a:p>
                      <a:pPr marL="285750" indent="-285750">
                        <a:buFontTx/>
                        <a:buChar char="-"/>
                      </a:pPr>
                      <a:r>
                        <a:rPr lang="fr-FR" sz="1600" dirty="0"/>
                        <a:t>Design réactif nativement.</a:t>
                      </a:r>
                    </a:p>
                    <a:p>
                      <a:pPr marL="285750" indent="-285750">
                        <a:buFontTx/>
                        <a:buChar char="-"/>
                      </a:pPr>
                      <a:r>
                        <a:rPr lang="fr-FR" sz="1600" dirty="0"/>
                        <a:t>Animations et transitions fluides et performantes.</a:t>
                      </a:r>
                    </a:p>
                  </a:txBody>
                  <a:tcPr/>
                </a:tc>
                <a:extLst>
                  <a:ext uri="{0D108BD9-81ED-4DB2-BD59-A6C34878D82A}">
                    <a16:rowId xmlns:a16="http://schemas.microsoft.com/office/drawing/2014/main" val="2436670635"/>
                  </a:ext>
                </a:extLst>
              </a:tr>
            </a:tbl>
          </a:graphicData>
        </a:graphic>
      </p:graphicFrame>
    </p:spTree>
    <p:extLst>
      <p:ext uri="{BB962C8B-B14F-4D97-AF65-F5344CB8AC3E}">
        <p14:creationId xmlns:p14="http://schemas.microsoft.com/office/powerpoint/2010/main" val="202437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EA5E1-A1DF-B695-3531-EBE474AF3BB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5354468-2437-CC7F-EF84-C50815F00815}"/>
              </a:ext>
            </a:extLst>
          </p:cNvPr>
          <p:cNvSpPr>
            <a:spLocks noGrp="1" noChangeArrowheads="1"/>
          </p:cNvSpPr>
          <p:nvPr>
            <p:ph type="title"/>
          </p:nvPr>
        </p:nvSpPr>
        <p:spPr>
          <a:xfrm>
            <a:off x="88900" y="2642"/>
            <a:ext cx="8991600" cy="869506"/>
          </a:xfrm>
        </p:spPr>
        <p:txBody>
          <a:bodyPr vert="horz" lIns="91440" tIns="45720" rIns="91440" bIns="45720" rtlCol="0" anchor="ctr">
            <a:normAutofit/>
          </a:bodyPr>
          <a:lstStyle/>
          <a:p>
            <a:r>
              <a:rPr lang="fr-FR" sz="2400" b="1" dirty="0">
                <a:solidFill>
                  <a:schemeClr val="accent1">
                    <a:lumMod val="75000"/>
                  </a:schemeClr>
                </a:solidFill>
                <a:latin typeface="+mn-lt"/>
              </a:rPr>
              <a:t>Historique et évolution du développement </a:t>
            </a:r>
            <a:r>
              <a:rPr lang="fr-FR" sz="2400" b="1" dirty="0" err="1">
                <a:solidFill>
                  <a:schemeClr val="accent1">
                    <a:lumMod val="75000"/>
                  </a:schemeClr>
                </a:solidFill>
                <a:latin typeface="+mn-lt"/>
              </a:rPr>
              <a:t>Front-End</a:t>
            </a:r>
            <a:r>
              <a:rPr lang="fr-FR" sz="2400" b="1" dirty="0">
                <a:solidFill>
                  <a:schemeClr val="accent1">
                    <a:lumMod val="75000"/>
                  </a:schemeClr>
                </a:solidFill>
                <a:latin typeface="+mn-lt"/>
              </a:rPr>
              <a:t> (4/4)</a:t>
            </a:r>
            <a:endParaRPr lang="en-US" altLang="fr-FR" sz="2400" b="1" dirty="0">
              <a:solidFill>
                <a:schemeClr val="accent1">
                  <a:lumMod val="75000"/>
                </a:schemeClr>
              </a:solidFill>
              <a:latin typeface="+mn-lt"/>
            </a:endParaRPr>
          </a:p>
        </p:txBody>
      </p:sp>
      <p:graphicFrame>
        <p:nvGraphicFramePr>
          <p:cNvPr id="2" name="Tableau 1">
            <a:extLst>
              <a:ext uri="{FF2B5EF4-FFF2-40B4-BE49-F238E27FC236}">
                <a16:creationId xmlns:a16="http://schemas.microsoft.com/office/drawing/2014/main" id="{C172887A-173C-5E3A-C0ED-C9AC85410D90}"/>
              </a:ext>
            </a:extLst>
          </p:cNvPr>
          <p:cNvGraphicFramePr>
            <a:graphicFrameLocks noGrp="1"/>
          </p:cNvGraphicFramePr>
          <p:nvPr>
            <p:extLst>
              <p:ext uri="{D42A27DB-BD31-4B8C-83A1-F6EECF244321}">
                <p14:modId xmlns:p14="http://schemas.microsoft.com/office/powerpoint/2010/main" val="3213211530"/>
              </p:ext>
            </p:extLst>
          </p:nvPr>
        </p:nvGraphicFramePr>
        <p:xfrm>
          <a:off x="308472" y="951257"/>
          <a:ext cx="8262651" cy="4881880"/>
        </p:xfrm>
        <a:graphic>
          <a:graphicData uri="http://schemas.openxmlformats.org/drawingml/2006/table">
            <a:tbl>
              <a:tblPr firstRow="1" bandRow="1">
                <a:tableStyleId>{5C22544A-7EE6-4342-B048-85BDC9FD1C3A}</a:tableStyleId>
              </a:tblPr>
              <a:tblGrid>
                <a:gridCol w="1751442">
                  <a:extLst>
                    <a:ext uri="{9D8B030D-6E8A-4147-A177-3AD203B41FA5}">
                      <a16:colId xmlns:a16="http://schemas.microsoft.com/office/drawing/2014/main" val="2975370576"/>
                    </a:ext>
                  </a:extLst>
                </a:gridCol>
                <a:gridCol w="6511209">
                  <a:extLst>
                    <a:ext uri="{9D8B030D-6E8A-4147-A177-3AD203B41FA5}">
                      <a16:colId xmlns:a16="http://schemas.microsoft.com/office/drawing/2014/main" val="1964860649"/>
                    </a:ext>
                  </a:extLst>
                </a:gridCol>
              </a:tblGrid>
              <a:tr h="370840">
                <a:tc>
                  <a:txBody>
                    <a:bodyPr/>
                    <a:lstStyle/>
                    <a:p>
                      <a:r>
                        <a:rPr lang="fr-FR" sz="1600" dirty="0"/>
                        <a:t>Année</a:t>
                      </a:r>
                    </a:p>
                  </a:txBody>
                  <a:tcPr/>
                </a:tc>
                <a:tc>
                  <a:txBody>
                    <a:bodyPr/>
                    <a:lstStyle/>
                    <a:p>
                      <a:r>
                        <a:rPr lang="fr-FR" sz="1600" dirty="0"/>
                        <a:t>Evolution du développement </a:t>
                      </a:r>
                      <a:r>
                        <a:rPr lang="fr-FR" sz="1600" dirty="0" err="1"/>
                        <a:t>front-end</a:t>
                      </a:r>
                      <a:endParaRPr lang="fr-FR" sz="1600" dirty="0"/>
                    </a:p>
                  </a:txBody>
                  <a:tcPr/>
                </a:tc>
                <a:extLst>
                  <a:ext uri="{0D108BD9-81ED-4DB2-BD59-A6C34878D82A}">
                    <a16:rowId xmlns:a16="http://schemas.microsoft.com/office/drawing/2014/main" val="3177971903"/>
                  </a:ext>
                </a:extLst>
              </a:tr>
              <a:tr h="370840">
                <a:tc>
                  <a:txBody>
                    <a:bodyPr/>
                    <a:lstStyle/>
                    <a:p>
                      <a:r>
                        <a:rPr lang="fr-FR" sz="1600" b="1" u="sng" dirty="0"/>
                        <a:t>2016 – aujourd’hui</a:t>
                      </a:r>
                    </a:p>
                  </a:txBody>
                  <a:tcPr/>
                </a:tc>
                <a:tc>
                  <a:txBody>
                    <a:bodyPr/>
                    <a:lstStyle/>
                    <a:p>
                      <a:r>
                        <a:rPr lang="fr-FR" sz="1600" b="1" u="sng" dirty="0"/>
                        <a:t>V- L’ère des Meta-</a:t>
                      </a:r>
                      <a:r>
                        <a:rPr lang="fr-FR" sz="1600" b="1" u="sng" dirty="0" err="1"/>
                        <a:t>frameworks</a:t>
                      </a:r>
                      <a:r>
                        <a:rPr lang="fr-FR" sz="1600" b="1" u="sng" dirty="0"/>
                        <a:t> &amp; SSR</a:t>
                      </a:r>
                    </a:p>
                  </a:txBody>
                  <a:tcPr/>
                </a:tc>
                <a:extLst>
                  <a:ext uri="{0D108BD9-81ED-4DB2-BD59-A6C34878D82A}">
                    <a16:rowId xmlns:a16="http://schemas.microsoft.com/office/drawing/2014/main" val="1439982626"/>
                  </a:ext>
                </a:extLst>
              </a:tr>
              <a:tr h="370840">
                <a:tc>
                  <a:txBody>
                    <a:bodyPr/>
                    <a:lstStyle/>
                    <a:p>
                      <a:r>
                        <a:rPr lang="fr-FR" sz="1600" dirty="0"/>
                        <a:t>Crée en 2016 par </a:t>
                      </a:r>
                      <a:r>
                        <a:rPr lang="fr-FR" sz="1600" dirty="0" err="1"/>
                        <a:t>Vercel</a:t>
                      </a:r>
                      <a:endParaRPr lang="fr-FR" sz="1600" dirty="0"/>
                    </a:p>
                  </a:txBody>
                  <a:tcPr/>
                </a:tc>
                <a:tc>
                  <a:txBody>
                    <a:bodyPr/>
                    <a:lstStyle/>
                    <a:p>
                      <a:r>
                        <a:rPr lang="fr-FR" sz="1600" dirty="0"/>
                        <a:t>Next.js :</a:t>
                      </a:r>
                    </a:p>
                    <a:p>
                      <a:pPr marL="285750" indent="-285750">
                        <a:buFontTx/>
                        <a:buChar char="-"/>
                      </a:pPr>
                      <a:r>
                        <a:rPr lang="fr-FR" sz="1600" dirty="0"/>
                        <a:t>Basé sur </a:t>
                      </a:r>
                      <a:r>
                        <a:rPr lang="fr-FR" sz="1600" dirty="0" err="1"/>
                        <a:t>React</a:t>
                      </a:r>
                      <a:r>
                        <a:rPr lang="fr-FR" sz="1600" dirty="0"/>
                        <a:t>.</a:t>
                      </a:r>
                    </a:p>
                    <a:p>
                      <a:pPr marL="285750" indent="-285750">
                        <a:buFontTx/>
                        <a:buChar char="-"/>
                      </a:pPr>
                      <a:r>
                        <a:rPr lang="fr-FR" sz="1600" dirty="0"/>
                        <a:t>Créer des applications web modernes, performantes et SEO-</a:t>
                      </a:r>
                      <a:r>
                        <a:rPr lang="fr-FR" sz="1600" dirty="0" err="1"/>
                        <a:t>friendly</a:t>
                      </a:r>
                      <a:r>
                        <a:rPr lang="fr-FR" sz="1600" dirty="0"/>
                        <a:t>.</a:t>
                      </a:r>
                    </a:p>
                    <a:p>
                      <a:pPr marL="285750" indent="-285750">
                        <a:buFontTx/>
                        <a:buChar char="-"/>
                      </a:pPr>
                      <a:r>
                        <a:rPr lang="fr-FR" sz="1600" dirty="0"/>
                        <a:t>SSR (Server-</a:t>
                      </a:r>
                      <a:r>
                        <a:rPr lang="fr-FR" sz="1600" dirty="0" err="1"/>
                        <a:t>Side</a:t>
                      </a:r>
                      <a:r>
                        <a:rPr lang="fr-FR" sz="1600" dirty="0"/>
                        <a:t> Rendering) : génère des pages HTML côté serveur avant l’envoi au navigateur.</a:t>
                      </a:r>
                    </a:p>
                    <a:p>
                      <a:pPr marL="285750" indent="-285750">
                        <a:buFontTx/>
                        <a:buChar char="-"/>
                      </a:pPr>
                      <a:r>
                        <a:rPr lang="fr-FR" sz="1600" dirty="0"/>
                        <a:t>SSG (</a:t>
                      </a:r>
                      <a:r>
                        <a:rPr lang="fr-FR" sz="1600" dirty="0" err="1"/>
                        <a:t>Static</a:t>
                      </a:r>
                      <a:r>
                        <a:rPr lang="fr-FR" sz="1600" dirty="0"/>
                        <a:t> Site </a:t>
                      </a:r>
                      <a:r>
                        <a:rPr lang="fr-FR" sz="1600" dirty="0" err="1"/>
                        <a:t>Generation</a:t>
                      </a:r>
                      <a:r>
                        <a:rPr lang="fr-FR" sz="1600" dirty="0"/>
                        <a:t>) : génère des pages HTML à la compilation.</a:t>
                      </a:r>
                    </a:p>
                    <a:p>
                      <a:pPr marL="285750" indent="-285750">
                        <a:buFontTx/>
                        <a:buChar char="-"/>
                      </a:pPr>
                      <a:r>
                        <a:rPr lang="fr-FR" sz="1600" dirty="0"/>
                        <a:t>API routes : permet de créer des </a:t>
                      </a:r>
                      <a:r>
                        <a:rPr lang="fr-FR" sz="1600" dirty="0" err="1"/>
                        <a:t>endpoints</a:t>
                      </a:r>
                      <a:r>
                        <a:rPr lang="fr-FR" sz="1600" dirty="0"/>
                        <a:t> backend directement dans Next.js.</a:t>
                      </a:r>
                    </a:p>
                  </a:txBody>
                  <a:tcPr/>
                </a:tc>
                <a:extLst>
                  <a:ext uri="{0D108BD9-81ED-4DB2-BD59-A6C34878D82A}">
                    <a16:rowId xmlns:a16="http://schemas.microsoft.com/office/drawing/2014/main" val="567825048"/>
                  </a:ext>
                </a:extLst>
              </a:tr>
              <a:tr h="370840">
                <a:tc>
                  <a:txBody>
                    <a:bodyPr/>
                    <a:lstStyle/>
                    <a:p>
                      <a:r>
                        <a:rPr lang="fr-FR" sz="1600" dirty="0"/>
                        <a:t>2016</a:t>
                      </a:r>
                    </a:p>
                  </a:txBody>
                  <a:tcPr/>
                </a:tc>
                <a:tc>
                  <a:txBody>
                    <a:bodyPr/>
                    <a:lstStyle/>
                    <a:p>
                      <a:r>
                        <a:rPr lang="fr-FR" sz="1600" dirty="0"/>
                        <a:t>Nuxt.JS :</a:t>
                      </a:r>
                    </a:p>
                    <a:p>
                      <a:pPr marL="285750" indent="-285750">
                        <a:buFontTx/>
                        <a:buChar char="-"/>
                      </a:pPr>
                      <a:r>
                        <a:rPr lang="fr-FR" sz="1600" dirty="0"/>
                        <a:t>Basé sur Vue.JS</a:t>
                      </a:r>
                    </a:p>
                    <a:p>
                      <a:pPr marL="285750" indent="-285750">
                        <a:buFontTx/>
                        <a:buChar char="-"/>
                      </a:pPr>
                      <a:r>
                        <a:rPr lang="fr-FR" sz="1600" dirty="0"/>
                        <a:t>SSR, SSG, SPA</a:t>
                      </a:r>
                    </a:p>
                  </a:txBody>
                  <a:tcPr/>
                </a:tc>
                <a:extLst>
                  <a:ext uri="{0D108BD9-81ED-4DB2-BD59-A6C34878D82A}">
                    <a16:rowId xmlns:a16="http://schemas.microsoft.com/office/drawing/2014/main" val="2978419056"/>
                  </a:ext>
                </a:extLst>
              </a:tr>
              <a:tr h="370840">
                <a:tc>
                  <a:txBody>
                    <a:bodyPr/>
                    <a:lstStyle/>
                    <a:p>
                      <a:r>
                        <a:rPr lang="fr-FR" sz="1600" dirty="0"/>
                        <a:t>2016</a:t>
                      </a:r>
                    </a:p>
                  </a:txBody>
                  <a:tcPr/>
                </a:tc>
                <a:tc>
                  <a:txBody>
                    <a:bodyPr/>
                    <a:lstStyle/>
                    <a:p>
                      <a:r>
                        <a:rPr lang="fr-FR" sz="1600" dirty="0"/>
                        <a:t>Svelte &amp; </a:t>
                      </a:r>
                      <a:r>
                        <a:rPr lang="fr-FR" sz="1600" dirty="0" err="1"/>
                        <a:t>SvelteKit</a:t>
                      </a:r>
                      <a:r>
                        <a:rPr lang="fr-FR" sz="1600" dirty="0"/>
                        <a:t> :</a:t>
                      </a:r>
                    </a:p>
                    <a:p>
                      <a:pPr marL="285750" indent="-285750">
                        <a:buFontTx/>
                        <a:buChar char="-"/>
                      </a:pPr>
                      <a:r>
                        <a:rPr lang="fr-FR" sz="1600" dirty="0"/>
                        <a:t>Compile le code au moment du </a:t>
                      </a:r>
                      <a:r>
                        <a:rPr lang="fr-FR" sz="1600" dirty="0" err="1"/>
                        <a:t>build</a:t>
                      </a:r>
                      <a:r>
                        <a:rPr lang="fr-FR" sz="1600" dirty="0"/>
                        <a:t> pour produire du JavaScript natif ultra rapide.</a:t>
                      </a:r>
                    </a:p>
                    <a:p>
                      <a:pPr marL="285750" indent="-285750">
                        <a:buFontTx/>
                        <a:buChar char="-"/>
                      </a:pPr>
                      <a:r>
                        <a:rPr lang="fr-FR" sz="1600" dirty="0"/>
                        <a:t>Pas de Virtual DOM.</a:t>
                      </a:r>
                    </a:p>
                  </a:txBody>
                  <a:tcPr/>
                </a:tc>
                <a:extLst>
                  <a:ext uri="{0D108BD9-81ED-4DB2-BD59-A6C34878D82A}">
                    <a16:rowId xmlns:a16="http://schemas.microsoft.com/office/drawing/2014/main" val="343970256"/>
                  </a:ext>
                </a:extLst>
              </a:tr>
            </a:tbl>
          </a:graphicData>
        </a:graphic>
      </p:graphicFrame>
    </p:spTree>
    <p:extLst>
      <p:ext uri="{BB962C8B-B14F-4D97-AF65-F5344CB8AC3E}">
        <p14:creationId xmlns:p14="http://schemas.microsoft.com/office/powerpoint/2010/main" val="381385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8B196-009D-1D9F-8D64-6FBE51D8040C}"/>
            </a:ext>
          </a:extLst>
        </p:cNvPr>
        <p:cNvGrpSpPr/>
        <p:nvPr/>
      </p:nvGrpSpPr>
      <p:grpSpPr>
        <a:xfrm>
          <a:off x="0" y="0"/>
          <a:ext cx="0" cy="0"/>
          <a:chOff x="0" y="0"/>
          <a:chExt cx="0" cy="0"/>
        </a:xfrm>
      </p:grpSpPr>
      <p:sp>
        <p:nvSpPr>
          <p:cNvPr id="2" name="Rectangle 4">
            <a:extLst>
              <a:ext uri="{FF2B5EF4-FFF2-40B4-BE49-F238E27FC236}">
                <a16:creationId xmlns:a16="http://schemas.microsoft.com/office/drawing/2014/main" id="{2596453A-52DF-48D3-2778-B62A2AA8E507}"/>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Principes</a:t>
            </a:r>
            <a:r>
              <a:rPr lang="fr-FR" sz="2400" b="0" i="0" u="none" strike="noStrike" kern="1200" dirty="0">
                <a:effectLst/>
                <a:latin typeface="+mn-lt"/>
              </a:rPr>
              <a:t> </a:t>
            </a:r>
            <a:r>
              <a:rPr lang="fr-FR" sz="2400" b="1" dirty="0">
                <a:solidFill>
                  <a:schemeClr val="accent1">
                    <a:lumMod val="75000"/>
                  </a:schemeClr>
                </a:solidFill>
                <a:latin typeface="+mn-lt"/>
              </a:rPr>
              <a:t>de base du développement web moderne</a:t>
            </a:r>
          </a:p>
        </p:txBody>
      </p:sp>
      <p:sp>
        <p:nvSpPr>
          <p:cNvPr id="5" name="ZoneTexte 4">
            <a:extLst>
              <a:ext uri="{FF2B5EF4-FFF2-40B4-BE49-F238E27FC236}">
                <a16:creationId xmlns:a16="http://schemas.microsoft.com/office/drawing/2014/main" id="{56C627E5-C401-8467-8B5A-2E789B18E287}"/>
              </a:ext>
            </a:extLst>
          </p:cNvPr>
          <p:cNvSpPr txBox="1"/>
          <p:nvPr/>
        </p:nvSpPr>
        <p:spPr>
          <a:xfrm>
            <a:off x="88900" y="831758"/>
            <a:ext cx="8702560" cy="5124480"/>
          </a:xfrm>
          <a:prstGeom prst="rect">
            <a:avLst/>
          </a:prstGeom>
          <a:noFill/>
        </p:spPr>
        <p:txBody>
          <a:bodyPr wrap="square">
            <a:spAutoFit/>
          </a:bodyPr>
          <a:lstStyle/>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Fondamentaux des sites web statiques</a:t>
            </a:r>
          </a:p>
          <a:p>
            <a:pPr marL="539115" marR="182880" algn="just">
              <a:spcBef>
                <a:spcPts val="605"/>
              </a:spcBef>
              <a:spcAft>
                <a:spcPts val="0"/>
              </a:spcAft>
            </a:pPr>
            <a:r>
              <a:rPr lang="fr-FR" dirty="0">
                <a:effectLst/>
                <a:latin typeface="Calibri" panose="020F0502020204030204" pitchFamily="34" charset="0"/>
                <a:ea typeface="Calibri" panose="020F0502020204030204" pitchFamily="34" charset="0"/>
              </a:rPr>
              <a:t>Un</a:t>
            </a:r>
            <a:r>
              <a:rPr lang="fr-FR" spc="-3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site</a:t>
            </a:r>
            <a:r>
              <a:rPr lang="fr-FR" spc="-2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Web</a:t>
            </a:r>
            <a:r>
              <a:rPr lang="fr-FR" spc="-3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statique</a:t>
            </a:r>
            <a:r>
              <a:rPr lang="fr-FR" spc="-2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consiste</a:t>
            </a:r>
            <a:r>
              <a:rPr lang="fr-FR" spc="-2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en</a:t>
            </a:r>
            <a:r>
              <a:rPr lang="fr-FR" spc="-3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une</a:t>
            </a:r>
            <a:r>
              <a:rPr lang="fr-FR" spc="-2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série</a:t>
            </a:r>
            <a:r>
              <a:rPr lang="fr-FR" spc="-4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de</a:t>
            </a:r>
            <a:r>
              <a:rPr lang="fr-FR" spc="-4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fichiers</a:t>
            </a:r>
            <a:r>
              <a:rPr lang="fr-FR" spc="-3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HTML,</a:t>
            </a:r>
            <a:r>
              <a:rPr lang="fr-FR" spc="-4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chacun</a:t>
            </a:r>
            <a:r>
              <a:rPr lang="fr-FR" spc="-3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représentant</a:t>
            </a:r>
            <a:r>
              <a:rPr lang="fr-FR" spc="-3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une page physique d'un site</a:t>
            </a:r>
            <a:r>
              <a:rPr lang="fr-FR" spc="-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Web. Sur les sites statiques, chaque page est</a:t>
            </a:r>
            <a:r>
              <a:rPr lang="fr-FR" spc="-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un</a:t>
            </a:r>
            <a:r>
              <a:rPr lang="fr-FR" spc="-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fichier HTML distinct. Lorsque vous visitez la page d'accueil, vous ne visualisez que le fichier de la page d'accueil réelle,</a:t>
            </a:r>
          </a:p>
          <a:p>
            <a:pPr marL="539115" marR="179705" algn="just">
              <a:spcBef>
                <a:spcPts val="595"/>
              </a:spcBef>
              <a:spcAft>
                <a:spcPts val="0"/>
              </a:spcAft>
            </a:pPr>
            <a:r>
              <a:rPr lang="fr-FR" dirty="0">
                <a:effectLst/>
                <a:latin typeface="Calibri" panose="020F0502020204030204" pitchFamily="34" charset="0"/>
                <a:ea typeface="Calibri" panose="020F0502020204030204" pitchFamily="34" charset="0"/>
              </a:rPr>
              <a:t>Les sites Web statiques sont assez simples et tous les sites Web ont été construits de cette façon pendant les premières années du World Wide Web.</a:t>
            </a:r>
            <a:endParaRPr lang="fr-FR" dirty="0">
              <a:latin typeface="Calibri" panose="020F0502020204030204" pitchFamily="34" charset="0"/>
              <a:ea typeface="Calibri" panose="020F0502020204030204" pitchFamily="34" charset="0"/>
            </a:endParaRPr>
          </a:p>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Font End</a:t>
            </a:r>
          </a:p>
          <a:p>
            <a:pPr marL="539115" marR="181610" algn="just">
              <a:spcBef>
                <a:spcPts val="600"/>
              </a:spcBef>
              <a:spcAft>
                <a:spcPts val="0"/>
              </a:spcAft>
            </a:pPr>
            <a:r>
              <a:rPr lang="fr-FR" dirty="0">
                <a:latin typeface="Calibri" panose="020F0502020204030204" pitchFamily="34" charset="0"/>
                <a:ea typeface="Calibri" panose="020F0502020204030204" pitchFamily="34" charset="0"/>
              </a:rPr>
              <a:t>Le </a:t>
            </a:r>
            <a:r>
              <a:rPr lang="fr-FR" dirty="0" err="1">
                <a:latin typeface="Calibri" panose="020F0502020204030204" pitchFamily="34" charset="0"/>
                <a:ea typeface="Calibri" panose="020F0502020204030204" pitchFamily="34" charset="0"/>
              </a:rPr>
              <a:t>front-end</a:t>
            </a:r>
            <a:r>
              <a:rPr lang="fr-FR" dirty="0">
                <a:latin typeface="Calibri" panose="020F0502020204030204" pitchFamily="34" charset="0"/>
                <a:ea typeface="Calibri" panose="020F0502020204030204" pitchFamily="34" charset="0"/>
              </a:rPr>
              <a:t> est construit à l'aide d'une combinaison de technologies telles que le langage de balisage hypertexte (HTML), JavaScript et les feuilles de style en cascade (CSS).</a:t>
            </a:r>
          </a:p>
          <a:p>
            <a:pPr marL="539115" marR="181610" algn="just">
              <a:spcBef>
                <a:spcPts val="610"/>
              </a:spcBef>
              <a:spcAft>
                <a:spcPts val="0"/>
              </a:spcAft>
            </a:pPr>
            <a:r>
              <a:rPr lang="fr-FR" dirty="0">
                <a:latin typeface="Calibri" panose="020F0502020204030204" pitchFamily="34" charset="0"/>
                <a:ea typeface="Calibri" panose="020F0502020204030204" pitchFamily="34" charset="0"/>
              </a:rPr>
              <a:t>Les développeurs </a:t>
            </a:r>
            <a:r>
              <a:rPr lang="fr-FR" dirty="0" err="1">
                <a:latin typeface="Calibri" panose="020F0502020204030204" pitchFamily="34" charset="0"/>
                <a:ea typeface="Calibri" panose="020F0502020204030204" pitchFamily="34" charset="0"/>
              </a:rPr>
              <a:t>front-end</a:t>
            </a:r>
            <a:r>
              <a:rPr lang="fr-FR" dirty="0">
                <a:latin typeface="Calibri" panose="020F0502020204030204" pitchFamily="34" charset="0"/>
                <a:ea typeface="Calibri" panose="020F0502020204030204" pitchFamily="34" charset="0"/>
              </a:rPr>
              <a:t> conçoivent et construisent les éléments de l'expérience utilisateur sur la page Web ou l'application, y compris les boutons, les menus, les pages, les liens, les graphiques, etc.</a:t>
            </a:r>
          </a:p>
          <a:p>
            <a:pPr marR="181610" lvl="1" algn="just">
              <a:spcBef>
                <a:spcPts val="600"/>
              </a:spcBef>
              <a:spcAft>
                <a:spcPts val="0"/>
              </a:spcAft>
              <a:buClr>
                <a:srgbClr val="2E5395"/>
              </a:buClr>
              <a:buSzPts val="1400"/>
              <a:tabLst>
                <a:tab pos="629285" algn="l"/>
              </a:tabLst>
            </a:pPr>
            <a:r>
              <a:rPr lang="fr-FR" sz="1800" b="1" spc="-5" dirty="0" err="1">
                <a:solidFill>
                  <a:srgbClr val="2E5395"/>
                </a:solidFill>
                <a:latin typeface="+mn-lt"/>
                <a:ea typeface="Calibri" panose="020F0502020204030204" pitchFamily="34" charset="0"/>
              </a:rPr>
              <a:t>back-end</a:t>
            </a:r>
            <a:endParaRPr lang="fr-FR" sz="1800" b="1" spc="-5" dirty="0">
              <a:solidFill>
                <a:srgbClr val="2E5395"/>
              </a:solidFill>
              <a:latin typeface="+mn-lt"/>
              <a:ea typeface="Calibri" panose="020F0502020204030204" pitchFamily="34" charset="0"/>
            </a:endParaRPr>
          </a:p>
          <a:p>
            <a:pPr marL="539115" marR="181610" algn="just">
              <a:spcAft>
                <a:spcPts val="0"/>
              </a:spcAft>
            </a:pPr>
            <a:r>
              <a:rPr lang="fr-FR" dirty="0">
                <a:latin typeface="Calibri" panose="020F0502020204030204" pitchFamily="34" charset="0"/>
                <a:ea typeface="Calibri" panose="020F0502020204030204" pitchFamily="34" charset="0"/>
              </a:rPr>
              <a:t>Le </a:t>
            </a:r>
            <a:r>
              <a:rPr lang="fr-FR" dirty="0" err="1">
                <a:latin typeface="Calibri" panose="020F0502020204030204" pitchFamily="34" charset="0"/>
                <a:ea typeface="Calibri" panose="020F0502020204030204" pitchFamily="34" charset="0"/>
              </a:rPr>
              <a:t>back-end</a:t>
            </a:r>
            <a:r>
              <a:rPr lang="fr-FR" dirty="0">
                <a:latin typeface="Calibri" panose="020F0502020204030204" pitchFamily="34" charset="0"/>
                <a:ea typeface="Calibri" panose="020F0502020204030204" pitchFamily="34" charset="0"/>
              </a:rPr>
              <a:t>, également appelé côté serveur, se compose du serveur qui fournit les données à la demande, de l'application qui les canalise et de la base de données qui organise les informations.</a:t>
            </a:r>
          </a:p>
          <a:p>
            <a:pPr marL="539115" marR="179705" algn="just">
              <a:spcBef>
                <a:spcPts val="595"/>
              </a:spcBef>
              <a:spcAft>
                <a:spcPts val="0"/>
              </a:spcAft>
            </a:pPr>
            <a:endParaRPr lang="fr-FR"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650666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8B196-009D-1D9F-8D64-6FBE51D8040C}"/>
            </a:ext>
          </a:extLst>
        </p:cNvPr>
        <p:cNvGrpSpPr/>
        <p:nvPr/>
      </p:nvGrpSpPr>
      <p:grpSpPr>
        <a:xfrm>
          <a:off x="0" y="0"/>
          <a:ext cx="0" cy="0"/>
          <a:chOff x="0" y="0"/>
          <a:chExt cx="0" cy="0"/>
        </a:xfrm>
      </p:grpSpPr>
      <p:sp>
        <p:nvSpPr>
          <p:cNvPr id="2" name="Rectangle 4">
            <a:extLst>
              <a:ext uri="{FF2B5EF4-FFF2-40B4-BE49-F238E27FC236}">
                <a16:creationId xmlns:a16="http://schemas.microsoft.com/office/drawing/2014/main" id="{2596453A-52DF-48D3-2778-B62A2AA8E507}"/>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Principes</a:t>
            </a:r>
            <a:r>
              <a:rPr lang="fr-FR" sz="2400" b="0" i="0" u="none" strike="noStrike" kern="1200" dirty="0">
                <a:effectLst/>
                <a:latin typeface="+mn-lt"/>
              </a:rPr>
              <a:t> </a:t>
            </a:r>
            <a:r>
              <a:rPr lang="fr-FR" sz="2400" b="1" dirty="0">
                <a:solidFill>
                  <a:schemeClr val="accent1">
                    <a:lumMod val="75000"/>
                  </a:schemeClr>
                </a:solidFill>
                <a:latin typeface="+mn-lt"/>
              </a:rPr>
              <a:t>de base du développement web moderne</a:t>
            </a:r>
          </a:p>
        </p:txBody>
      </p:sp>
      <p:sp>
        <p:nvSpPr>
          <p:cNvPr id="5" name="ZoneTexte 4">
            <a:extLst>
              <a:ext uri="{FF2B5EF4-FFF2-40B4-BE49-F238E27FC236}">
                <a16:creationId xmlns:a16="http://schemas.microsoft.com/office/drawing/2014/main" id="{56C627E5-C401-8467-8B5A-2E789B18E287}"/>
              </a:ext>
            </a:extLst>
          </p:cNvPr>
          <p:cNvSpPr txBox="1"/>
          <p:nvPr/>
        </p:nvSpPr>
        <p:spPr>
          <a:xfrm>
            <a:off x="88900" y="831758"/>
            <a:ext cx="8702560" cy="4770537"/>
          </a:xfrm>
          <a:prstGeom prst="rect">
            <a:avLst/>
          </a:prstGeom>
          <a:noFill/>
        </p:spPr>
        <p:txBody>
          <a:bodyPr wrap="square">
            <a:spAutoFit/>
          </a:bodyPr>
          <a:lstStyle/>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Qu’est-ce qu’un </a:t>
            </a:r>
            <a:r>
              <a:rPr lang="fr-FR" sz="1800" b="1" spc="-5" dirty="0" err="1">
                <a:solidFill>
                  <a:srgbClr val="2E5395"/>
                </a:solidFill>
                <a:latin typeface="+mn-lt"/>
                <a:ea typeface="Calibri" panose="020F0502020204030204" pitchFamily="34" charset="0"/>
              </a:rPr>
              <a:t>framework</a:t>
            </a:r>
            <a:r>
              <a:rPr lang="fr-FR" sz="1800" b="1" spc="-5" dirty="0">
                <a:solidFill>
                  <a:srgbClr val="2E5395"/>
                </a:solidFill>
                <a:latin typeface="+mn-lt"/>
                <a:ea typeface="Calibri" panose="020F0502020204030204" pitchFamily="34" charset="0"/>
              </a:rPr>
              <a:t> ?</a:t>
            </a:r>
          </a:p>
          <a:p>
            <a:pPr marL="539115" algn="just">
              <a:spcAft>
                <a:spcPts val="0"/>
              </a:spcAft>
            </a:pPr>
            <a:r>
              <a:rPr lang="fr-FR" dirty="0">
                <a:latin typeface="+mn-lt"/>
                <a:ea typeface="Calibri" panose="020F0502020204030204" pitchFamily="34" charset="0"/>
              </a:rPr>
              <a:t>Un Framework est une boîte à outils composé d’infrastructure logicielle qui fournit une base et une structure prédéfinie pour développer des applications. Plutôt que de repartir de zéro, les développeurs utilisent un Framework pour bénéficier de composants réutilisables, de conventions standardisées et d’outils intégrés.</a:t>
            </a:r>
          </a:p>
          <a:p>
            <a:pPr marL="539115" algn="just">
              <a:spcAft>
                <a:spcPts val="0"/>
              </a:spcAft>
            </a:pPr>
            <a:r>
              <a:rPr lang="fr-FR" dirty="0">
                <a:latin typeface="+mn-lt"/>
                <a:ea typeface="Calibri" panose="020F0502020204030204" pitchFamily="34" charset="0"/>
              </a:rPr>
              <a:t>L’avantage est que les développeurs ne réinventent pas la roue chacun dans leur coin en programmant de A à Z tous les aspects de l’application demandée par le client.</a:t>
            </a:r>
          </a:p>
          <a:p>
            <a:pPr marL="539115" algn="just">
              <a:spcAft>
                <a:spcPts val="0"/>
              </a:spcAft>
            </a:pPr>
            <a:endParaRPr lang="fr-FR" dirty="0">
              <a:latin typeface="+mn-lt"/>
              <a:ea typeface="Calibri" panose="020F0502020204030204" pitchFamily="34" charset="0"/>
            </a:endParaRPr>
          </a:p>
          <a:p>
            <a:pPr marL="539115" algn="just">
              <a:spcAft>
                <a:spcPts val="0"/>
              </a:spcAft>
            </a:pPr>
            <a:r>
              <a:rPr lang="fr-FR" dirty="0">
                <a:latin typeface="+mn-lt"/>
                <a:ea typeface="Calibri" panose="020F0502020204030204" pitchFamily="34" charset="0"/>
              </a:rPr>
              <a:t>Il faut savoir aussi qu’un projet nécessitera souvent l’utilisation de plusieurs Framework. En effet, les Framework sont généralement spécialisés dans un domaine bien précis :</a:t>
            </a:r>
          </a:p>
          <a:p>
            <a:pPr marL="824865" lvl="2" indent="-285750" algn="just">
              <a:spcAft>
                <a:spcPts val="0"/>
              </a:spcAft>
              <a:buFont typeface="Wingdings" panose="05000000000000000000" pitchFamily="2" charset="2"/>
              <a:buChar char="§"/>
            </a:pPr>
            <a:r>
              <a:rPr lang="fr-FR" b="1" dirty="0" err="1">
                <a:latin typeface="+mn-lt"/>
                <a:ea typeface="Calibri" panose="020F0502020204030204" pitchFamily="34" charset="0"/>
              </a:rPr>
              <a:t>framework</a:t>
            </a:r>
            <a:r>
              <a:rPr lang="fr-FR" b="1" dirty="0">
                <a:latin typeface="+mn-lt"/>
                <a:ea typeface="Calibri" panose="020F0502020204030204" pitchFamily="34" charset="0"/>
              </a:rPr>
              <a:t> </a:t>
            </a:r>
            <a:r>
              <a:rPr lang="fr-FR" b="1" dirty="0" err="1">
                <a:latin typeface="+mn-lt"/>
                <a:ea typeface="Calibri" panose="020F0502020204030204" pitchFamily="34" charset="0"/>
              </a:rPr>
              <a:t>back-end</a:t>
            </a:r>
            <a:r>
              <a:rPr lang="fr-FR" b="1" dirty="0">
                <a:latin typeface="+mn-lt"/>
                <a:ea typeface="Calibri" panose="020F0502020204030204" pitchFamily="34" charset="0"/>
              </a:rPr>
              <a:t> </a:t>
            </a:r>
            <a:r>
              <a:rPr lang="fr-FR" dirty="0">
                <a:latin typeface="+mn-lt"/>
                <a:ea typeface="Calibri" panose="020F0502020204030204" pitchFamily="34" charset="0"/>
              </a:rPr>
              <a:t>permet de Gérer la logique métier, les données et la communication avec la base de données, exemple: </a:t>
            </a:r>
            <a:r>
              <a:rPr lang="fr-FR" b="1" dirty="0">
                <a:latin typeface="+mn-lt"/>
              </a:rPr>
              <a:t>Spring Boot</a:t>
            </a:r>
            <a:r>
              <a:rPr lang="fr-FR" dirty="0">
                <a:latin typeface="+mn-lt"/>
              </a:rPr>
              <a:t> (Java), </a:t>
            </a:r>
            <a:r>
              <a:rPr lang="fr-FR" b="1" dirty="0">
                <a:latin typeface="+mn-lt"/>
              </a:rPr>
              <a:t>Django</a:t>
            </a:r>
            <a:r>
              <a:rPr lang="fr-FR" dirty="0">
                <a:latin typeface="+mn-lt"/>
              </a:rPr>
              <a:t> (Python), </a:t>
            </a:r>
            <a:r>
              <a:rPr lang="fr-FR" b="1" dirty="0">
                <a:latin typeface="+mn-lt"/>
              </a:rPr>
              <a:t>Ruby on Rails</a:t>
            </a:r>
            <a:r>
              <a:rPr lang="fr-FR" dirty="0">
                <a:latin typeface="+mn-lt"/>
              </a:rPr>
              <a:t> (Ruby), </a:t>
            </a:r>
            <a:r>
              <a:rPr lang="fr-FR" b="1" dirty="0">
                <a:latin typeface="+mn-lt"/>
              </a:rPr>
              <a:t>Express.js</a:t>
            </a:r>
            <a:r>
              <a:rPr lang="fr-FR" dirty="0">
                <a:latin typeface="+mn-lt"/>
              </a:rPr>
              <a:t> (Node.js), </a:t>
            </a:r>
            <a:r>
              <a:rPr lang="fr-FR" b="1" dirty="0">
                <a:latin typeface="+mn-lt"/>
              </a:rPr>
              <a:t>.NET </a:t>
            </a:r>
            <a:r>
              <a:rPr lang="fr-FR" b="1" dirty="0" err="1">
                <a:latin typeface="+mn-lt"/>
              </a:rPr>
              <a:t>Core</a:t>
            </a:r>
            <a:r>
              <a:rPr lang="fr-FR" dirty="0">
                <a:latin typeface="+mn-lt"/>
              </a:rPr>
              <a:t> (C#)</a:t>
            </a:r>
          </a:p>
          <a:p>
            <a:pPr marL="539115" lvl="2" algn="just">
              <a:spcAft>
                <a:spcPts val="0"/>
              </a:spcAft>
            </a:pPr>
            <a:endParaRPr lang="fr-FR" dirty="0">
              <a:latin typeface="+mn-lt"/>
            </a:endParaRPr>
          </a:p>
          <a:p>
            <a:pPr marL="824865" lvl="2" indent="-285750" algn="just">
              <a:spcAft>
                <a:spcPts val="0"/>
              </a:spcAft>
              <a:buFont typeface="Wingdings" panose="05000000000000000000" pitchFamily="2" charset="2"/>
              <a:buChar char="§"/>
            </a:pPr>
            <a:r>
              <a:rPr lang="fr-FR" b="1" dirty="0" err="1">
                <a:latin typeface="+mn-lt"/>
                <a:ea typeface="Calibri" panose="020F0502020204030204" pitchFamily="34" charset="0"/>
              </a:rPr>
              <a:t>framework</a:t>
            </a:r>
            <a:r>
              <a:rPr lang="fr-FR" b="1" dirty="0">
                <a:latin typeface="+mn-lt"/>
                <a:ea typeface="Calibri" panose="020F0502020204030204" pitchFamily="34" charset="0"/>
              </a:rPr>
              <a:t> </a:t>
            </a:r>
            <a:r>
              <a:rPr lang="fr-FR" b="1" dirty="0" err="1">
                <a:latin typeface="+mn-lt"/>
                <a:ea typeface="Calibri" panose="020F0502020204030204" pitchFamily="34" charset="0"/>
              </a:rPr>
              <a:t>front-end</a:t>
            </a:r>
            <a:r>
              <a:rPr lang="fr-FR" b="1" dirty="0">
                <a:latin typeface="+mn-lt"/>
                <a:ea typeface="Calibri" panose="020F0502020204030204" pitchFamily="34" charset="0"/>
              </a:rPr>
              <a:t> applicatif</a:t>
            </a:r>
            <a:r>
              <a:rPr lang="fr-FR" dirty="0">
                <a:latin typeface="+mn-lt"/>
                <a:ea typeface="Calibri" panose="020F0502020204030204" pitchFamily="34" charset="0"/>
              </a:rPr>
              <a:t> permet de Gérer l’interface utilisateur et l’expérience visuelle,  C’est le cas de </a:t>
            </a:r>
            <a:r>
              <a:rPr lang="fr-FR" b="1" dirty="0" err="1">
                <a:latin typeface="+mn-lt"/>
              </a:rPr>
              <a:t>React</a:t>
            </a:r>
            <a:r>
              <a:rPr lang="fr-FR" dirty="0">
                <a:latin typeface="+mn-lt"/>
              </a:rPr>
              <a:t> (JavaScript), </a:t>
            </a:r>
            <a:r>
              <a:rPr lang="fr-FR" b="1" dirty="0" err="1">
                <a:latin typeface="+mn-lt"/>
              </a:rPr>
              <a:t>Angular</a:t>
            </a:r>
            <a:r>
              <a:rPr lang="fr-FR" dirty="0">
                <a:latin typeface="+mn-lt"/>
              </a:rPr>
              <a:t> (</a:t>
            </a:r>
            <a:r>
              <a:rPr lang="fr-FR" dirty="0" err="1">
                <a:latin typeface="+mn-lt"/>
              </a:rPr>
              <a:t>TypeScript</a:t>
            </a:r>
            <a:r>
              <a:rPr lang="fr-FR" dirty="0">
                <a:latin typeface="+mn-lt"/>
              </a:rPr>
              <a:t>), </a:t>
            </a:r>
            <a:r>
              <a:rPr lang="fr-FR" b="1" dirty="0">
                <a:latin typeface="+mn-lt"/>
              </a:rPr>
              <a:t>Vue.js</a:t>
            </a:r>
            <a:r>
              <a:rPr lang="fr-FR" dirty="0">
                <a:latin typeface="+mn-lt"/>
              </a:rPr>
              <a:t> (JavaScript)</a:t>
            </a:r>
          </a:p>
          <a:p>
            <a:pPr marL="539115" lvl="2" algn="just">
              <a:spcAft>
                <a:spcPts val="0"/>
              </a:spcAft>
            </a:pPr>
            <a:endParaRPr lang="fr-FR" dirty="0">
              <a:latin typeface="+mn-lt"/>
              <a:ea typeface="Calibri" panose="020F0502020204030204" pitchFamily="34" charset="0"/>
            </a:endParaRPr>
          </a:p>
          <a:p>
            <a:pPr marL="824865" lvl="2" indent="-285750" algn="just">
              <a:spcAft>
                <a:spcPts val="0"/>
              </a:spcAft>
              <a:buFont typeface="Wingdings" panose="05000000000000000000" pitchFamily="2" charset="2"/>
              <a:buChar char="§"/>
            </a:pPr>
            <a:r>
              <a:rPr lang="fr-FR" b="1" dirty="0" err="1">
                <a:latin typeface="+mn-lt"/>
                <a:ea typeface="Calibri" panose="020F0502020204030204" pitchFamily="34" charset="0"/>
              </a:rPr>
              <a:t>framework</a:t>
            </a:r>
            <a:r>
              <a:rPr lang="fr-FR" b="1" dirty="0">
                <a:latin typeface="+mn-lt"/>
                <a:ea typeface="Calibri" panose="020F0502020204030204" pitchFamily="34" charset="0"/>
              </a:rPr>
              <a:t> </a:t>
            </a:r>
            <a:r>
              <a:rPr lang="fr-FR" b="1" dirty="0" err="1">
                <a:latin typeface="+mn-lt"/>
                <a:ea typeface="Calibri" panose="020F0502020204030204" pitchFamily="34" charset="0"/>
              </a:rPr>
              <a:t>front-end</a:t>
            </a:r>
            <a:r>
              <a:rPr lang="fr-FR" b="1" dirty="0">
                <a:latin typeface="+mn-lt"/>
                <a:ea typeface="Calibri" panose="020F0502020204030204" pitchFamily="34" charset="0"/>
              </a:rPr>
              <a:t> de présentation </a:t>
            </a:r>
            <a:r>
              <a:rPr lang="fr-FR" dirty="0">
                <a:latin typeface="+mn-lt"/>
                <a:ea typeface="Calibri" panose="020F0502020204030204" pitchFamily="34" charset="0"/>
              </a:rPr>
              <a:t>permet de définir l’apparence de l’application pour l’utilisateur. C’est le cas de Bootstrap.</a:t>
            </a:r>
          </a:p>
        </p:txBody>
      </p:sp>
    </p:spTree>
    <p:extLst>
      <p:ext uri="{BB962C8B-B14F-4D97-AF65-F5344CB8AC3E}">
        <p14:creationId xmlns:p14="http://schemas.microsoft.com/office/powerpoint/2010/main" val="3056752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8B196-009D-1D9F-8D64-6FBE51D8040C}"/>
            </a:ext>
          </a:extLst>
        </p:cNvPr>
        <p:cNvGrpSpPr/>
        <p:nvPr/>
      </p:nvGrpSpPr>
      <p:grpSpPr>
        <a:xfrm>
          <a:off x="0" y="0"/>
          <a:ext cx="0" cy="0"/>
          <a:chOff x="0" y="0"/>
          <a:chExt cx="0" cy="0"/>
        </a:xfrm>
      </p:grpSpPr>
      <p:graphicFrame>
        <p:nvGraphicFramePr>
          <p:cNvPr id="3" name="Tableau 2">
            <a:extLst>
              <a:ext uri="{FF2B5EF4-FFF2-40B4-BE49-F238E27FC236}">
                <a16:creationId xmlns:a16="http://schemas.microsoft.com/office/drawing/2014/main" id="{1EFE591E-156A-E55F-BD09-894E6EFEC210}"/>
              </a:ext>
            </a:extLst>
          </p:cNvPr>
          <p:cNvGraphicFramePr>
            <a:graphicFrameLocks noGrp="1"/>
          </p:cNvGraphicFramePr>
          <p:nvPr>
            <p:extLst>
              <p:ext uri="{D42A27DB-BD31-4B8C-83A1-F6EECF244321}">
                <p14:modId xmlns:p14="http://schemas.microsoft.com/office/powerpoint/2010/main" val="3406265465"/>
              </p:ext>
            </p:extLst>
          </p:nvPr>
        </p:nvGraphicFramePr>
        <p:xfrm>
          <a:off x="261687" y="942340"/>
          <a:ext cx="7994904" cy="4973320"/>
        </p:xfrm>
        <a:graphic>
          <a:graphicData uri="http://schemas.openxmlformats.org/drawingml/2006/table">
            <a:tbl>
              <a:tblPr firstRow="1" bandRow="1">
                <a:tableStyleId>{5C22544A-7EE6-4342-B048-85BDC9FD1C3A}</a:tableStyleId>
              </a:tblPr>
              <a:tblGrid>
                <a:gridCol w="2289048">
                  <a:extLst>
                    <a:ext uri="{9D8B030D-6E8A-4147-A177-3AD203B41FA5}">
                      <a16:colId xmlns:a16="http://schemas.microsoft.com/office/drawing/2014/main" val="2975370576"/>
                    </a:ext>
                  </a:extLst>
                </a:gridCol>
                <a:gridCol w="5705856">
                  <a:extLst>
                    <a:ext uri="{9D8B030D-6E8A-4147-A177-3AD203B41FA5}">
                      <a16:colId xmlns:a16="http://schemas.microsoft.com/office/drawing/2014/main" val="1964860649"/>
                    </a:ext>
                  </a:extLst>
                </a:gridCol>
              </a:tblGrid>
              <a:tr h="370840">
                <a:tc>
                  <a:txBody>
                    <a:bodyPr/>
                    <a:lstStyle/>
                    <a:p>
                      <a:r>
                        <a:rPr lang="fr-FR" sz="1400" dirty="0"/>
                        <a:t>Critère</a:t>
                      </a:r>
                    </a:p>
                  </a:txBody>
                  <a:tcPr/>
                </a:tc>
                <a:tc>
                  <a:txBody>
                    <a:bodyPr/>
                    <a:lstStyle/>
                    <a:p>
                      <a:r>
                        <a:rPr lang="fr-FR" sz="1400" dirty="0"/>
                        <a:t>Fonctionnalités</a:t>
                      </a:r>
                    </a:p>
                  </a:txBody>
                  <a:tcPr/>
                </a:tc>
                <a:extLst>
                  <a:ext uri="{0D108BD9-81ED-4DB2-BD59-A6C34878D82A}">
                    <a16:rowId xmlns:a16="http://schemas.microsoft.com/office/drawing/2014/main" val="31779719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i="0" kern="1200" dirty="0">
                          <a:solidFill>
                            <a:schemeClr val="dk1"/>
                          </a:solidFill>
                          <a:effectLst/>
                          <a:latin typeface="+mn-lt"/>
                          <a:ea typeface="+mn-ea"/>
                          <a:cs typeface="+mn-cs"/>
                        </a:rPr>
                        <a:t>HTML sémantique</a:t>
                      </a:r>
                    </a:p>
                    <a:p>
                      <a:endParaRPr lang="fr-FR" sz="1400" b="1" i="0" kern="1200" dirty="0">
                        <a:solidFill>
                          <a:schemeClr val="dk1"/>
                        </a:solidFill>
                        <a:effectLst/>
                        <a:latin typeface="+mn-lt"/>
                        <a:ea typeface="+mn-ea"/>
                        <a:cs typeface="+mn-cs"/>
                      </a:endParaRPr>
                    </a:p>
                  </a:txBody>
                  <a:tcPr/>
                </a:tc>
                <a:tc>
                  <a:txBody>
                    <a:bodyPr/>
                    <a:lstStyle/>
                    <a:p>
                      <a:r>
                        <a:rPr lang="fr-FR" sz="1400" b="0" i="0" kern="1200" dirty="0">
                          <a:solidFill>
                            <a:schemeClr val="dk1"/>
                          </a:solidFill>
                          <a:effectLst/>
                          <a:latin typeface="+mn-lt"/>
                          <a:ea typeface="+mn-ea"/>
                          <a:cs typeface="+mn-cs"/>
                        </a:rPr>
                        <a:t>Structure logique des pages</a:t>
                      </a:r>
                    </a:p>
                  </a:txBody>
                  <a:tcPr/>
                </a:tc>
                <a:extLst>
                  <a:ext uri="{0D108BD9-81ED-4DB2-BD59-A6C34878D82A}">
                    <a16:rowId xmlns:a16="http://schemas.microsoft.com/office/drawing/2014/main" val="224757929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i="0" kern="1200" dirty="0">
                          <a:solidFill>
                            <a:schemeClr val="dk1"/>
                          </a:solidFill>
                          <a:effectLst/>
                          <a:latin typeface="+mn-lt"/>
                          <a:ea typeface="+mn-ea"/>
                          <a:cs typeface="+mn-cs"/>
                        </a:rPr>
                        <a:t>CSS moderne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i="0" kern="1200" dirty="0">
                          <a:solidFill>
                            <a:schemeClr val="dk1"/>
                          </a:solidFill>
                          <a:effectLst/>
                          <a:latin typeface="+mn-lt"/>
                          <a:ea typeface="+mn-ea"/>
                          <a:cs typeface="+mn-cs"/>
                        </a:rPr>
                        <a:t>Mise en page responsive, animations, thèmes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i="0" kern="1200" dirty="0" err="1">
                          <a:solidFill>
                            <a:schemeClr val="dk1"/>
                          </a:solidFill>
                          <a:effectLst/>
                          <a:latin typeface="+mn-lt"/>
                          <a:ea typeface="+mn-ea"/>
                          <a:cs typeface="+mn-cs"/>
                        </a:rPr>
                        <a:t>Flexbox</a:t>
                      </a:r>
                      <a:r>
                        <a:rPr lang="fr-FR" sz="1400" b="0" i="0" kern="1200" dirty="0">
                          <a:solidFill>
                            <a:schemeClr val="dk1"/>
                          </a:solidFill>
                          <a:effectLst/>
                          <a:latin typeface="+mn-lt"/>
                          <a:ea typeface="+mn-ea"/>
                          <a:cs typeface="+mn-cs"/>
                        </a:rPr>
                        <a:t>, </a:t>
                      </a:r>
                      <a:r>
                        <a:rPr lang="fr-FR" sz="1400" b="0" i="0" kern="1200" dirty="0" err="1">
                          <a:solidFill>
                            <a:schemeClr val="dk1"/>
                          </a:solidFill>
                          <a:effectLst/>
                          <a:latin typeface="+mn-lt"/>
                          <a:ea typeface="+mn-ea"/>
                          <a:cs typeface="+mn-cs"/>
                        </a:rPr>
                        <a:t>Grid</a:t>
                      </a:r>
                      <a:r>
                        <a:rPr lang="fr-FR" sz="1400" b="0" i="0" kern="1200" dirty="0">
                          <a:solidFill>
                            <a:schemeClr val="dk1"/>
                          </a:solidFill>
                          <a:effectLst/>
                          <a:latin typeface="+mn-lt"/>
                          <a:ea typeface="+mn-ea"/>
                          <a:cs typeface="+mn-cs"/>
                        </a:rPr>
                        <a:t>, Variables CSS</a:t>
                      </a:r>
                    </a:p>
                    <a:p>
                      <a:endParaRPr lang="fr-FR" sz="1400" b="0" i="0" kern="1200" dirty="0">
                        <a:solidFill>
                          <a:schemeClr val="dk1"/>
                        </a:solidFill>
                        <a:effectLst/>
                        <a:latin typeface="+mn-lt"/>
                        <a:ea typeface="+mn-ea"/>
                        <a:cs typeface="+mn-cs"/>
                      </a:endParaRPr>
                    </a:p>
                  </a:txBody>
                  <a:tcPr/>
                </a:tc>
                <a:extLst>
                  <a:ext uri="{0D108BD9-81ED-4DB2-BD59-A6C34878D82A}">
                    <a16:rowId xmlns:a16="http://schemas.microsoft.com/office/drawing/2014/main" val="3740961862"/>
                  </a:ext>
                </a:extLst>
              </a:tr>
              <a:tr h="370840">
                <a:tc>
                  <a:txBody>
                    <a:bodyPr/>
                    <a:lstStyle/>
                    <a:p>
                      <a:r>
                        <a:rPr lang="fr-FR" sz="1400" b="1" i="0" kern="1200" dirty="0">
                          <a:solidFill>
                            <a:schemeClr val="dk1"/>
                          </a:solidFill>
                          <a:effectLst/>
                          <a:latin typeface="+mn-lt"/>
                          <a:ea typeface="+mn-ea"/>
                          <a:cs typeface="+mn-cs"/>
                        </a:rPr>
                        <a:t>JavaScript / </a:t>
                      </a:r>
                      <a:r>
                        <a:rPr lang="fr-FR" sz="1400" b="1" i="0" kern="1200" dirty="0" err="1">
                          <a:solidFill>
                            <a:schemeClr val="dk1"/>
                          </a:solidFill>
                          <a:effectLst/>
                          <a:latin typeface="+mn-lt"/>
                          <a:ea typeface="+mn-ea"/>
                          <a:cs typeface="+mn-cs"/>
                        </a:rPr>
                        <a:t>TypeScript</a:t>
                      </a:r>
                      <a:r>
                        <a:rPr lang="fr-FR" sz="1400" b="1" i="0" kern="1200" dirty="0">
                          <a:solidFill>
                            <a:schemeClr val="dk1"/>
                          </a:solidFill>
                          <a:effectLst/>
                          <a:latin typeface="+mn-lt"/>
                          <a:ea typeface="+mn-ea"/>
                          <a:cs typeface="+mn-cs"/>
                        </a:rPr>
                        <a: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0" i="0" kern="1200" dirty="0">
                          <a:solidFill>
                            <a:schemeClr val="dk1"/>
                          </a:solidFill>
                          <a:effectLst/>
                          <a:latin typeface="+mn-lt"/>
                          <a:ea typeface="+mn-ea"/>
                          <a:cs typeface="+mn-cs"/>
                        </a:rPr>
                        <a:t>Interactions dynamiques et sécurité type-</a:t>
                      </a:r>
                      <a:r>
                        <a:rPr lang="fr-FR" sz="1400" b="0" i="0" kern="1200" dirty="0" err="1">
                          <a:solidFill>
                            <a:schemeClr val="dk1"/>
                          </a:solidFill>
                          <a:effectLst/>
                          <a:latin typeface="+mn-lt"/>
                          <a:ea typeface="+mn-ea"/>
                          <a:cs typeface="+mn-cs"/>
                        </a:rPr>
                        <a:t>safe</a:t>
                      </a:r>
                      <a:endParaRPr lang="fr-FR" sz="1400" b="0" i="0" kern="1200" dirty="0">
                        <a:solidFill>
                          <a:schemeClr val="dk1"/>
                        </a:solidFill>
                        <a:effectLst/>
                        <a:latin typeface="+mn-lt"/>
                        <a:ea typeface="+mn-ea"/>
                        <a:cs typeface="+mn-cs"/>
                      </a:endParaRPr>
                    </a:p>
                    <a:p>
                      <a:endParaRPr lang="fr-FR" sz="1400" b="0" i="0" kern="1200" dirty="0">
                        <a:solidFill>
                          <a:schemeClr val="dk1"/>
                        </a:solidFill>
                        <a:effectLst/>
                        <a:latin typeface="+mn-lt"/>
                        <a:ea typeface="+mn-ea"/>
                        <a:cs typeface="+mn-cs"/>
                      </a:endParaRPr>
                    </a:p>
                  </a:txBody>
                  <a:tcPr/>
                </a:tc>
                <a:extLst>
                  <a:ext uri="{0D108BD9-81ED-4DB2-BD59-A6C34878D82A}">
                    <a16:rowId xmlns:a16="http://schemas.microsoft.com/office/drawing/2014/main" val="19912238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400" b="1" i="0" kern="1200" dirty="0">
                          <a:solidFill>
                            <a:schemeClr val="dk1"/>
                          </a:solidFill>
                          <a:effectLst/>
                          <a:latin typeface="+mn-lt"/>
                          <a:ea typeface="+mn-ea"/>
                          <a:cs typeface="+mn-cs"/>
                        </a:rPr>
                        <a:t>Composants </a:t>
                      </a:r>
                    </a:p>
                    <a:p>
                      <a:endParaRPr lang="fr-FR" sz="1400" b="1" i="0" kern="1200" dirty="0">
                        <a:solidFill>
                          <a:schemeClr val="dk1"/>
                        </a:solidFill>
                        <a:effectLst/>
                        <a:latin typeface="+mn-lt"/>
                        <a:ea typeface="+mn-ea"/>
                        <a:cs typeface="+mn-cs"/>
                      </a:endParaRPr>
                    </a:p>
                  </a:txBody>
                  <a:tcPr/>
                </a:tc>
                <a:tc>
                  <a:txBody>
                    <a:bodyPr/>
                    <a:lstStyle/>
                    <a:p>
                      <a:r>
                        <a:rPr lang="fr-FR" sz="1400" b="0" i="0" kern="1200" dirty="0">
                          <a:solidFill>
                            <a:schemeClr val="dk1"/>
                          </a:solidFill>
                          <a:effectLst/>
                          <a:latin typeface="+mn-lt"/>
                          <a:ea typeface="+mn-ea"/>
                          <a:cs typeface="+mn-cs"/>
                        </a:rPr>
                        <a:t>Modularité et réutilisation du code</a:t>
                      </a:r>
                    </a:p>
                  </a:txBody>
                  <a:tcPr/>
                </a:tc>
                <a:extLst>
                  <a:ext uri="{0D108BD9-81ED-4DB2-BD59-A6C34878D82A}">
                    <a16:rowId xmlns:a16="http://schemas.microsoft.com/office/drawing/2014/main" val="1801032176"/>
                  </a:ext>
                </a:extLst>
              </a:tr>
              <a:tr h="370840">
                <a:tc>
                  <a:txBody>
                    <a:bodyPr/>
                    <a:lstStyle/>
                    <a:p>
                      <a:r>
                        <a:rPr lang="fr-FR" sz="1400" b="1" i="0" kern="1200" dirty="0">
                          <a:solidFill>
                            <a:schemeClr val="dk1"/>
                          </a:solidFill>
                          <a:effectLst/>
                          <a:latin typeface="+mn-lt"/>
                          <a:ea typeface="+mn-ea"/>
                          <a:cs typeface="+mn-cs"/>
                        </a:rPr>
                        <a:t>Rendu</a:t>
                      </a:r>
                    </a:p>
                  </a:txBody>
                  <a:tcPr/>
                </a:tc>
                <a:tc>
                  <a:txBody>
                    <a:bodyPr/>
                    <a:lstStyle/>
                    <a:p>
                      <a:pPr marL="285750" indent="-285750">
                        <a:buFontTx/>
                        <a:buChar char="-"/>
                      </a:pPr>
                      <a:r>
                        <a:rPr lang="fr-FR" sz="1400" b="0" i="0" kern="1200" dirty="0">
                          <a:solidFill>
                            <a:schemeClr val="dk1"/>
                          </a:solidFill>
                          <a:effectLst/>
                          <a:latin typeface="+mn-lt"/>
                          <a:ea typeface="+mn-ea"/>
                          <a:cs typeface="+mn-cs"/>
                        </a:rPr>
                        <a:t>CSR (Client </a:t>
                      </a:r>
                      <a:r>
                        <a:rPr lang="fr-FR" sz="1400" b="0" i="0" kern="1200" dirty="0" err="1">
                          <a:solidFill>
                            <a:schemeClr val="dk1"/>
                          </a:solidFill>
                          <a:effectLst/>
                          <a:latin typeface="+mn-lt"/>
                          <a:ea typeface="+mn-ea"/>
                          <a:cs typeface="+mn-cs"/>
                        </a:rPr>
                        <a:t>Side</a:t>
                      </a:r>
                      <a:r>
                        <a:rPr lang="fr-FR" sz="1400" b="0" i="0" kern="1200" dirty="0">
                          <a:solidFill>
                            <a:schemeClr val="dk1"/>
                          </a:solidFill>
                          <a:effectLst/>
                          <a:latin typeface="+mn-lt"/>
                          <a:ea typeface="+mn-ea"/>
                          <a:cs typeface="+mn-cs"/>
                        </a:rPr>
                        <a:t> Rendering) → tout est généré dans le navigateur</a:t>
                      </a:r>
                    </a:p>
                    <a:p>
                      <a:pPr marL="285750" indent="-285750">
                        <a:buFontTx/>
                        <a:buChar char="-"/>
                      </a:pPr>
                      <a:r>
                        <a:rPr lang="fr-FR" sz="1400" b="0" i="0" kern="1200" dirty="0">
                          <a:solidFill>
                            <a:schemeClr val="dk1"/>
                          </a:solidFill>
                          <a:effectLst/>
                          <a:latin typeface="+mn-lt"/>
                          <a:ea typeface="+mn-ea"/>
                          <a:cs typeface="+mn-cs"/>
                        </a:rPr>
                        <a:t>SSR (Server </a:t>
                      </a:r>
                      <a:r>
                        <a:rPr lang="fr-FR" sz="1400" b="0" i="0" kern="1200" dirty="0" err="1">
                          <a:solidFill>
                            <a:schemeClr val="dk1"/>
                          </a:solidFill>
                          <a:effectLst/>
                          <a:latin typeface="+mn-lt"/>
                          <a:ea typeface="+mn-ea"/>
                          <a:cs typeface="+mn-cs"/>
                        </a:rPr>
                        <a:t>Side</a:t>
                      </a:r>
                      <a:r>
                        <a:rPr lang="fr-FR" sz="1400" b="0" i="0" kern="1200" dirty="0">
                          <a:solidFill>
                            <a:schemeClr val="dk1"/>
                          </a:solidFill>
                          <a:effectLst/>
                          <a:latin typeface="+mn-lt"/>
                          <a:ea typeface="+mn-ea"/>
                          <a:cs typeface="+mn-cs"/>
                        </a:rPr>
                        <a:t> Rendering) → HTML pré-généré côté serveur</a:t>
                      </a:r>
                    </a:p>
                    <a:p>
                      <a:pPr marL="285750" indent="-285750">
                        <a:buFontTx/>
                        <a:buChar char="-"/>
                      </a:pPr>
                      <a:r>
                        <a:rPr lang="fr-FR" sz="1400" b="0" i="0" kern="1200" dirty="0">
                          <a:solidFill>
                            <a:schemeClr val="dk1"/>
                          </a:solidFill>
                          <a:effectLst/>
                          <a:latin typeface="+mn-lt"/>
                          <a:ea typeface="+mn-ea"/>
                          <a:cs typeface="+mn-cs"/>
                        </a:rPr>
                        <a:t>SSG (</a:t>
                      </a:r>
                      <a:r>
                        <a:rPr lang="fr-FR" sz="1400" b="0" i="0" kern="1200" dirty="0" err="1">
                          <a:solidFill>
                            <a:schemeClr val="dk1"/>
                          </a:solidFill>
                          <a:effectLst/>
                          <a:latin typeface="+mn-lt"/>
                          <a:ea typeface="+mn-ea"/>
                          <a:cs typeface="+mn-cs"/>
                        </a:rPr>
                        <a:t>Static</a:t>
                      </a:r>
                      <a:r>
                        <a:rPr lang="fr-FR" sz="1400" b="0" i="0" kern="1200" dirty="0">
                          <a:solidFill>
                            <a:schemeClr val="dk1"/>
                          </a:solidFill>
                          <a:effectLst/>
                          <a:latin typeface="+mn-lt"/>
                          <a:ea typeface="+mn-ea"/>
                          <a:cs typeface="+mn-cs"/>
                        </a:rPr>
                        <a:t> Site </a:t>
                      </a:r>
                      <a:r>
                        <a:rPr lang="fr-FR" sz="1400" b="0" i="0" kern="1200" dirty="0" err="1">
                          <a:solidFill>
                            <a:schemeClr val="dk1"/>
                          </a:solidFill>
                          <a:effectLst/>
                          <a:latin typeface="+mn-lt"/>
                          <a:ea typeface="+mn-ea"/>
                          <a:cs typeface="+mn-cs"/>
                        </a:rPr>
                        <a:t>Generation</a:t>
                      </a:r>
                      <a:r>
                        <a:rPr lang="fr-FR" sz="1400" b="0" i="0" kern="1200" dirty="0">
                          <a:solidFill>
                            <a:schemeClr val="dk1"/>
                          </a:solidFill>
                          <a:effectLst/>
                          <a:latin typeface="+mn-lt"/>
                          <a:ea typeface="+mn-ea"/>
                          <a:cs typeface="+mn-cs"/>
                        </a:rPr>
                        <a:t>) → HTML généré à la compilation</a:t>
                      </a:r>
                    </a:p>
                    <a:p>
                      <a:pPr marL="285750" indent="-285750">
                        <a:buFontTx/>
                        <a:buChar char="-"/>
                      </a:pPr>
                      <a:r>
                        <a:rPr lang="fr-FR" sz="1400" b="0" i="0" kern="1200" dirty="0">
                          <a:solidFill>
                            <a:schemeClr val="dk1"/>
                          </a:solidFill>
                          <a:effectLst/>
                          <a:latin typeface="+mn-lt"/>
                          <a:ea typeface="+mn-ea"/>
                          <a:cs typeface="+mn-cs"/>
                        </a:rPr>
                        <a:t>ISR (</a:t>
                      </a:r>
                      <a:r>
                        <a:rPr lang="fr-FR" sz="1400" b="0" i="0" kern="1200" dirty="0" err="1">
                          <a:solidFill>
                            <a:schemeClr val="dk1"/>
                          </a:solidFill>
                          <a:effectLst/>
                          <a:latin typeface="+mn-lt"/>
                          <a:ea typeface="+mn-ea"/>
                          <a:cs typeface="+mn-cs"/>
                        </a:rPr>
                        <a:t>Incremental</a:t>
                      </a:r>
                      <a:r>
                        <a:rPr lang="fr-FR" sz="1400" b="0" i="0" kern="1200" dirty="0">
                          <a:solidFill>
                            <a:schemeClr val="dk1"/>
                          </a:solidFill>
                          <a:effectLst/>
                          <a:latin typeface="+mn-lt"/>
                          <a:ea typeface="+mn-ea"/>
                          <a:cs typeface="+mn-cs"/>
                        </a:rPr>
                        <a:t> </a:t>
                      </a:r>
                      <a:r>
                        <a:rPr lang="fr-FR" sz="1400" b="0" i="0" kern="1200" dirty="0" err="1">
                          <a:solidFill>
                            <a:schemeClr val="dk1"/>
                          </a:solidFill>
                          <a:effectLst/>
                          <a:latin typeface="+mn-lt"/>
                          <a:ea typeface="+mn-ea"/>
                          <a:cs typeface="+mn-cs"/>
                        </a:rPr>
                        <a:t>Static</a:t>
                      </a:r>
                      <a:r>
                        <a:rPr lang="fr-FR" sz="1400" b="0" i="0" kern="1200" dirty="0">
                          <a:solidFill>
                            <a:schemeClr val="dk1"/>
                          </a:solidFill>
                          <a:effectLst/>
                          <a:latin typeface="+mn-lt"/>
                          <a:ea typeface="+mn-ea"/>
                          <a:cs typeface="+mn-cs"/>
                        </a:rPr>
                        <a:t> </a:t>
                      </a:r>
                      <a:r>
                        <a:rPr lang="fr-FR" sz="1400" b="0" i="0" kern="1200" dirty="0" err="1">
                          <a:solidFill>
                            <a:schemeClr val="dk1"/>
                          </a:solidFill>
                          <a:effectLst/>
                          <a:latin typeface="+mn-lt"/>
                          <a:ea typeface="+mn-ea"/>
                          <a:cs typeface="+mn-cs"/>
                        </a:rPr>
                        <a:t>Regeneration</a:t>
                      </a:r>
                      <a:r>
                        <a:rPr lang="fr-FR" sz="1400" b="0" i="0" kern="1200" dirty="0">
                          <a:solidFill>
                            <a:schemeClr val="dk1"/>
                          </a:solidFill>
                          <a:effectLst/>
                          <a:latin typeface="+mn-lt"/>
                          <a:ea typeface="+mn-ea"/>
                          <a:cs typeface="+mn-cs"/>
                        </a:rPr>
                        <a:t>) → mélange SSG + mise à jour dynamique.</a:t>
                      </a:r>
                    </a:p>
                  </a:txBody>
                  <a:tcPr/>
                </a:tc>
                <a:extLst>
                  <a:ext uri="{0D108BD9-81ED-4DB2-BD59-A6C34878D82A}">
                    <a16:rowId xmlns:a16="http://schemas.microsoft.com/office/drawing/2014/main" val="3748670514"/>
                  </a:ext>
                </a:extLst>
              </a:tr>
              <a:tr h="370840">
                <a:tc>
                  <a:txBody>
                    <a:bodyPr/>
                    <a:lstStyle/>
                    <a:p>
                      <a:r>
                        <a:rPr lang="fr-FR" sz="1400" b="1" i="0" kern="1200" dirty="0">
                          <a:solidFill>
                            <a:schemeClr val="dk1"/>
                          </a:solidFill>
                          <a:effectLst/>
                          <a:latin typeface="+mn-lt"/>
                          <a:ea typeface="+mn-ea"/>
                          <a:cs typeface="+mn-cs"/>
                        </a:rPr>
                        <a:t>Outils modernes</a:t>
                      </a:r>
                    </a:p>
                  </a:txBody>
                  <a:tcPr/>
                </a:tc>
                <a:tc>
                  <a:txBody>
                    <a:bodyPr/>
                    <a:lstStyle/>
                    <a:p>
                      <a:r>
                        <a:rPr lang="fr-FR" sz="1400" b="0" i="0" kern="1200" dirty="0" err="1">
                          <a:solidFill>
                            <a:schemeClr val="dk1"/>
                          </a:solidFill>
                          <a:effectLst/>
                          <a:latin typeface="+mn-lt"/>
                          <a:ea typeface="+mn-ea"/>
                          <a:cs typeface="+mn-cs"/>
                        </a:rPr>
                        <a:t>bundlers</a:t>
                      </a:r>
                      <a:r>
                        <a:rPr lang="fr-FR" sz="1400" b="0" i="0" kern="1200" dirty="0">
                          <a:solidFill>
                            <a:schemeClr val="dk1"/>
                          </a:solidFill>
                          <a:effectLst/>
                          <a:latin typeface="+mn-lt"/>
                          <a:ea typeface="+mn-ea"/>
                          <a:cs typeface="+mn-cs"/>
                        </a:rPr>
                        <a:t> et </a:t>
                      </a:r>
                      <a:r>
                        <a:rPr lang="fr-FR" sz="1400" b="0" i="0" kern="1200" dirty="0" err="1">
                          <a:solidFill>
                            <a:schemeClr val="dk1"/>
                          </a:solidFill>
                          <a:effectLst/>
                          <a:latin typeface="+mn-lt"/>
                          <a:ea typeface="+mn-ea"/>
                          <a:cs typeface="+mn-cs"/>
                        </a:rPr>
                        <a:t>build</a:t>
                      </a:r>
                      <a:r>
                        <a:rPr lang="fr-FR" sz="1400" b="0" i="0" kern="1200" dirty="0">
                          <a:solidFill>
                            <a:schemeClr val="dk1"/>
                          </a:solidFill>
                          <a:effectLst/>
                          <a:latin typeface="+mn-lt"/>
                          <a:ea typeface="+mn-ea"/>
                          <a:cs typeface="+mn-cs"/>
                        </a:rPr>
                        <a:t> </a:t>
                      </a:r>
                      <a:r>
                        <a:rPr lang="fr-FR" sz="1400" b="0" i="0" kern="1200" dirty="0" err="1">
                          <a:solidFill>
                            <a:schemeClr val="dk1"/>
                          </a:solidFill>
                          <a:effectLst/>
                          <a:latin typeface="+mn-lt"/>
                          <a:ea typeface="+mn-ea"/>
                          <a:cs typeface="+mn-cs"/>
                        </a:rPr>
                        <a:t>tools</a:t>
                      </a:r>
                      <a:r>
                        <a:rPr lang="fr-FR" sz="1400" b="0" i="0" kern="1200" dirty="0">
                          <a:solidFill>
                            <a:schemeClr val="dk1"/>
                          </a:solidFill>
                          <a:effectLst/>
                          <a:latin typeface="+mn-lt"/>
                          <a:ea typeface="+mn-ea"/>
                          <a:cs typeface="+mn-cs"/>
                        </a:rPr>
                        <a:t> :</a:t>
                      </a:r>
                    </a:p>
                    <a:p>
                      <a:pPr marL="285750" indent="-285750">
                        <a:buFontTx/>
                        <a:buChar char="-"/>
                      </a:pPr>
                      <a:r>
                        <a:rPr lang="fr-FR" sz="1400" b="0" i="0" kern="1200" dirty="0" err="1">
                          <a:solidFill>
                            <a:schemeClr val="dk1"/>
                          </a:solidFill>
                          <a:effectLst/>
                          <a:latin typeface="+mn-lt"/>
                          <a:ea typeface="+mn-ea"/>
                          <a:cs typeface="+mn-cs"/>
                        </a:rPr>
                        <a:t>Webpack</a:t>
                      </a:r>
                      <a:r>
                        <a:rPr lang="fr-FR" sz="1400" b="0" i="0" kern="1200" dirty="0">
                          <a:solidFill>
                            <a:schemeClr val="dk1"/>
                          </a:solidFill>
                          <a:effectLst/>
                          <a:latin typeface="+mn-lt"/>
                          <a:ea typeface="+mn-ea"/>
                          <a:cs typeface="+mn-cs"/>
                        </a:rPr>
                        <a:t>, Vite, </a:t>
                      </a:r>
                      <a:r>
                        <a:rPr lang="fr-FR" sz="1400" b="0" i="0" kern="1200" dirty="0" err="1">
                          <a:solidFill>
                            <a:schemeClr val="dk1"/>
                          </a:solidFill>
                          <a:effectLst/>
                          <a:latin typeface="+mn-lt"/>
                          <a:ea typeface="+mn-ea"/>
                          <a:cs typeface="+mn-cs"/>
                        </a:rPr>
                        <a:t>Rollup</a:t>
                      </a:r>
                      <a:r>
                        <a:rPr lang="fr-FR" sz="1400" b="0" i="0" kern="1200" dirty="0">
                          <a:solidFill>
                            <a:schemeClr val="dk1"/>
                          </a:solidFill>
                          <a:effectLst/>
                          <a:latin typeface="+mn-lt"/>
                          <a:ea typeface="+mn-ea"/>
                          <a:cs typeface="+mn-cs"/>
                        </a:rPr>
                        <a:t>, </a:t>
                      </a:r>
                      <a:r>
                        <a:rPr lang="fr-FR" sz="1400" b="0" i="0" kern="1200" dirty="0" err="1">
                          <a:solidFill>
                            <a:schemeClr val="dk1"/>
                          </a:solidFill>
                          <a:effectLst/>
                          <a:latin typeface="+mn-lt"/>
                          <a:ea typeface="+mn-ea"/>
                          <a:cs typeface="+mn-cs"/>
                        </a:rPr>
                        <a:t>Parcel</a:t>
                      </a:r>
                      <a:endParaRPr lang="fr-FR" sz="1400" b="0" i="0" kern="1200" dirty="0">
                        <a:solidFill>
                          <a:schemeClr val="dk1"/>
                        </a:solidFill>
                        <a:effectLst/>
                        <a:latin typeface="+mn-lt"/>
                        <a:ea typeface="+mn-ea"/>
                        <a:cs typeface="+mn-cs"/>
                      </a:endParaRPr>
                    </a:p>
                    <a:p>
                      <a:pPr marL="285750" indent="-285750">
                        <a:buFontTx/>
                        <a:buChar char="-"/>
                      </a:pPr>
                      <a:r>
                        <a:rPr lang="fr-FR" sz="1400" b="0" i="0" kern="1200" dirty="0">
                          <a:solidFill>
                            <a:schemeClr val="dk1"/>
                          </a:solidFill>
                          <a:effectLst/>
                          <a:latin typeface="+mn-lt"/>
                          <a:ea typeface="+mn-ea"/>
                          <a:cs typeface="+mn-cs"/>
                        </a:rPr>
                        <a:t>Transpilation ES6+ : compatibilité navigateurs</a:t>
                      </a:r>
                    </a:p>
                    <a:p>
                      <a:pPr marL="285750" indent="-285750">
                        <a:buFontTx/>
                        <a:buChar char="-"/>
                      </a:pPr>
                      <a:r>
                        <a:rPr lang="fr-FR" sz="1400" b="0" i="0" kern="1200" dirty="0">
                          <a:solidFill>
                            <a:schemeClr val="dk1"/>
                          </a:solidFill>
                          <a:effectLst/>
                          <a:latin typeface="+mn-lt"/>
                          <a:ea typeface="+mn-ea"/>
                          <a:cs typeface="+mn-cs"/>
                        </a:rPr>
                        <a:t>Optimisation des assets : minification (réduire la taille des fichiers JS), </a:t>
                      </a:r>
                      <a:r>
                        <a:rPr lang="fr-FR" sz="1400" b="0" i="0" kern="1200" dirty="0" err="1">
                          <a:solidFill>
                            <a:schemeClr val="dk1"/>
                          </a:solidFill>
                          <a:effectLst/>
                          <a:latin typeface="+mn-lt"/>
                          <a:ea typeface="+mn-ea"/>
                          <a:cs typeface="+mn-cs"/>
                        </a:rPr>
                        <a:t>tree</a:t>
                      </a:r>
                      <a:r>
                        <a:rPr lang="fr-FR" sz="1400" b="0" i="0" kern="1200" dirty="0">
                          <a:solidFill>
                            <a:schemeClr val="dk1"/>
                          </a:solidFill>
                          <a:effectLst/>
                          <a:latin typeface="+mn-lt"/>
                          <a:ea typeface="+mn-ea"/>
                          <a:cs typeface="+mn-cs"/>
                        </a:rPr>
                        <a:t> </a:t>
                      </a:r>
                      <a:r>
                        <a:rPr lang="fr-FR" sz="1400" b="0" i="0" kern="1200" dirty="0" err="1">
                          <a:solidFill>
                            <a:schemeClr val="dk1"/>
                          </a:solidFill>
                          <a:effectLst/>
                          <a:latin typeface="+mn-lt"/>
                          <a:ea typeface="+mn-ea"/>
                          <a:cs typeface="+mn-cs"/>
                        </a:rPr>
                        <a:t>shaking</a:t>
                      </a:r>
                      <a:r>
                        <a:rPr lang="fr-FR" sz="1400" b="0" i="0" kern="1200" dirty="0">
                          <a:solidFill>
                            <a:schemeClr val="dk1"/>
                          </a:solidFill>
                          <a:effectLst/>
                          <a:latin typeface="+mn-lt"/>
                          <a:ea typeface="+mn-ea"/>
                          <a:cs typeface="+mn-cs"/>
                        </a:rPr>
                        <a:t> (supprimer le code inutilisé d’un fichier JS ou d’un module).</a:t>
                      </a:r>
                    </a:p>
                  </a:txBody>
                  <a:tcPr/>
                </a:tc>
                <a:extLst>
                  <a:ext uri="{0D108BD9-81ED-4DB2-BD59-A6C34878D82A}">
                    <a16:rowId xmlns:a16="http://schemas.microsoft.com/office/drawing/2014/main" val="534141865"/>
                  </a:ext>
                </a:extLst>
              </a:tr>
            </a:tbl>
          </a:graphicData>
        </a:graphic>
      </p:graphicFrame>
      <p:sp>
        <p:nvSpPr>
          <p:cNvPr id="2" name="Rectangle 4">
            <a:extLst>
              <a:ext uri="{FF2B5EF4-FFF2-40B4-BE49-F238E27FC236}">
                <a16:creationId xmlns:a16="http://schemas.microsoft.com/office/drawing/2014/main" id="{2596453A-52DF-48D3-2778-B62A2AA8E507}"/>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Principes</a:t>
            </a:r>
            <a:r>
              <a:rPr lang="fr-FR" sz="2400" b="0" i="0" u="none" strike="noStrike" kern="1200" dirty="0">
                <a:effectLst/>
                <a:latin typeface="+mn-lt"/>
              </a:rPr>
              <a:t> </a:t>
            </a:r>
            <a:r>
              <a:rPr lang="fr-FR" sz="2400" b="1" dirty="0">
                <a:solidFill>
                  <a:schemeClr val="accent1">
                    <a:lumMod val="75000"/>
                  </a:schemeClr>
                </a:solidFill>
                <a:latin typeface="+mn-lt"/>
              </a:rPr>
              <a:t>de base du développement web moderne</a:t>
            </a:r>
          </a:p>
        </p:txBody>
      </p:sp>
    </p:spTree>
    <p:extLst>
      <p:ext uri="{BB962C8B-B14F-4D97-AF65-F5344CB8AC3E}">
        <p14:creationId xmlns:p14="http://schemas.microsoft.com/office/powerpoint/2010/main" val="1264331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078313"/>
          </a:xfrm>
          <a:prstGeom prst="rect">
            <a:avLst/>
          </a:prstGeom>
          <a:noFill/>
        </p:spPr>
        <p:txBody>
          <a:bodyPr wrap="square">
            <a:spAutoFit/>
          </a:bodyPr>
          <a:lstStyle/>
          <a:p>
            <a:pPr marL="446088" marR="88900" algn="just">
              <a:spcBef>
                <a:spcPts val="595"/>
              </a:spcBef>
              <a:spcAft>
                <a:spcPts val="0"/>
              </a:spcAft>
            </a:pPr>
            <a:r>
              <a:rPr lang="fr-FR" sz="1800" b="1" spc="-5" dirty="0">
                <a:solidFill>
                  <a:srgbClr val="2E5395"/>
                </a:solidFill>
                <a:latin typeface="+mn-lt"/>
                <a:ea typeface="Calibri" panose="020F0502020204030204" pitchFamily="34" charset="0"/>
              </a:rPr>
              <a:t>MPA : Multiple</a:t>
            </a:r>
            <a:r>
              <a:rPr lang="fr-FR" sz="1800" dirty="0">
                <a:latin typeface="+mn-lt"/>
                <a:ea typeface="Calibri" panose="020F0502020204030204" pitchFamily="34" charset="0"/>
              </a:rPr>
              <a:t> </a:t>
            </a:r>
            <a:r>
              <a:rPr lang="fr-FR" sz="1800" b="1" spc="-5" dirty="0">
                <a:solidFill>
                  <a:srgbClr val="2E5395"/>
                </a:solidFill>
                <a:latin typeface="+mn-lt"/>
                <a:ea typeface="Calibri" panose="020F0502020204030204" pitchFamily="34" charset="0"/>
              </a:rPr>
              <a:t>Page Application</a:t>
            </a:r>
          </a:p>
          <a:p>
            <a:pPr marL="363538" algn="just"/>
            <a:r>
              <a:rPr lang="fr-FR" sz="1800" dirty="0">
                <a:latin typeface="Calibri" panose="020F0502020204030204" pitchFamily="34" charset="0"/>
                <a:ea typeface="Calibri" panose="020F0502020204030204" pitchFamily="34" charset="0"/>
              </a:rPr>
              <a:t>Dans une Application MPA client/serveur traditionnelle, chaque clic de l’utilisateur déclenche</a:t>
            </a:r>
            <a:r>
              <a:rPr lang="fr-FR" sz="1800" spc="-10"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une</a:t>
            </a:r>
            <a:r>
              <a:rPr lang="fr-FR" sz="1800" spc="-10"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requête</a:t>
            </a:r>
            <a:r>
              <a:rPr lang="fr-FR" sz="1800" spc="-10"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HTTP</a:t>
            </a:r>
            <a:r>
              <a:rPr lang="fr-FR" sz="1800" spc="-10"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vers</a:t>
            </a:r>
            <a:r>
              <a:rPr lang="fr-FR" sz="1800" spc="-15"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le</a:t>
            </a:r>
            <a:r>
              <a:rPr lang="fr-FR" sz="1800" spc="-25"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serveur.</a:t>
            </a:r>
            <a:r>
              <a:rPr lang="fr-FR" sz="1800" spc="-15"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Le</a:t>
            </a:r>
            <a:r>
              <a:rPr lang="fr-FR" sz="1800" spc="-25"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résultat</a:t>
            </a:r>
            <a:r>
              <a:rPr lang="fr-FR" sz="1800" spc="-20"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de</a:t>
            </a:r>
            <a:r>
              <a:rPr lang="fr-FR" sz="1800" spc="-10"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cette</a:t>
            </a:r>
            <a:r>
              <a:rPr lang="fr-FR" sz="1800" spc="-10"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nouvelle</a:t>
            </a:r>
            <a:r>
              <a:rPr lang="fr-FR" sz="1800" spc="-10"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requête</a:t>
            </a:r>
            <a:r>
              <a:rPr lang="fr-FR" sz="1800" spc="-10" dirty="0">
                <a:latin typeface="Calibri" panose="020F0502020204030204" pitchFamily="34" charset="0"/>
                <a:ea typeface="Calibri" panose="020F0502020204030204" pitchFamily="34" charset="0"/>
              </a:rPr>
              <a:t> </a:t>
            </a:r>
            <a:r>
              <a:rPr lang="fr-FR" sz="1800" dirty="0">
                <a:latin typeface="Calibri" panose="020F0502020204030204" pitchFamily="34" charset="0"/>
                <a:ea typeface="Calibri" panose="020F0502020204030204" pitchFamily="34" charset="0"/>
              </a:rPr>
              <a:t>est un rafraîchissement complet de la page, même si une partie du contenu reste </a:t>
            </a:r>
            <a:r>
              <a:rPr lang="fr-FR" sz="1800" spc="-10" dirty="0">
                <a:latin typeface="Calibri" panose="020F0502020204030204" pitchFamily="34" charset="0"/>
                <a:ea typeface="Calibri" panose="020F0502020204030204" pitchFamily="34" charset="0"/>
              </a:rPr>
              <a:t>inchangée.</a:t>
            </a:r>
            <a:endParaRPr lang="fr-FR" sz="1800" dirty="0">
              <a:latin typeface="Calibri" panose="020F0502020204030204" pitchFamily="34" charset="0"/>
              <a:ea typeface="Calibri" panose="020F0502020204030204" pitchFamily="34" charset="0"/>
            </a:endParaRPr>
          </a:p>
          <a:p>
            <a:pPr lvl="1" algn="just">
              <a:spcBef>
                <a:spcPts val="600"/>
              </a:spcBef>
              <a:spcAft>
                <a:spcPts val="0"/>
              </a:spcAft>
              <a:buClr>
                <a:srgbClr val="2E5395"/>
              </a:buClr>
              <a:buSzPts val="1400"/>
              <a:tabLst>
                <a:tab pos="629285" algn="l"/>
              </a:tabLst>
            </a:pPr>
            <a:endParaRPr lang="fr-FR" sz="1800" b="1" spc="-5" dirty="0">
              <a:solidFill>
                <a:srgbClr val="2E5395"/>
              </a:solidFill>
              <a:latin typeface="+mn-lt"/>
              <a:ea typeface="Calibri" panose="020F0502020204030204" pitchFamily="34" charset="0"/>
            </a:endParaRPr>
          </a:p>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SPA : Single Page Application (</a:t>
            </a:r>
            <a:r>
              <a:rPr lang="fr-FR" sz="1800" dirty="0">
                <a:solidFill>
                  <a:srgbClr val="1F3863"/>
                </a:solidFill>
                <a:effectLst/>
                <a:latin typeface="Calibri" panose="020F0502020204030204" pitchFamily="34" charset="0"/>
                <a:ea typeface="Calibri" panose="020F0502020204030204" pitchFamily="34" charset="0"/>
              </a:rPr>
              <a:t>applications</a:t>
            </a:r>
            <a:r>
              <a:rPr lang="fr-FR" sz="1800" spc="-25" dirty="0">
                <a:solidFill>
                  <a:srgbClr val="1F3863"/>
                </a:solidFill>
                <a:effectLst/>
                <a:latin typeface="Calibri" panose="020F0502020204030204" pitchFamily="34" charset="0"/>
                <a:ea typeface="Calibri" panose="020F0502020204030204" pitchFamily="34" charset="0"/>
              </a:rPr>
              <a:t> </a:t>
            </a:r>
            <a:r>
              <a:rPr lang="fr-FR" sz="1800" dirty="0">
                <a:solidFill>
                  <a:srgbClr val="1F3863"/>
                </a:solidFill>
                <a:effectLst/>
                <a:latin typeface="Calibri" panose="020F0502020204030204" pitchFamily="34" charset="0"/>
                <a:ea typeface="Calibri" panose="020F0502020204030204" pitchFamily="34" charset="0"/>
              </a:rPr>
              <a:t>web</a:t>
            </a:r>
            <a:r>
              <a:rPr lang="fr-FR" sz="1800" spc="-20" dirty="0">
                <a:solidFill>
                  <a:srgbClr val="1F3863"/>
                </a:solidFill>
                <a:effectLst/>
                <a:latin typeface="Calibri" panose="020F0502020204030204" pitchFamily="34" charset="0"/>
                <a:ea typeface="Calibri" panose="020F0502020204030204" pitchFamily="34" charset="0"/>
              </a:rPr>
              <a:t> </a:t>
            </a:r>
            <a:r>
              <a:rPr lang="fr-FR" sz="1800" dirty="0">
                <a:solidFill>
                  <a:srgbClr val="1F3863"/>
                </a:solidFill>
                <a:effectLst/>
                <a:latin typeface="Calibri" panose="020F0502020204030204" pitchFamily="34" charset="0"/>
                <a:ea typeface="Calibri" panose="020F0502020204030204" pitchFamily="34" charset="0"/>
              </a:rPr>
              <a:t>mono-page</a:t>
            </a:r>
            <a:r>
              <a:rPr lang="fr-FR" sz="1800" spc="-30" dirty="0">
                <a:solidFill>
                  <a:srgbClr val="1F3863"/>
                </a:solidFill>
                <a:effectLst/>
                <a:latin typeface="Calibri" panose="020F0502020204030204" pitchFamily="34" charset="0"/>
                <a:ea typeface="Calibri" panose="020F0502020204030204" pitchFamily="34" charset="0"/>
              </a:rPr>
              <a:t>)</a:t>
            </a:r>
            <a:endParaRPr lang="fr-FR" sz="1800" b="1" spc="-5" dirty="0">
              <a:solidFill>
                <a:srgbClr val="2E5395"/>
              </a:solidFill>
              <a:latin typeface="+mn-lt"/>
              <a:ea typeface="Calibri" panose="020F0502020204030204" pitchFamily="34" charset="0"/>
            </a:endParaRPr>
          </a:p>
          <a:p>
            <a:pPr marL="539750" marR="88900" indent="-1588" algn="just">
              <a:spcBef>
                <a:spcPts val="595"/>
              </a:spcBef>
              <a:spcAft>
                <a:spcPts val="0"/>
              </a:spcAft>
            </a:pPr>
            <a:r>
              <a:rPr lang="fr-FR" dirty="0">
                <a:latin typeface="+mn-lt"/>
                <a:ea typeface="Calibri" panose="020F0502020204030204" pitchFamily="34" charset="0"/>
              </a:rPr>
              <a:t>SPA est un type d’application web qui fonctionne sur une </a:t>
            </a:r>
            <a:r>
              <a:rPr lang="fr-FR" b="1" dirty="0">
                <a:latin typeface="+mn-lt"/>
                <a:ea typeface="Calibri" panose="020F0502020204030204" pitchFamily="34" charset="0"/>
              </a:rPr>
              <a:t>seule page HTML </a:t>
            </a:r>
            <a:r>
              <a:rPr lang="fr-FR" dirty="0">
                <a:latin typeface="+mn-lt"/>
                <a:ea typeface="Calibri" panose="020F0502020204030204" pitchFamily="34" charset="0"/>
              </a:rPr>
              <a:t>et qui met à jour </a:t>
            </a:r>
            <a:r>
              <a:rPr lang="fr-FR" b="1" dirty="0">
                <a:latin typeface="+mn-lt"/>
                <a:ea typeface="Calibri" panose="020F0502020204030204" pitchFamily="34" charset="0"/>
              </a:rPr>
              <a:t>dynamiquement</a:t>
            </a:r>
            <a:r>
              <a:rPr lang="fr-FR" dirty="0">
                <a:latin typeface="+mn-lt"/>
                <a:ea typeface="Calibri" panose="020F0502020204030204" pitchFamily="34" charset="0"/>
              </a:rPr>
              <a:t> son contenu </a:t>
            </a:r>
            <a:r>
              <a:rPr lang="fr-FR" b="1" dirty="0">
                <a:latin typeface="+mn-lt"/>
                <a:ea typeface="Calibri" panose="020F0502020204030204" pitchFamily="34" charset="0"/>
              </a:rPr>
              <a:t>sans recharger complètement</a:t>
            </a:r>
            <a:r>
              <a:rPr lang="fr-FR" dirty="0">
                <a:latin typeface="+mn-lt"/>
                <a:ea typeface="Calibri" panose="020F0502020204030204" pitchFamily="34" charset="0"/>
              </a:rPr>
              <a:t> la page.</a:t>
            </a:r>
          </a:p>
          <a:p>
            <a:pPr marL="539750" marR="88900" indent="-1588" algn="just">
              <a:spcBef>
                <a:spcPts val="595"/>
              </a:spcBef>
              <a:spcAft>
                <a:spcPts val="0"/>
              </a:spcAft>
            </a:pPr>
            <a:r>
              <a:rPr lang="fr-FR" dirty="0">
                <a:effectLst/>
                <a:latin typeface="+mn-lt"/>
                <a:ea typeface="Calibri" panose="020F0502020204030204" pitchFamily="34" charset="0"/>
              </a:rPr>
              <a:t>Une application sur une seule page (SPA) </a:t>
            </a:r>
            <a:r>
              <a:rPr lang="fr-FR" dirty="0">
                <a:latin typeface="+mn-lt"/>
                <a:ea typeface="Calibri" panose="020F0502020204030204" pitchFamily="34" charset="0"/>
              </a:rPr>
              <a:t>permet :</a:t>
            </a:r>
          </a:p>
          <a:p>
            <a:pPr marL="720725" indent="-274638" algn="l">
              <a:buFont typeface="Wingdings" panose="05000000000000000000" pitchFamily="2" charset="2"/>
              <a:buChar char="§"/>
            </a:pPr>
            <a:r>
              <a:rPr kumimoji="0" lang="fr-FR" altLang="fr-FR" sz="1600" b="1" i="0" u="none" strike="noStrike" cap="none" normalizeH="0" baseline="0" dirty="0">
                <a:ln>
                  <a:noFill/>
                </a:ln>
                <a:solidFill>
                  <a:schemeClr val="tx1"/>
                </a:solidFill>
                <a:effectLst/>
                <a:latin typeface="+mn-lt"/>
              </a:rPr>
              <a:t>Chargement initial unique</a:t>
            </a:r>
            <a:r>
              <a:rPr kumimoji="0" lang="fr-FR" altLang="fr-FR" sz="1600" b="0" i="0" u="none" strike="noStrike" cap="none" normalizeH="0" baseline="0" dirty="0">
                <a:ln>
                  <a:noFill/>
                </a:ln>
                <a:solidFill>
                  <a:schemeClr val="tx1"/>
                </a:solidFill>
                <a:effectLst/>
                <a:latin typeface="+mn-lt"/>
              </a:rPr>
              <a:t> : la page HTML est chargée une seule fois, puis le contenu est mis à jour </a:t>
            </a:r>
            <a:r>
              <a:rPr lang="fr-FR" dirty="0">
                <a:effectLst/>
                <a:latin typeface="+mn-lt"/>
                <a:ea typeface="Calibri" panose="020F0502020204030204" pitchFamily="34" charset="0"/>
              </a:rPr>
              <a:t>dynamiquement </a:t>
            </a:r>
            <a:r>
              <a:rPr kumimoji="0" lang="fr-FR" altLang="fr-FR" sz="1600" b="0" i="0" u="none" strike="noStrike" cap="none" normalizeH="0" baseline="0" dirty="0">
                <a:ln>
                  <a:noFill/>
                </a:ln>
                <a:solidFill>
                  <a:schemeClr val="tx1"/>
                </a:solidFill>
                <a:effectLst/>
                <a:latin typeface="+mn-lt"/>
              </a:rPr>
              <a:t>via JavaScript.</a:t>
            </a:r>
          </a:p>
          <a:p>
            <a:pPr marL="720725" marR="0" lvl="0" indent="-274638"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600" b="1" i="0" u="none" strike="noStrike" cap="none" normalizeH="0" baseline="0" dirty="0">
                <a:ln>
                  <a:noFill/>
                </a:ln>
                <a:solidFill>
                  <a:schemeClr val="tx1"/>
                </a:solidFill>
                <a:effectLst/>
                <a:latin typeface="+mn-lt"/>
              </a:rPr>
              <a:t>Navigation fluide</a:t>
            </a:r>
            <a:r>
              <a:rPr kumimoji="0" lang="fr-FR" altLang="fr-FR" sz="1600" b="0" i="0" u="none" strike="noStrike" cap="none" normalizeH="0" baseline="0" dirty="0">
                <a:ln>
                  <a:noFill/>
                </a:ln>
                <a:solidFill>
                  <a:schemeClr val="tx1"/>
                </a:solidFill>
                <a:effectLst/>
                <a:latin typeface="+mn-lt"/>
              </a:rPr>
              <a:t> : les transitions entre les vues sont rapides, car seules les parties nécessaires de la page sont modifiées.</a:t>
            </a:r>
          </a:p>
          <a:p>
            <a:pPr marL="720725" marR="0" lvl="0" indent="-274638"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600" b="1" i="0" u="none" strike="noStrike" cap="none" normalizeH="0" baseline="0" dirty="0">
                <a:ln>
                  <a:noFill/>
                </a:ln>
                <a:solidFill>
                  <a:schemeClr val="tx1"/>
                </a:solidFill>
                <a:effectLst/>
                <a:latin typeface="+mn-lt"/>
              </a:rPr>
              <a:t>Utilisation d’API</a:t>
            </a:r>
            <a:r>
              <a:rPr kumimoji="0" lang="fr-FR" altLang="fr-FR" sz="1600" b="0" i="0" u="none" strike="noStrike" cap="none" normalizeH="0" baseline="0" dirty="0">
                <a:ln>
                  <a:noFill/>
                </a:ln>
                <a:solidFill>
                  <a:schemeClr val="tx1"/>
                </a:solidFill>
                <a:effectLst/>
                <a:latin typeface="+mn-lt"/>
              </a:rPr>
              <a:t> : les données sont récupérées en arrière-plan grâce à des appels AJAX ou via des API REST/</a:t>
            </a:r>
            <a:r>
              <a:rPr kumimoji="0" lang="fr-FR" altLang="fr-FR" sz="1600" b="0" i="0" u="none" strike="noStrike" cap="none" normalizeH="0" baseline="0" dirty="0" err="1">
                <a:ln>
                  <a:noFill/>
                </a:ln>
                <a:solidFill>
                  <a:schemeClr val="tx1"/>
                </a:solidFill>
                <a:effectLst/>
                <a:latin typeface="+mn-lt"/>
              </a:rPr>
              <a:t>GraphQL</a:t>
            </a:r>
            <a:r>
              <a:rPr kumimoji="0" lang="fr-FR" altLang="fr-FR" sz="1600" b="0" i="0" u="none" strike="noStrike" cap="none" normalizeH="0" baseline="0" dirty="0">
                <a:ln>
                  <a:noFill/>
                </a:ln>
                <a:solidFill>
                  <a:schemeClr val="tx1"/>
                </a:solidFill>
                <a:effectLst/>
                <a:latin typeface="+mn-lt"/>
              </a:rPr>
              <a:t>.</a:t>
            </a:r>
          </a:p>
          <a:p>
            <a:pPr marL="363538" algn="just"/>
            <a:endParaRPr lang="fr-FR" dirty="0">
              <a:latin typeface="+mn-lt"/>
            </a:endParaRPr>
          </a:p>
          <a:p>
            <a:pPr marL="363538" algn="just"/>
            <a:r>
              <a:rPr lang="fr-FR" sz="1800" b="1" dirty="0">
                <a:effectLst/>
                <a:latin typeface="Calibri" panose="020F0502020204030204" pitchFamily="34" charset="0"/>
                <a:ea typeface="Calibri" panose="020F0502020204030204" pitchFamily="34" charset="0"/>
                <a:sym typeface="Wingdings" panose="05000000000000000000" pitchFamily="2" charset="2"/>
              </a:rPr>
              <a:t> </a:t>
            </a:r>
            <a:r>
              <a:rPr lang="fr-FR" sz="1800" b="1" dirty="0">
                <a:effectLst/>
                <a:latin typeface="Calibri" panose="020F0502020204030204" pitchFamily="34" charset="0"/>
                <a:ea typeface="Calibri" panose="020F0502020204030204" pitchFamily="34" charset="0"/>
              </a:rPr>
              <a:t>SPA</a:t>
            </a:r>
            <a:r>
              <a:rPr lang="fr-FR" sz="1800" b="1" spc="-10" dirty="0">
                <a:effectLst/>
                <a:latin typeface="Calibri" panose="020F0502020204030204" pitchFamily="34" charset="0"/>
                <a:ea typeface="Calibri" panose="020F0502020204030204" pitchFamily="34" charset="0"/>
              </a:rPr>
              <a:t> </a:t>
            </a:r>
            <a:r>
              <a:rPr lang="fr-FR" sz="1800" b="1" dirty="0">
                <a:effectLst/>
                <a:latin typeface="Calibri" panose="020F0502020204030204" pitchFamily="34" charset="0"/>
                <a:ea typeface="Calibri" panose="020F0502020204030204" pitchFamily="34" charset="0"/>
              </a:rPr>
              <a:t>et</a:t>
            </a:r>
            <a:r>
              <a:rPr lang="fr-FR" sz="1800" b="1" spc="-15" dirty="0">
                <a:effectLst/>
                <a:latin typeface="Calibri" panose="020F0502020204030204" pitchFamily="34" charset="0"/>
                <a:ea typeface="Calibri" panose="020F0502020204030204" pitchFamily="34" charset="0"/>
              </a:rPr>
              <a:t> </a:t>
            </a:r>
            <a:r>
              <a:rPr lang="fr-FR" sz="1800" b="1" dirty="0">
                <a:effectLst/>
                <a:latin typeface="Calibri" panose="020F0502020204030204" pitchFamily="34" charset="0"/>
                <a:ea typeface="Calibri" panose="020F0502020204030204" pitchFamily="34" charset="0"/>
              </a:rPr>
              <a:t>MPA</a:t>
            </a:r>
            <a:r>
              <a:rPr lang="fr-FR" sz="1800" b="1" spc="-5" dirty="0">
                <a:effectLst/>
                <a:latin typeface="Calibri" panose="020F0502020204030204" pitchFamily="34" charset="0"/>
                <a:ea typeface="Calibri" panose="020F0502020204030204" pitchFamily="34" charset="0"/>
              </a:rPr>
              <a:t> </a:t>
            </a:r>
            <a:r>
              <a:rPr lang="fr-FR" sz="1800" b="1" dirty="0">
                <a:effectLst/>
                <a:latin typeface="Calibri" panose="020F0502020204030204" pitchFamily="34" charset="0"/>
                <a:ea typeface="Calibri" panose="020F0502020204030204" pitchFamily="34" charset="0"/>
              </a:rPr>
              <a:t>sont</a:t>
            </a:r>
            <a:r>
              <a:rPr lang="fr-FR" sz="1800" b="1" spc="-10" dirty="0">
                <a:effectLst/>
                <a:latin typeface="Calibri" panose="020F0502020204030204" pitchFamily="34" charset="0"/>
                <a:ea typeface="Calibri" panose="020F0502020204030204" pitchFamily="34" charset="0"/>
              </a:rPr>
              <a:t> </a:t>
            </a:r>
            <a:r>
              <a:rPr lang="fr-FR" sz="1800" b="1" dirty="0">
                <a:effectLst/>
                <a:latin typeface="Calibri" panose="020F0502020204030204" pitchFamily="34" charset="0"/>
                <a:ea typeface="Calibri" panose="020F0502020204030204" pitchFamily="34" charset="0"/>
              </a:rPr>
              <a:t>tous</a:t>
            </a:r>
            <a:r>
              <a:rPr lang="fr-FR" sz="1800" b="1" spc="-20" dirty="0">
                <a:effectLst/>
                <a:latin typeface="Calibri" panose="020F0502020204030204" pitchFamily="34" charset="0"/>
                <a:ea typeface="Calibri" panose="020F0502020204030204" pitchFamily="34" charset="0"/>
              </a:rPr>
              <a:t> </a:t>
            </a:r>
            <a:r>
              <a:rPr lang="fr-FR" sz="1800" b="1" dirty="0">
                <a:effectLst/>
                <a:latin typeface="Calibri" panose="020F0502020204030204" pitchFamily="34" charset="0"/>
                <a:ea typeface="Calibri" panose="020F0502020204030204" pitchFamily="34" charset="0"/>
              </a:rPr>
              <a:t>deux</a:t>
            </a:r>
            <a:r>
              <a:rPr lang="fr-FR" sz="1800" b="1" spc="-15" dirty="0">
                <a:effectLst/>
                <a:latin typeface="Calibri" panose="020F0502020204030204" pitchFamily="34" charset="0"/>
                <a:ea typeface="Calibri" panose="020F0502020204030204" pitchFamily="34" charset="0"/>
              </a:rPr>
              <a:t> </a:t>
            </a:r>
            <a:r>
              <a:rPr lang="fr-FR" sz="1800" b="1" dirty="0">
                <a:effectLst/>
                <a:latin typeface="Calibri" panose="020F0502020204030204" pitchFamily="34" charset="0"/>
                <a:ea typeface="Calibri" panose="020F0502020204030204" pitchFamily="34" charset="0"/>
              </a:rPr>
              <a:t>basés</a:t>
            </a:r>
            <a:r>
              <a:rPr lang="fr-FR" sz="1800" b="1" spc="-15" dirty="0">
                <a:effectLst/>
                <a:latin typeface="Calibri" panose="020F0502020204030204" pitchFamily="34" charset="0"/>
                <a:ea typeface="Calibri" panose="020F0502020204030204" pitchFamily="34" charset="0"/>
              </a:rPr>
              <a:t> </a:t>
            </a:r>
            <a:r>
              <a:rPr lang="fr-FR" sz="1800" b="1" dirty="0">
                <a:effectLst/>
                <a:latin typeface="Calibri" panose="020F0502020204030204" pitchFamily="34" charset="0"/>
                <a:ea typeface="Calibri" panose="020F0502020204030204" pitchFamily="34" charset="0"/>
              </a:rPr>
              <a:t>sur</a:t>
            </a:r>
            <a:r>
              <a:rPr lang="fr-FR" sz="1800" b="1" spc="-5" dirty="0">
                <a:effectLst/>
                <a:latin typeface="Calibri" panose="020F0502020204030204" pitchFamily="34" charset="0"/>
                <a:ea typeface="Calibri" panose="020F0502020204030204" pitchFamily="34" charset="0"/>
              </a:rPr>
              <a:t> </a:t>
            </a:r>
            <a:r>
              <a:rPr lang="fr-FR" sz="1800" b="1" dirty="0">
                <a:effectLst/>
                <a:latin typeface="Calibri" panose="020F0502020204030204" pitchFamily="34" charset="0"/>
                <a:ea typeface="Calibri" panose="020F0502020204030204" pitchFamily="34" charset="0"/>
              </a:rPr>
              <a:t>le</a:t>
            </a:r>
            <a:r>
              <a:rPr lang="fr-FR" sz="1800" b="1" spc="-5" dirty="0">
                <a:effectLst/>
                <a:latin typeface="Calibri" panose="020F0502020204030204" pitchFamily="34" charset="0"/>
                <a:ea typeface="Calibri" panose="020F0502020204030204" pitchFamily="34" charset="0"/>
              </a:rPr>
              <a:t> </a:t>
            </a:r>
            <a:r>
              <a:rPr lang="fr-FR" sz="1800" b="1" dirty="0">
                <a:effectLst/>
                <a:latin typeface="Calibri" panose="020F0502020204030204" pitchFamily="34" charset="0"/>
                <a:ea typeface="Calibri" panose="020F0502020204030204" pitchFamily="34" charset="0"/>
              </a:rPr>
              <a:t>protocole</a:t>
            </a:r>
            <a:r>
              <a:rPr lang="fr-FR" sz="1800" b="1" spc="-15" dirty="0">
                <a:effectLst/>
                <a:latin typeface="Calibri" panose="020F0502020204030204" pitchFamily="34" charset="0"/>
                <a:ea typeface="Calibri" panose="020F0502020204030204" pitchFamily="34" charset="0"/>
              </a:rPr>
              <a:t> </a:t>
            </a:r>
            <a:r>
              <a:rPr lang="fr-FR" sz="1800" b="1" spc="-10" dirty="0">
                <a:effectLst/>
                <a:latin typeface="Calibri" panose="020F0502020204030204" pitchFamily="34" charset="0"/>
                <a:ea typeface="Calibri" panose="020F0502020204030204" pitchFamily="34" charset="0"/>
              </a:rPr>
              <a:t>HTTP</a:t>
            </a:r>
            <a:endParaRPr lang="fr-FR" b="1" dirty="0">
              <a:latin typeface="+mn-lt"/>
            </a:endParaRPr>
          </a:p>
        </p:txBody>
      </p:sp>
      <p:sp>
        <p:nvSpPr>
          <p:cNvPr id="5" name="Rectangle 4">
            <a:extLst>
              <a:ext uri="{FF2B5EF4-FFF2-40B4-BE49-F238E27FC236}">
                <a16:creationId xmlns:a16="http://schemas.microsoft.com/office/drawing/2014/main" id="{58D1B811-71C2-B439-D103-04457D3EA84A}"/>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Principes</a:t>
            </a:r>
            <a:r>
              <a:rPr lang="fr-FR" sz="2400" b="0" i="0" u="none" strike="noStrike" kern="1200" dirty="0">
                <a:effectLst/>
                <a:latin typeface="+mn-lt"/>
              </a:rPr>
              <a:t> </a:t>
            </a:r>
            <a:r>
              <a:rPr lang="fr-FR" sz="2400" b="1" dirty="0">
                <a:solidFill>
                  <a:schemeClr val="accent1">
                    <a:lumMod val="75000"/>
                  </a:schemeClr>
                </a:solidFill>
                <a:latin typeface="+mn-lt"/>
              </a:rPr>
              <a:t>de base du développement web moderne</a:t>
            </a:r>
          </a:p>
        </p:txBody>
      </p:sp>
    </p:spTree>
    <p:extLst>
      <p:ext uri="{BB962C8B-B14F-4D97-AF65-F5344CB8AC3E}">
        <p14:creationId xmlns:p14="http://schemas.microsoft.com/office/powerpoint/2010/main" val="235189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1" y="831758"/>
            <a:ext cx="5805124" cy="6340197"/>
          </a:xfrm>
          <a:prstGeom prst="rect">
            <a:avLst/>
          </a:prstGeom>
          <a:noFill/>
          <a:ln>
            <a:solidFill>
              <a:schemeClr val="accent1">
                <a:lumMod val="75000"/>
              </a:schemeClr>
            </a:solidFill>
          </a:ln>
        </p:spPr>
        <p:txBody>
          <a:bodyPr wrap="square">
            <a:spAutoFit/>
          </a:bodyPr>
          <a:lstStyle/>
          <a:p>
            <a:pPr marL="88900"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Fonctionnement d’une application SPA</a:t>
            </a:r>
            <a:endParaRPr lang="fr-FR" dirty="0">
              <a:latin typeface="+mn-lt"/>
            </a:endParaRPr>
          </a:p>
          <a:p>
            <a:pPr marL="176213" marR="0" lvl="0" indent="-176213" algn="l" defTabSz="914400" rtl="0" eaLnBrk="0" fontAlgn="base" latinLnBrk="0" hangingPunct="0">
              <a:lnSpc>
                <a:spcPct val="100000"/>
              </a:lnSpc>
              <a:spcBef>
                <a:spcPct val="0"/>
              </a:spcBef>
              <a:spcAft>
                <a:spcPct val="0"/>
              </a:spcAft>
              <a:buClrTx/>
              <a:buSzTx/>
              <a:tabLst/>
            </a:pPr>
            <a:r>
              <a:rPr kumimoji="0" lang="fr-FR" altLang="fr-FR" sz="1600" b="1" i="0" u="none" strike="noStrike" cap="none" normalizeH="0" baseline="0" dirty="0">
                <a:ln>
                  <a:noFill/>
                </a:ln>
                <a:solidFill>
                  <a:schemeClr val="tx1"/>
                </a:solidFill>
                <a:effectLst/>
                <a:latin typeface="Arial" panose="020B0604020202020204" pitchFamily="34" charset="0"/>
              </a:rPr>
              <a:t>1- </a:t>
            </a:r>
            <a:r>
              <a:rPr kumimoji="0" lang="fr-FR" altLang="fr-FR" sz="1600" b="1" i="0" u="none" strike="noStrike" cap="none" normalizeH="0" baseline="0" dirty="0">
                <a:ln>
                  <a:noFill/>
                </a:ln>
                <a:solidFill>
                  <a:schemeClr val="tx1"/>
                </a:solidFill>
                <a:effectLst/>
                <a:latin typeface="+mj-lt"/>
              </a:rPr>
              <a:t>Chargement initial</a:t>
            </a:r>
            <a:endParaRPr kumimoji="0" lang="fr-FR" altLang="fr-FR" sz="1600" b="0" i="0" u="none" strike="noStrike" cap="none" normalizeH="0" baseline="0" dirty="0">
              <a:ln>
                <a:noFill/>
              </a:ln>
              <a:solidFill>
                <a:schemeClr val="tx1"/>
              </a:solidFill>
              <a:effectLst/>
              <a:latin typeface="+mj-lt"/>
            </a:endParaRPr>
          </a:p>
          <a:p>
            <a:pPr marL="176213" marR="0" lvl="0" indent="-176213"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600" b="0" i="0" u="none" strike="noStrike" cap="none" normalizeH="0" baseline="0" dirty="0">
                <a:ln>
                  <a:noFill/>
                </a:ln>
                <a:solidFill>
                  <a:schemeClr val="tx1"/>
                </a:solidFill>
                <a:effectLst/>
                <a:latin typeface="+mj-lt"/>
              </a:rPr>
              <a:t>Lors du premier accès, le navigateur télécharge une </a:t>
            </a:r>
            <a:r>
              <a:rPr kumimoji="0" lang="fr-FR" altLang="fr-FR" sz="1600" b="1" i="0" u="none" strike="noStrike" cap="none" normalizeH="0" baseline="0" dirty="0">
                <a:ln>
                  <a:noFill/>
                </a:ln>
                <a:solidFill>
                  <a:schemeClr val="tx1"/>
                </a:solidFill>
                <a:effectLst/>
                <a:latin typeface="+mj-lt"/>
              </a:rPr>
              <a:t>page HTML unique</a:t>
            </a:r>
            <a:r>
              <a:rPr kumimoji="0" lang="fr-FR" altLang="fr-FR" sz="1600" b="0" i="0" u="none" strike="noStrike" cap="none" normalizeH="0" baseline="0" dirty="0">
                <a:ln>
                  <a:noFill/>
                </a:ln>
                <a:solidFill>
                  <a:schemeClr val="tx1"/>
                </a:solidFill>
                <a:effectLst/>
                <a:latin typeface="+mj-lt"/>
              </a:rPr>
              <a:t>, ainsi que les fichiers JavaScript et CSS nécessaires.</a:t>
            </a:r>
          </a:p>
          <a:p>
            <a:pPr marL="176213" marR="0" lvl="0" indent="-176213"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600" b="0" i="0" u="none" strike="noStrike" cap="none" normalizeH="0" baseline="0" dirty="0">
                <a:ln>
                  <a:noFill/>
                </a:ln>
                <a:solidFill>
                  <a:schemeClr val="tx1"/>
                </a:solidFill>
                <a:effectLst/>
                <a:latin typeface="+mj-lt"/>
              </a:rPr>
              <a:t>Ce JavaScript contient la logique pour gérer l’affichage et la navigation.</a:t>
            </a:r>
          </a:p>
          <a:p>
            <a:pPr marR="0" lvl="0" algn="l" defTabSz="914400" rtl="0" eaLnBrk="0" fontAlgn="base" latinLnBrk="0" hangingPunct="0">
              <a:lnSpc>
                <a:spcPct val="100000"/>
              </a:lnSpc>
              <a:spcBef>
                <a:spcPct val="0"/>
              </a:spcBef>
              <a:spcAft>
                <a:spcPct val="0"/>
              </a:spcAft>
              <a:buClrTx/>
              <a:buSzTx/>
              <a:tabLst/>
            </a:pPr>
            <a:endParaRPr kumimoji="0" lang="fr-FR" altLang="fr-FR" sz="800" b="0" i="0" u="none" strike="noStrike" cap="none" normalizeH="0" baseline="0" dirty="0">
              <a:ln>
                <a:noFill/>
              </a:ln>
              <a:solidFill>
                <a:schemeClr val="tx1"/>
              </a:solidFill>
              <a:effectLst/>
              <a:latin typeface="+mj-lt"/>
            </a:endParaRPr>
          </a:p>
          <a:p>
            <a:pPr marL="176213" marR="0" lvl="0" indent="-176213" algn="l" defTabSz="914400" rtl="0" eaLnBrk="0" fontAlgn="base" latinLnBrk="0" hangingPunct="0">
              <a:lnSpc>
                <a:spcPct val="100000"/>
              </a:lnSpc>
              <a:spcBef>
                <a:spcPct val="0"/>
              </a:spcBef>
              <a:spcAft>
                <a:spcPct val="0"/>
              </a:spcAft>
              <a:buClrTx/>
              <a:buSzTx/>
              <a:tabLst/>
            </a:pPr>
            <a:r>
              <a:rPr kumimoji="0" lang="fr-FR" altLang="fr-FR" sz="1600" b="1" i="0" u="none" strike="noStrike" cap="none" normalizeH="0" baseline="0" dirty="0">
                <a:ln>
                  <a:noFill/>
                </a:ln>
                <a:solidFill>
                  <a:schemeClr val="tx1"/>
                </a:solidFill>
                <a:effectLst/>
                <a:latin typeface="+mj-lt"/>
              </a:rPr>
              <a:t>2- Navigation interne</a:t>
            </a:r>
            <a:endParaRPr kumimoji="0" lang="fr-FR" altLang="fr-FR" sz="1600" b="0" i="0" u="none" strike="noStrike" cap="none" normalizeH="0" baseline="0" dirty="0">
              <a:ln>
                <a:noFill/>
              </a:ln>
              <a:solidFill>
                <a:schemeClr val="tx1"/>
              </a:solidFill>
              <a:effectLst/>
              <a:latin typeface="+mj-lt"/>
            </a:endParaRPr>
          </a:p>
          <a:p>
            <a:pPr marL="176213" marR="0" lvl="0" indent="-176213"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600" b="0" i="0" u="none" strike="noStrike" cap="none" normalizeH="0" baseline="0" dirty="0">
                <a:ln>
                  <a:noFill/>
                </a:ln>
                <a:solidFill>
                  <a:schemeClr val="tx1"/>
                </a:solidFill>
                <a:effectLst/>
                <a:latin typeface="+mj-lt"/>
              </a:rPr>
              <a:t>Quand l’utilisateur clique sur un lien ou interagit avec l’application, la SPA </a:t>
            </a:r>
            <a:r>
              <a:rPr kumimoji="0" lang="fr-FR" altLang="fr-FR" sz="1600" b="1" i="0" u="none" strike="noStrike" cap="none" normalizeH="0" baseline="0" dirty="0">
                <a:ln>
                  <a:noFill/>
                </a:ln>
                <a:solidFill>
                  <a:schemeClr val="tx1"/>
                </a:solidFill>
                <a:effectLst/>
                <a:latin typeface="+mj-lt"/>
              </a:rPr>
              <a:t>ne recharge pas toute la page</a:t>
            </a:r>
            <a:r>
              <a:rPr kumimoji="0" lang="fr-FR" altLang="fr-FR" sz="1600" b="0" i="0" u="none" strike="noStrike" cap="none" normalizeH="0" baseline="0" dirty="0">
                <a:ln>
                  <a:noFill/>
                </a:ln>
                <a:solidFill>
                  <a:schemeClr val="tx1"/>
                </a:solidFill>
                <a:effectLst/>
                <a:latin typeface="+mj-lt"/>
              </a:rPr>
              <a:t>.</a:t>
            </a:r>
          </a:p>
          <a:p>
            <a:pPr marL="176213" marR="0" lvl="0" indent="-176213"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600" b="0" i="0" u="none" strike="noStrike" cap="none" normalizeH="0" baseline="0" dirty="0">
                <a:ln>
                  <a:noFill/>
                </a:ln>
                <a:solidFill>
                  <a:schemeClr val="tx1"/>
                </a:solidFill>
                <a:effectLst/>
                <a:latin typeface="+mj-lt"/>
              </a:rPr>
              <a:t>Le JavaScript intercepte la navigation et met à jour uniquement la partie concernée du DOM (Document Object Model).</a:t>
            </a:r>
          </a:p>
          <a:p>
            <a:pPr marR="0" lvl="0" algn="l" defTabSz="914400" rtl="0" eaLnBrk="0" fontAlgn="base" latinLnBrk="0" hangingPunct="0">
              <a:lnSpc>
                <a:spcPct val="100000"/>
              </a:lnSpc>
              <a:spcBef>
                <a:spcPct val="0"/>
              </a:spcBef>
              <a:spcAft>
                <a:spcPct val="0"/>
              </a:spcAft>
              <a:buClrTx/>
              <a:buSzTx/>
              <a:tabLst/>
            </a:pPr>
            <a:endParaRPr kumimoji="0" lang="fr-FR" altLang="fr-FR" sz="800" b="0" i="0" u="none" strike="noStrike" cap="none" normalizeH="0" baseline="0" dirty="0">
              <a:ln>
                <a:noFill/>
              </a:ln>
              <a:solidFill>
                <a:schemeClr val="tx1"/>
              </a:solidFill>
              <a:effectLst/>
              <a:latin typeface="+mj-lt"/>
            </a:endParaRPr>
          </a:p>
          <a:p>
            <a:pPr marL="176213" marR="0" lvl="0" indent="-176213" algn="l" defTabSz="914400" rtl="0" eaLnBrk="0" fontAlgn="base" latinLnBrk="0" hangingPunct="0">
              <a:lnSpc>
                <a:spcPct val="100000"/>
              </a:lnSpc>
              <a:spcBef>
                <a:spcPct val="0"/>
              </a:spcBef>
              <a:spcAft>
                <a:spcPct val="0"/>
              </a:spcAft>
              <a:buClrTx/>
              <a:buSzTx/>
              <a:tabLst/>
            </a:pPr>
            <a:r>
              <a:rPr kumimoji="0" lang="fr-FR" altLang="fr-FR" sz="1600" b="1" i="0" u="none" strike="noStrike" cap="none" normalizeH="0" baseline="0" dirty="0">
                <a:ln>
                  <a:noFill/>
                </a:ln>
                <a:solidFill>
                  <a:schemeClr val="tx1"/>
                </a:solidFill>
                <a:effectLst/>
                <a:latin typeface="+mj-lt"/>
              </a:rPr>
              <a:t>3- Communication avec le serveur</a:t>
            </a:r>
            <a:endParaRPr kumimoji="0" lang="fr-FR" altLang="fr-FR" sz="1600" b="0" i="0" u="none" strike="noStrike" cap="none" normalizeH="0" baseline="0" dirty="0">
              <a:ln>
                <a:noFill/>
              </a:ln>
              <a:solidFill>
                <a:schemeClr val="tx1"/>
              </a:solidFill>
              <a:effectLst/>
              <a:latin typeface="+mj-lt"/>
            </a:endParaRPr>
          </a:p>
          <a:p>
            <a:pPr marL="176213" indent="-176213" algn="l">
              <a:buFont typeface="Wingdings" panose="05000000000000000000" pitchFamily="2" charset="2"/>
              <a:buChar char="§"/>
            </a:pPr>
            <a:r>
              <a:rPr lang="fr-FR" altLang="fr-FR" dirty="0">
                <a:latin typeface="+mj-lt"/>
              </a:rPr>
              <a:t>Les données sont récupérées via des API (REST, </a:t>
            </a:r>
            <a:r>
              <a:rPr lang="fr-FR" altLang="fr-FR" dirty="0" err="1">
                <a:latin typeface="+mj-lt"/>
              </a:rPr>
              <a:t>GraphQL</a:t>
            </a:r>
            <a:r>
              <a:rPr lang="fr-FR" altLang="fr-FR" dirty="0">
                <a:latin typeface="+mj-lt"/>
              </a:rPr>
              <a:t> …) grâce à des appels AJAX ou </a:t>
            </a:r>
            <a:r>
              <a:rPr lang="fr-FR" altLang="fr-FR" dirty="0" err="1">
                <a:latin typeface="+mj-lt"/>
              </a:rPr>
              <a:t>fetch</a:t>
            </a:r>
            <a:r>
              <a:rPr lang="fr-FR" altLang="fr-FR" dirty="0">
                <a:latin typeface="+mj-lt"/>
              </a:rPr>
              <a:t>.</a:t>
            </a:r>
          </a:p>
          <a:p>
            <a:pPr marL="176213" indent="-176213" algn="l">
              <a:buFont typeface="Wingdings" panose="05000000000000000000" pitchFamily="2" charset="2"/>
              <a:buChar char="§"/>
            </a:pPr>
            <a:r>
              <a:rPr lang="fr-FR" altLang="fr-FR" dirty="0">
                <a:latin typeface="+mj-lt"/>
              </a:rPr>
              <a:t>Le serveur envoie uniquement les données brutes (JSON par exemple), pas une nouvelle page HTML complète.</a:t>
            </a:r>
          </a:p>
          <a:p>
            <a:pPr marL="176213" indent="-176213" algn="l"/>
            <a:endParaRPr lang="fr-FR" altLang="fr-FR" sz="800" dirty="0">
              <a:latin typeface="+mj-lt"/>
            </a:endParaRPr>
          </a:p>
          <a:p>
            <a:pPr marL="176213" marR="0" lvl="0" indent="-176213" algn="l" defTabSz="914400" rtl="0" eaLnBrk="0" fontAlgn="base" latinLnBrk="0" hangingPunct="0">
              <a:lnSpc>
                <a:spcPct val="100000"/>
              </a:lnSpc>
              <a:spcBef>
                <a:spcPct val="0"/>
              </a:spcBef>
              <a:spcAft>
                <a:spcPct val="0"/>
              </a:spcAft>
              <a:buClrTx/>
              <a:buSzTx/>
              <a:tabLst/>
            </a:pPr>
            <a:r>
              <a:rPr kumimoji="0" lang="fr-FR" altLang="fr-FR" sz="1600" b="1" i="0" u="none" strike="noStrike" cap="none" normalizeH="0" baseline="0" dirty="0">
                <a:ln>
                  <a:noFill/>
                </a:ln>
                <a:solidFill>
                  <a:schemeClr val="tx1"/>
                </a:solidFill>
                <a:effectLst/>
                <a:latin typeface="+mj-lt"/>
              </a:rPr>
              <a:t>4- Mise à jour côté client</a:t>
            </a:r>
            <a:endParaRPr kumimoji="0" lang="fr-FR" altLang="fr-FR" sz="1600" b="0" i="0" u="none" strike="noStrike" cap="none" normalizeH="0" baseline="0" dirty="0">
              <a:ln>
                <a:noFill/>
              </a:ln>
              <a:solidFill>
                <a:schemeClr val="tx1"/>
              </a:solidFill>
              <a:effectLst/>
              <a:latin typeface="+mj-lt"/>
            </a:endParaRPr>
          </a:p>
          <a:p>
            <a:pPr marL="176213" indent="-176213" algn="l">
              <a:buFont typeface="Wingdings" panose="05000000000000000000" pitchFamily="2" charset="2"/>
              <a:buChar char="§"/>
            </a:pPr>
            <a:r>
              <a:rPr lang="fr-FR" altLang="fr-FR" dirty="0">
                <a:latin typeface="+mj-lt"/>
              </a:rPr>
              <a:t>Le navigateur (via JavaScript) recompose l’interface en fonction des données reçues.</a:t>
            </a:r>
          </a:p>
          <a:p>
            <a:pPr marL="176213" indent="-176213" algn="l">
              <a:buFont typeface="Wingdings" panose="05000000000000000000" pitchFamily="2" charset="2"/>
              <a:buChar char="§"/>
            </a:pPr>
            <a:r>
              <a:rPr lang="fr-FR" altLang="fr-FR" dirty="0">
                <a:latin typeface="+mj-lt"/>
              </a:rPr>
              <a:t>Cela donne une impression de fluidité, car seul le contenu change sans rechargement global.</a:t>
            </a:r>
          </a:p>
          <a:p>
            <a:pPr marL="606425" marR="0" lvl="0" algn="l" defTabSz="914400" rtl="0" eaLnBrk="0" fontAlgn="base" latinLnBrk="0" hangingPunct="0">
              <a:lnSpc>
                <a:spcPct val="100000"/>
              </a:lnSpc>
              <a:spcBef>
                <a:spcPct val="0"/>
              </a:spcBef>
              <a:spcAft>
                <a:spcPct val="0"/>
              </a:spcAft>
              <a:buClrTx/>
              <a:buSzTx/>
              <a:tabLst/>
            </a:pPr>
            <a:endParaRPr kumimoji="0" lang="fr-FR" altLang="fr-FR" sz="1600" b="0" i="0" u="none" strike="noStrike" cap="none" normalizeH="0" baseline="0" dirty="0">
              <a:ln>
                <a:noFill/>
              </a:ln>
              <a:solidFill>
                <a:schemeClr val="tx1"/>
              </a:solidFill>
              <a:effectLst/>
              <a:latin typeface="Arial" panose="020B0604020202020204" pitchFamily="34" charset="0"/>
            </a:endParaRPr>
          </a:p>
          <a:p>
            <a:pPr marL="363538" algn="just"/>
            <a:endParaRPr lang="fr-FR" dirty="0">
              <a:latin typeface="+mn-lt"/>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pic>
        <p:nvPicPr>
          <p:cNvPr id="8" name="Image 7">
            <a:extLst>
              <a:ext uri="{FF2B5EF4-FFF2-40B4-BE49-F238E27FC236}">
                <a16:creationId xmlns:a16="http://schemas.microsoft.com/office/drawing/2014/main" id="{9BB26EA7-CB9A-C7C9-2920-6266E84226FE}"/>
              </a:ext>
            </a:extLst>
          </p:cNvPr>
          <p:cNvPicPr>
            <a:picLocks noChangeAspect="1"/>
          </p:cNvPicPr>
          <p:nvPr/>
        </p:nvPicPr>
        <p:blipFill>
          <a:blip r:embed="rId3"/>
          <a:stretch>
            <a:fillRect/>
          </a:stretch>
        </p:blipFill>
        <p:spPr>
          <a:xfrm>
            <a:off x="6603292" y="872148"/>
            <a:ext cx="1952625" cy="476250"/>
          </a:xfrm>
          <a:prstGeom prst="rect">
            <a:avLst/>
          </a:prstGeom>
        </p:spPr>
      </p:pic>
      <p:pic>
        <p:nvPicPr>
          <p:cNvPr id="10" name="Image 9">
            <a:extLst>
              <a:ext uri="{FF2B5EF4-FFF2-40B4-BE49-F238E27FC236}">
                <a16:creationId xmlns:a16="http://schemas.microsoft.com/office/drawing/2014/main" id="{CC67E506-2266-BE18-FABA-CE40B4F17B17}"/>
              </a:ext>
            </a:extLst>
          </p:cNvPr>
          <p:cNvPicPr>
            <a:picLocks noChangeAspect="1"/>
          </p:cNvPicPr>
          <p:nvPr/>
        </p:nvPicPr>
        <p:blipFill>
          <a:blip r:embed="rId4"/>
          <a:stretch>
            <a:fillRect/>
          </a:stretch>
        </p:blipFill>
        <p:spPr>
          <a:xfrm>
            <a:off x="6158429" y="1384466"/>
            <a:ext cx="2633031" cy="1247775"/>
          </a:xfrm>
          <a:prstGeom prst="rect">
            <a:avLst/>
          </a:prstGeom>
        </p:spPr>
      </p:pic>
      <p:pic>
        <p:nvPicPr>
          <p:cNvPr id="12" name="Image 11">
            <a:extLst>
              <a:ext uri="{FF2B5EF4-FFF2-40B4-BE49-F238E27FC236}">
                <a16:creationId xmlns:a16="http://schemas.microsoft.com/office/drawing/2014/main" id="{F56CA8E9-5ED6-A0F5-6BEC-E5511690187A}"/>
              </a:ext>
            </a:extLst>
          </p:cNvPr>
          <p:cNvPicPr>
            <a:picLocks noChangeAspect="1"/>
          </p:cNvPicPr>
          <p:nvPr/>
        </p:nvPicPr>
        <p:blipFill>
          <a:blip r:embed="rId5"/>
          <a:stretch>
            <a:fillRect/>
          </a:stretch>
        </p:blipFill>
        <p:spPr>
          <a:xfrm>
            <a:off x="7934327" y="1697586"/>
            <a:ext cx="590550" cy="266700"/>
          </a:xfrm>
          <a:prstGeom prst="rect">
            <a:avLst/>
          </a:prstGeom>
        </p:spPr>
      </p:pic>
      <p:pic>
        <p:nvPicPr>
          <p:cNvPr id="14" name="Image 13">
            <a:extLst>
              <a:ext uri="{FF2B5EF4-FFF2-40B4-BE49-F238E27FC236}">
                <a16:creationId xmlns:a16="http://schemas.microsoft.com/office/drawing/2014/main" id="{A8156DFC-01DF-D58F-7636-4064F65085C9}"/>
              </a:ext>
            </a:extLst>
          </p:cNvPr>
          <p:cNvPicPr>
            <a:picLocks noChangeAspect="1"/>
          </p:cNvPicPr>
          <p:nvPr/>
        </p:nvPicPr>
        <p:blipFill>
          <a:blip r:embed="rId6"/>
          <a:stretch>
            <a:fillRect/>
          </a:stretch>
        </p:blipFill>
        <p:spPr>
          <a:xfrm>
            <a:off x="6158428" y="2945361"/>
            <a:ext cx="2633031" cy="1724025"/>
          </a:xfrm>
          <a:prstGeom prst="rect">
            <a:avLst/>
          </a:prstGeom>
        </p:spPr>
      </p:pic>
      <p:sp>
        <p:nvSpPr>
          <p:cNvPr id="5" name="Rectangle 4">
            <a:extLst>
              <a:ext uri="{FF2B5EF4-FFF2-40B4-BE49-F238E27FC236}">
                <a16:creationId xmlns:a16="http://schemas.microsoft.com/office/drawing/2014/main" id="{7BD5F76D-369F-D956-4768-4B6150D8B202}"/>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Principes</a:t>
            </a:r>
            <a:r>
              <a:rPr lang="fr-FR" sz="2400" b="0" i="0" u="none" strike="noStrike" kern="1200" dirty="0">
                <a:effectLst/>
                <a:latin typeface="+mn-lt"/>
              </a:rPr>
              <a:t> </a:t>
            </a:r>
            <a:r>
              <a:rPr lang="fr-FR" sz="2400" b="1" dirty="0">
                <a:solidFill>
                  <a:schemeClr val="accent1">
                    <a:lumMod val="75000"/>
                  </a:schemeClr>
                </a:solidFill>
                <a:latin typeface="+mn-lt"/>
              </a:rPr>
              <a:t>de base du développement web moderne</a:t>
            </a:r>
          </a:p>
        </p:txBody>
      </p:sp>
    </p:spTree>
    <p:extLst>
      <p:ext uri="{BB962C8B-B14F-4D97-AF65-F5344CB8AC3E}">
        <p14:creationId xmlns:p14="http://schemas.microsoft.com/office/powerpoint/2010/main" val="72612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3">
                                            <p:txEl>
                                              <p:pRg st="13" end="13"/>
                                            </p:txEl>
                                          </p:spTgt>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
                                            <p:txEl>
                                              <p:pRg st="14" end="14"/>
                                            </p:txEl>
                                          </p:spTgt>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632311"/>
          </a:xfrm>
          <a:prstGeom prst="rect">
            <a:avLst/>
          </a:prstGeom>
          <a:noFill/>
        </p:spPr>
        <p:txBody>
          <a:bodyPr wrap="square">
            <a:spAutoFit/>
          </a:bodyPr>
          <a:lstStyle/>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Les avantages d’une application à unique page SPA</a:t>
            </a:r>
          </a:p>
          <a:p>
            <a:pPr marL="539115" marR="90805" algn="just">
              <a:spcBef>
                <a:spcPts val="595"/>
              </a:spcBef>
              <a:spcAft>
                <a:spcPts val="0"/>
              </a:spcAft>
            </a:pPr>
            <a:r>
              <a:rPr lang="fr-FR" b="1" dirty="0">
                <a:effectLst/>
                <a:latin typeface="+mn-lt"/>
                <a:ea typeface="Calibri" panose="020F0502020204030204" pitchFamily="34" charset="0"/>
              </a:rPr>
              <a:t>Performance</a:t>
            </a:r>
          </a:p>
          <a:p>
            <a:pPr marL="539115" marR="92710" algn="just">
              <a:spcBef>
                <a:spcPts val="600"/>
              </a:spcBef>
            </a:pPr>
            <a:r>
              <a:rPr lang="fr-FR" dirty="0">
                <a:effectLst/>
                <a:latin typeface="+mn-lt"/>
                <a:ea typeface="Calibri" panose="020F0502020204030204" pitchFamily="34" charset="0"/>
              </a:rPr>
              <a:t>La performance est l’une des plus grands avantages pour le développement d’une</a:t>
            </a:r>
            <a:r>
              <a:rPr lang="fr-FR" spc="-20" dirty="0">
                <a:effectLst/>
                <a:latin typeface="+mn-lt"/>
                <a:ea typeface="Calibri" panose="020F0502020204030204" pitchFamily="34" charset="0"/>
              </a:rPr>
              <a:t> </a:t>
            </a:r>
            <a:r>
              <a:rPr lang="fr-FR" dirty="0">
                <a:effectLst/>
                <a:latin typeface="+mn-lt"/>
                <a:ea typeface="Calibri" panose="020F0502020204030204" pitchFamily="34" charset="0"/>
              </a:rPr>
              <a:t>application</a:t>
            </a:r>
            <a:r>
              <a:rPr lang="fr-FR" spc="-30" dirty="0">
                <a:effectLst/>
                <a:latin typeface="+mn-lt"/>
                <a:ea typeface="Calibri" panose="020F0502020204030204" pitchFamily="34" charset="0"/>
              </a:rPr>
              <a:t> </a:t>
            </a:r>
            <a:r>
              <a:rPr lang="fr-FR" dirty="0">
                <a:effectLst/>
                <a:latin typeface="+mn-lt"/>
                <a:ea typeface="Calibri" panose="020F0502020204030204" pitchFamily="34" charset="0"/>
              </a:rPr>
              <a:t>à</a:t>
            </a:r>
            <a:r>
              <a:rPr lang="fr-FR" spc="-25" dirty="0">
                <a:effectLst/>
                <a:latin typeface="+mn-lt"/>
                <a:ea typeface="Calibri" panose="020F0502020204030204" pitchFamily="34" charset="0"/>
              </a:rPr>
              <a:t> </a:t>
            </a:r>
            <a:r>
              <a:rPr lang="fr-FR" dirty="0">
                <a:effectLst/>
                <a:latin typeface="+mn-lt"/>
                <a:ea typeface="Calibri" panose="020F0502020204030204" pitchFamily="34" charset="0"/>
              </a:rPr>
              <a:t>page</a:t>
            </a:r>
            <a:r>
              <a:rPr lang="fr-FR" spc="-35" dirty="0">
                <a:effectLst/>
                <a:latin typeface="+mn-lt"/>
                <a:ea typeface="Calibri" panose="020F0502020204030204" pitchFamily="34" charset="0"/>
              </a:rPr>
              <a:t> </a:t>
            </a:r>
            <a:r>
              <a:rPr lang="fr-FR" dirty="0">
                <a:effectLst/>
                <a:latin typeface="+mn-lt"/>
                <a:ea typeface="Calibri" panose="020F0502020204030204" pitchFamily="34" charset="0"/>
              </a:rPr>
              <a:t>unique.</a:t>
            </a:r>
            <a:r>
              <a:rPr lang="fr-FR" spc="-25" dirty="0">
                <a:effectLst/>
                <a:latin typeface="+mn-lt"/>
                <a:ea typeface="Calibri" panose="020F0502020204030204" pitchFamily="34" charset="0"/>
              </a:rPr>
              <a:t> </a:t>
            </a:r>
            <a:r>
              <a:rPr lang="fr-FR" dirty="0">
                <a:effectLst/>
                <a:latin typeface="+mn-lt"/>
                <a:ea typeface="Calibri" panose="020F0502020204030204" pitchFamily="34" charset="0"/>
              </a:rPr>
              <a:t>Elles</a:t>
            </a:r>
            <a:r>
              <a:rPr lang="fr-FR" spc="-25" dirty="0">
                <a:effectLst/>
                <a:latin typeface="+mn-lt"/>
                <a:ea typeface="Calibri" panose="020F0502020204030204" pitchFamily="34" charset="0"/>
              </a:rPr>
              <a:t> </a:t>
            </a:r>
            <a:r>
              <a:rPr lang="fr-FR" dirty="0">
                <a:effectLst/>
                <a:latin typeface="+mn-lt"/>
                <a:ea typeface="Calibri" panose="020F0502020204030204" pitchFamily="34" charset="0"/>
              </a:rPr>
              <a:t>sont</a:t>
            </a:r>
            <a:r>
              <a:rPr lang="fr-FR" spc="-30" dirty="0">
                <a:effectLst/>
                <a:latin typeface="+mn-lt"/>
                <a:ea typeface="Calibri" panose="020F0502020204030204" pitchFamily="34" charset="0"/>
              </a:rPr>
              <a:t> </a:t>
            </a:r>
            <a:r>
              <a:rPr lang="fr-FR" dirty="0">
                <a:effectLst/>
                <a:latin typeface="+mn-lt"/>
                <a:ea typeface="Calibri" panose="020F0502020204030204" pitchFamily="34" charset="0"/>
              </a:rPr>
              <a:t>beaucoup</a:t>
            </a:r>
            <a:r>
              <a:rPr lang="fr-FR" spc="-30" dirty="0">
                <a:effectLst/>
                <a:latin typeface="+mn-lt"/>
                <a:ea typeface="Calibri" panose="020F0502020204030204" pitchFamily="34" charset="0"/>
              </a:rPr>
              <a:t> </a:t>
            </a:r>
            <a:r>
              <a:rPr lang="fr-FR" dirty="0">
                <a:effectLst/>
                <a:latin typeface="+mn-lt"/>
                <a:ea typeface="Calibri" panose="020F0502020204030204" pitchFamily="34" charset="0"/>
              </a:rPr>
              <a:t>plus</a:t>
            </a:r>
            <a:r>
              <a:rPr lang="fr-FR" spc="-40" dirty="0">
                <a:effectLst/>
                <a:latin typeface="+mn-lt"/>
                <a:ea typeface="Calibri" panose="020F0502020204030204" pitchFamily="34" charset="0"/>
              </a:rPr>
              <a:t> </a:t>
            </a:r>
            <a:r>
              <a:rPr lang="fr-FR" dirty="0">
                <a:effectLst/>
                <a:latin typeface="+mn-lt"/>
                <a:ea typeface="Calibri" panose="020F0502020204030204" pitchFamily="34" charset="0"/>
              </a:rPr>
              <a:t>rapides</a:t>
            </a:r>
            <a:r>
              <a:rPr lang="fr-FR" spc="-35" dirty="0">
                <a:effectLst/>
                <a:latin typeface="+mn-lt"/>
                <a:ea typeface="Calibri" panose="020F0502020204030204" pitchFamily="34" charset="0"/>
              </a:rPr>
              <a:t> </a:t>
            </a:r>
            <a:r>
              <a:rPr lang="fr-FR" dirty="0">
                <a:effectLst/>
                <a:latin typeface="+mn-lt"/>
                <a:ea typeface="Calibri" panose="020F0502020204030204" pitchFamily="34" charset="0"/>
              </a:rPr>
              <a:t>que</a:t>
            </a:r>
            <a:r>
              <a:rPr lang="fr-FR" spc="-35" dirty="0">
                <a:effectLst/>
                <a:latin typeface="+mn-lt"/>
                <a:ea typeface="Calibri" panose="020F0502020204030204" pitchFamily="34" charset="0"/>
              </a:rPr>
              <a:t> </a:t>
            </a:r>
            <a:r>
              <a:rPr lang="fr-FR" dirty="0">
                <a:effectLst/>
                <a:latin typeface="+mn-lt"/>
                <a:ea typeface="Calibri" panose="020F0502020204030204" pitchFamily="34" charset="0"/>
              </a:rPr>
              <a:t>les</a:t>
            </a:r>
            <a:r>
              <a:rPr lang="fr-FR" spc="-35" dirty="0">
                <a:effectLst/>
                <a:latin typeface="+mn-lt"/>
                <a:ea typeface="Calibri" panose="020F0502020204030204" pitchFamily="34" charset="0"/>
              </a:rPr>
              <a:t> </a:t>
            </a:r>
            <a:r>
              <a:rPr lang="fr-FR" dirty="0">
                <a:effectLst/>
                <a:latin typeface="+mn-lt"/>
                <a:ea typeface="Calibri" panose="020F0502020204030204" pitchFamily="34" charset="0"/>
              </a:rPr>
              <a:t>applications web</a:t>
            </a:r>
            <a:r>
              <a:rPr lang="fr-FR" spc="-70" dirty="0">
                <a:effectLst/>
                <a:latin typeface="+mn-lt"/>
                <a:ea typeface="Calibri" panose="020F0502020204030204" pitchFamily="34" charset="0"/>
              </a:rPr>
              <a:t> </a:t>
            </a:r>
            <a:r>
              <a:rPr lang="fr-FR" dirty="0">
                <a:effectLst/>
                <a:latin typeface="+mn-lt"/>
                <a:ea typeface="Calibri" panose="020F0502020204030204" pitchFamily="34" charset="0"/>
              </a:rPr>
              <a:t>traditionnelles</a:t>
            </a:r>
            <a:r>
              <a:rPr lang="fr-FR" spc="-70" dirty="0">
                <a:effectLst/>
                <a:latin typeface="+mn-lt"/>
                <a:ea typeface="Calibri" panose="020F0502020204030204" pitchFamily="34" charset="0"/>
              </a:rPr>
              <a:t> </a:t>
            </a:r>
            <a:r>
              <a:rPr lang="fr-FR" dirty="0">
                <a:effectLst/>
                <a:latin typeface="+mn-lt"/>
                <a:ea typeface="Calibri" panose="020F0502020204030204" pitchFamily="34" charset="0"/>
              </a:rPr>
              <a:t>car</a:t>
            </a:r>
            <a:r>
              <a:rPr lang="fr-FR" spc="-65" dirty="0">
                <a:effectLst/>
                <a:latin typeface="+mn-lt"/>
                <a:ea typeface="Calibri" panose="020F0502020204030204" pitchFamily="34" charset="0"/>
              </a:rPr>
              <a:t> </a:t>
            </a:r>
            <a:r>
              <a:rPr lang="fr-FR" dirty="0">
                <a:effectLst/>
                <a:latin typeface="+mn-lt"/>
                <a:ea typeface="Calibri" panose="020F0502020204030204" pitchFamily="34" charset="0"/>
              </a:rPr>
              <a:t>elles</a:t>
            </a:r>
            <a:r>
              <a:rPr lang="fr-FR" spc="-70" dirty="0">
                <a:effectLst/>
                <a:latin typeface="+mn-lt"/>
                <a:ea typeface="Calibri" panose="020F0502020204030204" pitchFamily="34" charset="0"/>
              </a:rPr>
              <a:t> </a:t>
            </a:r>
            <a:r>
              <a:rPr lang="fr-FR" dirty="0">
                <a:effectLst/>
                <a:latin typeface="+mn-lt"/>
                <a:ea typeface="Calibri" panose="020F0502020204030204" pitchFamily="34" charset="0"/>
              </a:rPr>
              <a:t>peuvent</a:t>
            </a:r>
            <a:r>
              <a:rPr lang="fr-FR" spc="-65" dirty="0">
                <a:effectLst/>
                <a:latin typeface="+mn-lt"/>
                <a:ea typeface="Calibri" panose="020F0502020204030204" pitchFamily="34" charset="0"/>
              </a:rPr>
              <a:t> </a:t>
            </a:r>
            <a:r>
              <a:rPr lang="fr-FR" dirty="0">
                <a:effectLst/>
                <a:latin typeface="+mn-lt"/>
                <a:ea typeface="Calibri" panose="020F0502020204030204" pitchFamily="34" charset="0"/>
              </a:rPr>
              <a:t>charger</a:t>
            </a:r>
            <a:r>
              <a:rPr lang="fr-FR" spc="-70" dirty="0">
                <a:effectLst/>
                <a:latin typeface="+mn-lt"/>
                <a:ea typeface="Calibri" panose="020F0502020204030204" pitchFamily="34" charset="0"/>
              </a:rPr>
              <a:t> </a:t>
            </a:r>
            <a:r>
              <a:rPr lang="fr-FR" dirty="0">
                <a:effectLst/>
                <a:latin typeface="+mn-lt"/>
                <a:ea typeface="Calibri" panose="020F0502020204030204" pitchFamily="34" charset="0"/>
              </a:rPr>
              <a:t>de</a:t>
            </a:r>
            <a:r>
              <a:rPr lang="fr-FR" spc="-65" dirty="0">
                <a:effectLst/>
                <a:latin typeface="+mn-lt"/>
                <a:ea typeface="Calibri" panose="020F0502020204030204" pitchFamily="34" charset="0"/>
              </a:rPr>
              <a:t> </a:t>
            </a:r>
            <a:r>
              <a:rPr lang="fr-FR" dirty="0">
                <a:effectLst/>
                <a:latin typeface="+mn-lt"/>
                <a:ea typeface="Calibri" panose="020F0502020204030204" pitchFamily="34" charset="0"/>
              </a:rPr>
              <a:t>nouvelles</a:t>
            </a:r>
            <a:r>
              <a:rPr lang="fr-FR" spc="-70" dirty="0">
                <a:effectLst/>
                <a:latin typeface="+mn-lt"/>
                <a:ea typeface="Calibri" panose="020F0502020204030204" pitchFamily="34" charset="0"/>
              </a:rPr>
              <a:t> </a:t>
            </a:r>
            <a:r>
              <a:rPr lang="fr-FR" dirty="0">
                <a:effectLst/>
                <a:latin typeface="+mn-lt"/>
                <a:ea typeface="Calibri" panose="020F0502020204030204" pitchFamily="34" charset="0"/>
              </a:rPr>
              <a:t>informations</a:t>
            </a:r>
            <a:r>
              <a:rPr lang="fr-FR" spc="-70" dirty="0">
                <a:effectLst/>
                <a:latin typeface="+mn-lt"/>
                <a:ea typeface="Calibri" panose="020F0502020204030204" pitchFamily="34" charset="0"/>
              </a:rPr>
              <a:t> </a:t>
            </a:r>
            <a:r>
              <a:rPr lang="fr-FR" dirty="0">
                <a:effectLst/>
                <a:latin typeface="+mn-lt"/>
                <a:ea typeface="Calibri" panose="020F0502020204030204" pitchFamily="34" charset="0"/>
              </a:rPr>
              <a:t>dans</a:t>
            </a:r>
            <a:r>
              <a:rPr lang="fr-FR" spc="-65" dirty="0">
                <a:effectLst/>
                <a:latin typeface="+mn-lt"/>
                <a:ea typeface="Calibri" panose="020F0502020204030204" pitchFamily="34" charset="0"/>
              </a:rPr>
              <a:t> </a:t>
            </a:r>
            <a:r>
              <a:rPr lang="fr-FR" dirty="0">
                <a:effectLst/>
                <a:latin typeface="+mn-lt"/>
                <a:ea typeface="Calibri" panose="020F0502020204030204" pitchFamily="34" charset="0"/>
              </a:rPr>
              <a:t>une</a:t>
            </a:r>
            <a:r>
              <a:rPr lang="fr-FR" spc="-70" dirty="0">
                <a:effectLst/>
                <a:latin typeface="+mn-lt"/>
                <a:ea typeface="Calibri" panose="020F0502020204030204" pitchFamily="34" charset="0"/>
              </a:rPr>
              <a:t> </a:t>
            </a:r>
            <a:r>
              <a:rPr lang="fr-FR" dirty="0">
                <a:effectLst/>
                <a:latin typeface="+mn-lt"/>
                <a:ea typeface="Calibri" panose="020F0502020204030204" pitchFamily="34" charset="0"/>
              </a:rPr>
              <a:t>seule page</a:t>
            </a:r>
            <a:r>
              <a:rPr lang="fr-FR" spc="-5" dirty="0">
                <a:effectLst/>
                <a:latin typeface="+mn-lt"/>
                <a:ea typeface="Calibri" panose="020F0502020204030204" pitchFamily="34" charset="0"/>
              </a:rPr>
              <a:t> </a:t>
            </a:r>
            <a:r>
              <a:rPr lang="fr-FR" dirty="0">
                <a:effectLst/>
                <a:latin typeface="+mn-lt"/>
                <a:ea typeface="Calibri" panose="020F0502020204030204" pitchFamily="34" charset="0"/>
              </a:rPr>
              <a:t>à la</a:t>
            </a:r>
            <a:r>
              <a:rPr lang="fr-FR" spc="-10" dirty="0">
                <a:effectLst/>
                <a:latin typeface="+mn-lt"/>
                <a:ea typeface="Calibri" panose="020F0502020204030204" pitchFamily="34" charset="0"/>
              </a:rPr>
              <a:t> </a:t>
            </a:r>
            <a:r>
              <a:rPr lang="fr-FR" dirty="0">
                <a:effectLst/>
                <a:latin typeface="+mn-lt"/>
                <a:ea typeface="Calibri" panose="020F0502020204030204" pitchFamily="34" charset="0"/>
              </a:rPr>
              <a:t>demande</a:t>
            </a:r>
            <a:r>
              <a:rPr lang="fr-FR" spc="-5" dirty="0">
                <a:effectLst/>
                <a:latin typeface="+mn-lt"/>
                <a:ea typeface="Calibri" panose="020F0502020204030204" pitchFamily="34" charset="0"/>
              </a:rPr>
              <a:t> </a:t>
            </a:r>
            <a:r>
              <a:rPr lang="fr-FR" dirty="0">
                <a:effectLst/>
                <a:latin typeface="+mn-lt"/>
                <a:ea typeface="Calibri" panose="020F0502020204030204" pitchFamily="34" charset="0"/>
              </a:rPr>
              <a:t>du client</a:t>
            </a:r>
            <a:r>
              <a:rPr lang="fr-FR" spc="-5" dirty="0">
                <a:effectLst/>
                <a:latin typeface="+mn-lt"/>
                <a:ea typeface="Calibri" panose="020F0502020204030204" pitchFamily="34" charset="0"/>
              </a:rPr>
              <a:t> </a:t>
            </a:r>
            <a:r>
              <a:rPr lang="fr-FR" dirty="0">
                <a:effectLst/>
                <a:latin typeface="+mn-lt"/>
                <a:ea typeface="Calibri" panose="020F0502020204030204" pitchFamily="34" charset="0"/>
              </a:rPr>
              <a:t>au lieu</a:t>
            </a:r>
            <a:r>
              <a:rPr lang="fr-FR" spc="-5" dirty="0">
                <a:effectLst/>
                <a:latin typeface="+mn-lt"/>
                <a:ea typeface="Calibri" panose="020F0502020204030204" pitchFamily="34" charset="0"/>
              </a:rPr>
              <a:t> </a:t>
            </a:r>
            <a:r>
              <a:rPr lang="fr-FR" dirty="0">
                <a:effectLst/>
                <a:latin typeface="+mn-lt"/>
                <a:ea typeface="Calibri" panose="020F0502020204030204" pitchFamily="34" charset="0"/>
              </a:rPr>
              <a:t>de</a:t>
            </a:r>
            <a:r>
              <a:rPr lang="fr-FR" spc="-5" dirty="0">
                <a:effectLst/>
                <a:latin typeface="+mn-lt"/>
                <a:ea typeface="Calibri" panose="020F0502020204030204" pitchFamily="34" charset="0"/>
              </a:rPr>
              <a:t> </a:t>
            </a:r>
            <a:r>
              <a:rPr lang="fr-FR" dirty="0">
                <a:effectLst/>
                <a:latin typeface="+mn-lt"/>
                <a:ea typeface="Calibri" panose="020F0502020204030204" pitchFamily="34" charset="0"/>
              </a:rPr>
              <a:t>relier</a:t>
            </a:r>
            <a:r>
              <a:rPr lang="fr-FR" spc="-5" dirty="0">
                <a:effectLst/>
                <a:latin typeface="+mn-lt"/>
                <a:ea typeface="Calibri" panose="020F0502020204030204" pitchFamily="34" charset="0"/>
              </a:rPr>
              <a:t> </a:t>
            </a:r>
            <a:r>
              <a:rPr lang="fr-FR" dirty="0">
                <a:effectLst/>
                <a:latin typeface="+mn-lt"/>
                <a:ea typeface="Calibri" panose="020F0502020204030204" pitchFamily="34" charset="0"/>
              </a:rPr>
              <a:t>plusieurs</a:t>
            </a:r>
            <a:r>
              <a:rPr lang="fr-FR" spc="-10" dirty="0">
                <a:effectLst/>
                <a:latin typeface="+mn-lt"/>
                <a:ea typeface="Calibri" panose="020F0502020204030204" pitchFamily="34" charset="0"/>
              </a:rPr>
              <a:t> </a:t>
            </a:r>
            <a:r>
              <a:rPr lang="fr-FR" dirty="0">
                <a:effectLst/>
                <a:latin typeface="+mn-lt"/>
                <a:ea typeface="Calibri" panose="020F0502020204030204" pitchFamily="34" charset="0"/>
              </a:rPr>
              <a:t>pages</a:t>
            </a:r>
            <a:r>
              <a:rPr lang="fr-FR" spc="-10" dirty="0">
                <a:effectLst/>
                <a:latin typeface="+mn-lt"/>
                <a:ea typeface="Calibri" panose="020F0502020204030204" pitchFamily="34" charset="0"/>
              </a:rPr>
              <a:t> </a:t>
            </a:r>
            <a:r>
              <a:rPr lang="fr-FR" dirty="0">
                <a:effectLst/>
                <a:latin typeface="+mn-lt"/>
                <a:ea typeface="Calibri" panose="020F0502020204030204" pitchFamily="34" charset="0"/>
              </a:rPr>
              <a:t>HTML</a:t>
            </a:r>
            <a:r>
              <a:rPr lang="fr-FR" spc="-10" dirty="0">
                <a:effectLst/>
                <a:latin typeface="+mn-lt"/>
                <a:ea typeface="Calibri" panose="020F0502020204030204" pitchFamily="34" charset="0"/>
              </a:rPr>
              <a:t> </a:t>
            </a:r>
            <a:r>
              <a:rPr lang="fr-FR" dirty="0">
                <a:effectLst/>
                <a:latin typeface="+mn-lt"/>
                <a:ea typeface="Calibri" panose="020F0502020204030204" pitchFamily="34" charset="0"/>
              </a:rPr>
              <a:t>à</a:t>
            </a:r>
            <a:r>
              <a:rPr lang="fr-FR" spc="-10" dirty="0">
                <a:effectLst/>
                <a:latin typeface="+mn-lt"/>
                <a:ea typeface="Calibri" panose="020F0502020204030204" pitchFamily="34" charset="0"/>
              </a:rPr>
              <a:t> </a:t>
            </a:r>
            <a:r>
              <a:rPr lang="fr-FR" dirty="0">
                <a:effectLst/>
                <a:latin typeface="+mn-lt"/>
                <a:ea typeface="Calibri" panose="020F0502020204030204" pitchFamily="34" charset="0"/>
              </a:rPr>
              <a:t>l’architecture</a:t>
            </a:r>
            <a:r>
              <a:rPr lang="fr-FR" spc="-5" dirty="0">
                <a:effectLst/>
                <a:latin typeface="+mn-lt"/>
                <a:ea typeface="Calibri" panose="020F0502020204030204" pitchFamily="34" charset="0"/>
              </a:rPr>
              <a:t> </a:t>
            </a:r>
            <a:r>
              <a:rPr lang="fr-FR" dirty="0">
                <a:effectLst/>
                <a:latin typeface="+mn-lt"/>
                <a:ea typeface="Calibri" panose="020F0502020204030204" pitchFamily="34" charset="0"/>
              </a:rPr>
              <a:t>du </a:t>
            </a:r>
            <a:r>
              <a:rPr lang="fr-FR" spc="-10" dirty="0">
                <a:effectLst/>
                <a:latin typeface="+mn-lt"/>
                <a:ea typeface="Calibri" panose="020F0502020204030204" pitchFamily="34" charset="0"/>
              </a:rPr>
              <a:t>site.</a:t>
            </a:r>
            <a:endParaRPr lang="fr-FR" dirty="0">
              <a:effectLst/>
              <a:latin typeface="+mn-lt"/>
              <a:ea typeface="Calibri" panose="020F0502020204030204" pitchFamily="34" charset="0"/>
            </a:endParaRPr>
          </a:p>
          <a:p>
            <a:pPr marL="539115" algn="just">
              <a:spcBef>
                <a:spcPts val="605"/>
              </a:spcBef>
            </a:pPr>
            <a:r>
              <a:rPr lang="fr-FR" b="1" dirty="0">
                <a:effectLst/>
                <a:latin typeface="+mn-lt"/>
                <a:ea typeface="Calibri" panose="020F0502020204030204" pitchFamily="34" charset="0"/>
              </a:rPr>
              <a:t>Expérience</a:t>
            </a:r>
            <a:r>
              <a:rPr lang="fr-FR" b="1" spc="-25" dirty="0">
                <a:effectLst/>
                <a:latin typeface="+mn-lt"/>
                <a:ea typeface="Calibri" panose="020F0502020204030204" pitchFamily="34" charset="0"/>
              </a:rPr>
              <a:t> </a:t>
            </a:r>
            <a:r>
              <a:rPr lang="fr-FR" b="1" dirty="0">
                <a:effectLst/>
                <a:latin typeface="+mn-lt"/>
                <a:ea typeface="Calibri" panose="020F0502020204030204" pitchFamily="34" charset="0"/>
              </a:rPr>
              <a:t>utilisateur</a:t>
            </a:r>
            <a:r>
              <a:rPr lang="fr-FR" b="1" spc="-10" dirty="0">
                <a:effectLst/>
                <a:latin typeface="+mn-lt"/>
                <a:ea typeface="Calibri" panose="020F0502020204030204" pitchFamily="34" charset="0"/>
              </a:rPr>
              <a:t> </a:t>
            </a:r>
            <a:r>
              <a:rPr lang="fr-FR" b="1" spc="-20" dirty="0">
                <a:effectLst/>
                <a:latin typeface="+mn-lt"/>
                <a:ea typeface="Calibri" panose="020F0502020204030204" pitchFamily="34" charset="0"/>
              </a:rPr>
              <a:t>(UX)</a:t>
            </a:r>
            <a:endParaRPr lang="fr-FR" b="1" dirty="0">
              <a:effectLst/>
              <a:latin typeface="+mn-lt"/>
              <a:ea typeface="Calibri" panose="020F0502020204030204" pitchFamily="34" charset="0"/>
            </a:endParaRPr>
          </a:p>
          <a:p>
            <a:pPr marL="539115" marR="88265" algn="just">
              <a:spcBef>
                <a:spcPts val="600"/>
              </a:spcBef>
            </a:pPr>
            <a:r>
              <a:rPr lang="fr-FR" dirty="0">
                <a:latin typeface="+mn-lt"/>
                <a:ea typeface="Calibri" panose="020F0502020204030204" pitchFamily="34" charset="0"/>
              </a:rPr>
              <a:t>L</a:t>
            </a:r>
            <a:r>
              <a:rPr lang="fr-FR" dirty="0">
                <a:effectLst/>
                <a:latin typeface="+mn-lt"/>
                <a:ea typeface="Calibri" panose="020F0502020204030204" pitchFamily="34" charset="0"/>
              </a:rPr>
              <a:t>es</a:t>
            </a:r>
            <a:r>
              <a:rPr lang="fr-FR" spc="-65" dirty="0">
                <a:effectLst/>
                <a:latin typeface="+mn-lt"/>
                <a:ea typeface="Calibri" panose="020F0502020204030204" pitchFamily="34" charset="0"/>
              </a:rPr>
              <a:t> </a:t>
            </a:r>
            <a:r>
              <a:rPr lang="fr-FR" dirty="0">
                <a:effectLst/>
                <a:latin typeface="+mn-lt"/>
                <a:ea typeface="Calibri" panose="020F0502020204030204" pitchFamily="34" charset="0"/>
              </a:rPr>
              <a:t>applications</a:t>
            </a:r>
            <a:r>
              <a:rPr lang="fr-FR" spc="-70" dirty="0">
                <a:effectLst/>
                <a:latin typeface="+mn-lt"/>
                <a:ea typeface="Calibri" panose="020F0502020204030204" pitchFamily="34" charset="0"/>
              </a:rPr>
              <a:t> </a:t>
            </a:r>
            <a:r>
              <a:rPr lang="fr-FR" dirty="0">
                <a:effectLst/>
                <a:latin typeface="+mn-lt"/>
                <a:ea typeface="Calibri" panose="020F0502020204030204" pitchFamily="34" charset="0"/>
              </a:rPr>
              <a:t>à</a:t>
            </a:r>
            <a:r>
              <a:rPr lang="fr-FR" spc="-65" dirty="0">
                <a:effectLst/>
                <a:latin typeface="+mn-lt"/>
                <a:ea typeface="Calibri" panose="020F0502020204030204" pitchFamily="34" charset="0"/>
              </a:rPr>
              <a:t> </a:t>
            </a:r>
            <a:r>
              <a:rPr lang="fr-FR" dirty="0">
                <a:effectLst/>
                <a:latin typeface="+mn-lt"/>
                <a:ea typeface="Calibri" panose="020F0502020204030204" pitchFamily="34" charset="0"/>
              </a:rPr>
              <a:t>page</a:t>
            </a:r>
            <a:r>
              <a:rPr lang="fr-FR" spc="-65" dirty="0">
                <a:effectLst/>
                <a:latin typeface="+mn-lt"/>
                <a:ea typeface="Calibri" panose="020F0502020204030204" pitchFamily="34" charset="0"/>
              </a:rPr>
              <a:t> </a:t>
            </a:r>
            <a:r>
              <a:rPr lang="fr-FR" dirty="0">
                <a:effectLst/>
                <a:latin typeface="+mn-lt"/>
                <a:ea typeface="Calibri" panose="020F0502020204030204" pitchFamily="34" charset="0"/>
              </a:rPr>
              <a:t>unique</a:t>
            </a:r>
            <a:r>
              <a:rPr lang="fr-FR" spc="-65" dirty="0">
                <a:effectLst/>
                <a:latin typeface="+mn-lt"/>
                <a:ea typeface="Calibri" panose="020F0502020204030204" pitchFamily="34" charset="0"/>
              </a:rPr>
              <a:t> </a:t>
            </a:r>
            <a:r>
              <a:rPr lang="fr-FR" dirty="0">
                <a:effectLst/>
                <a:latin typeface="+mn-lt"/>
                <a:ea typeface="Calibri" panose="020F0502020204030204" pitchFamily="34" charset="0"/>
              </a:rPr>
              <a:t>sont</a:t>
            </a:r>
            <a:r>
              <a:rPr lang="fr-FR" spc="-55" dirty="0">
                <a:effectLst/>
                <a:latin typeface="+mn-lt"/>
                <a:ea typeface="Calibri" panose="020F0502020204030204" pitchFamily="34" charset="0"/>
              </a:rPr>
              <a:t> </a:t>
            </a:r>
            <a:r>
              <a:rPr lang="fr-FR" dirty="0">
                <a:effectLst/>
                <a:latin typeface="+mn-lt"/>
                <a:ea typeface="Calibri" panose="020F0502020204030204" pitchFamily="34" charset="0"/>
              </a:rPr>
              <a:t>les</a:t>
            </a:r>
            <a:r>
              <a:rPr lang="fr-FR" spc="-65" dirty="0">
                <a:effectLst/>
                <a:latin typeface="+mn-lt"/>
                <a:ea typeface="Calibri" panose="020F0502020204030204" pitchFamily="34" charset="0"/>
              </a:rPr>
              <a:t> </a:t>
            </a:r>
            <a:r>
              <a:rPr lang="fr-FR" dirty="0">
                <a:effectLst/>
                <a:latin typeface="+mn-lt"/>
                <a:ea typeface="Calibri" panose="020F0502020204030204" pitchFamily="34" charset="0"/>
              </a:rPr>
              <a:t>leaders en</a:t>
            </a:r>
            <a:r>
              <a:rPr lang="fr-FR" spc="-25" dirty="0">
                <a:effectLst/>
                <a:latin typeface="+mn-lt"/>
                <a:ea typeface="Calibri" panose="020F0502020204030204" pitchFamily="34" charset="0"/>
              </a:rPr>
              <a:t> </a:t>
            </a:r>
            <a:r>
              <a:rPr lang="fr-FR" dirty="0">
                <a:effectLst/>
                <a:latin typeface="+mn-lt"/>
                <a:ea typeface="Calibri" panose="020F0502020204030204" pitchFamily="34" charset="0"/>
              </a:rPr>
              <a:t>matière</a:t>
            </a:r>
            <a:r>
              <a:rPr lang="fr-FR" spc="-40" dirty="0">
                <a:effectLst/>
                <a:latin typeface="+mn-lt"/>
                <a:ea typeface="Calibri" panose="020F0502020204030204" pitchFamily="34" charset="0"/>
              </a:rPr>
              <a:t> </a:t>
            </a:r>
            <a:r>
              <a:rPr lang="fr-FR" dirty="0">
                <a:effectLst/>
                <a:latin typeface="+mn-lt"/>
                <a:ea typeface="Calibri" panose="020F0502020204030204" pitchFamily="34" charset="0"/>
              </a:rPr>
              <a:t>d’expérience</a:t>
            </a:r>
            <a:r>
              <a:rPr lang="fr-FR" spc="-40" dirty="0">
                <a:effectLst/>
                <a:latin typeface="+mn-lt"/>
                <a:ea typeface="Calibri" panose="020F0502020204030204" pitchFamily="34" charset="0"/>
              </a:rPr>
              <a:t> </a:t>
            </a:r>
            <a:r>
              <a:rPr lang="fr-FR" dirty="0">
                <a:effectLst/>
                <a:latin typeface="+mn-lt"/>
                <a:ea typeface="Calibri" panose="020F0502020204030204" pitchFamily="34" charset="0"/>
              </a:rPr>
              <a:t>utilisateur</a:t>
            </a:r>
            <a:r>
              <a:rPr lang="fr-FR" spc="-40" dirty="0">
                <a:effectLst/>
                <a:latin typeface="+mn-lt"/>
                <a:ea typeface="Calibri" panose="020F0502020204030204" pitchFamily="34" charset="0"/>
              </a:rPr>
              <a:t> </a:t>
            </a:r>
            <a:r>
              <a:rPr lang="fr-FR" dirty="0">
                <a:effectLst/>
                <a:latin typeface="+mn-lt"/>
                <a:ea typeface="Calibri" panose="020F0502020204030204" pitchFamily="34" charset="0"/>
              </a:rPr>
              <a:t>pratique</a:t>
            </a:r>
            <a:r>
              <a:rPr lang="fr-FR" spc="-40" dirty="0">
                <a:effectLst/>
                <a:latin typeface="+mn-lt"/>
                <a:ea typeface="Calibri" panose="020F0502020204030204" pitchFamily="34" charset="0"/>
              </a:rPr>
              <a:t> </a:t>
            </a:r>
            <a:r>
              <a:rPr lang="fr-FR" dirty="0">
                <a:effectLst/>
                <a:latin typeface="+mn-lt"/>
                <a:ea typeface="Calibri" panose="020F0502020204030204" pitchFamily="34" charset="0"/>
              </a:rPr>
              <a:t>et</a:t>
            </a:r>
            <a:r>
              <a:rPr lang="fr-FR" spc="-35" dirty="0">
                <a:effectLst/>
                <a:latin typeface="+mn-lt"/>
                <a:ea typeface="Calibri" panose="020F0502020204030204" pitchFamily="34" charset="0"/>
              </a:rPr>
              <a:t> </a:t>
            </a:r>
            <a:r>
              <a:rPr lang="fr-FR" dirty="0">
                <a:effectLst/>
                <a:latin typeface="+mn-lt"/>
                <a:ea typeface="Calibri" panose="020F0502020204030204" pitchFamily="34" charset="0"/>
              </a:rPr>
              <a:t>directe.</a:t>
            </a:r>
            <a:r>
              <a:rPr lang="fr-FR" spc="-30" dirty="0">
                <a:effectLst/>
                <a:latin typeface="+mn-lt"/>
                <a:ea typeface="Calibri" panose="020F0502020204030204" pitchFamily="34" charset="0"/>
              </a:rPr>
              <a:t> </a:t>
            </a:r>
            <a:r>
              <a:rPr lang="fr-FR" dirty="0">
                <a:effectLst/>
                <a:latin typeface="+mn-lt"/>
                <a:ea typeface="Calibri" panose="020F0502020204030204" pitchFamily="34" charset="0"/>
              </a:rPr>
              <a:t>La</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plupart</a:t>
            </a:r>
            <a:r>
              <a:rPr lang="fr-FR" spc="-35" dirty="0">
                <a:effectLst/>
                <a:latin typeface="+mn-lt"/>
                <a:ea typeface="Calibri" panose="020F0502020204030204" pitchFamily="34" charset="0"/>
              </a:rPr>
              <a:t> </a:t>
            </a:r>
            <a:r>
              <a:rPr lang="fr-FR" dirty="0">
                <a:effectLst/>
                <a:latin typeface="+mn-lt"/>
                <a:ea typeface="Calibri" panose="020F0502020204030204" pitchFamily="34" charset="0"/>
              </a:rPr>
              <a:t>des</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utilisateurs</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sont souvent déroutés et irrités de devoir cliquer sur de nombreux liens dans une application traditionnelle pour arriver là où ils veulent.</a:t>
            </a:r>
          </a:p>
          <a:p>
            <a:pPr marL="539115" algn="just">
              <a:spcBef>
                <a:spcPts val="600"/>
              </a:spcBef>
            </a:pPr>
            <a:r>
              <a:rPr lang="fr-FR" b="1" dirty="0">
                <a:effectLst/>
                <a:latin typeface="+mn-lt"/>
                <a:ea typeface="Calibri" panose="020F0502020204030204" pitchFamily="34" charset="0"/>
              </a:rPr>
              <a:t>Capacités</a:t>
            </a:r>
            <a:r>
              <a:rPr lang="fr-FR" b="1" spc="-5" dirty="0">
                <a:effectLst/>
                <a:latin typeface="+mn-lt"/>
                <a:ea typeface="Calibri" panose="020F0502020204030204" pitchFamily="34" charset="0"/>
              </a:rPr>
              <a:t> </a:t>
            </a:r>
            <a:r>
              <a:rPr lang="fr-FR" b="1" dirty="0">
                <a:effectLst/>
                <a:latin typeface="+mn-lt"/>
                <a:ea typeface="Calibri" panose="020F0502020204030204" pitchFamily="34" charset="0"/>
              </a:rPr>
              <a:t>de</a:t>
            </a:r>
            <a:r>
              <a:rPr lang="fr-FR" b="1" spc="-10" dirty="0">
                <a:effectLst/>
                <a:latin typeface="+mn-lt"/>
                <a:ea typeface="Calibri" panose="020F0502020204030204" pitchFamily="34" charset="0"/>
              </a:rPr>
              <a:t> </a:t>
            </a:r>
            <a:r>
              <a:rPr lang="fr-FR" b="1" dirty="0">
                <a:effectLst/>
                <a:latin typeface="+mn-lt"/>
                <a:ea typeface="Calibri" panose="020F0502020204030204" pitchFamily="34" charset="0"/>
              </a:rPr>
              <a:t>mise</a:t>
            </a:r>
            <a:r>
              <a:rPr lang="fr-FR" b="1" spc="-10" dirty="0">
                <a:effectLst/>
                <a:latin typeface="+mn-lt"/>
                <a:ea typeface="Calibri" panose="020F0502020204030204" pitchFamily="34" charset="0"/>
              </a:rPr>
              <a:t> </a:t>
            </a:r>
            <a:r>
              <a:rPr lang="fr-FR" b="1" dirty="0">
                <a:effectLst/>
                <a:latin typeface="+mn-lt"/>
                <a:ea typeface="Calibri" panose="020F0502020204030204" pitchFamily="34" charset="0"/>
              </a:rPr>
              <a:t>en</a:t>
            </a:r>
            <a:r>
              <a:rPr lang="fr-FR" b="1" spc="-10" dirty="0">
                <a:effectLst/>
                <a:latin typeface="+mn-lt"/>
                <a:ea typeface="Calibri" panose="020F0502020204030204" pitchFamily="34" charset="0"/>
              </a:rPr>
              <a:t> cache</a:t>
            </a:r>
            <a:endParaRPr lang="fr-FR" b="1" dirty="0">
              <a:effectLst/>
              <a:latin typeface="+mn-lt"/>
              <a:ea typeface="Calibri" panose="020F0502020204030204" pitchFamily="34" charset="0"/>
            </a:endParaRPr>
          </a:p>
          <a:p>
            <a:pPr marL="539115" marR="86995" algn="just">
              <a:spcBef>
                <a:spcPts val="600"/>
              </a:spcBef>
            </a:pPr>
            <a:r>
              <a:rPr lang="fr-FR" dirty="0">
                <a:effectLst/>
                <a:latin typeface="+mn-lt"/>
                <a:ea typeface="Calibri" panose="020F0502020204030204" pitchFamily="34" charset="0"/>
              </a:rPr>
              <a:t>Une</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application</a:t>
            </a:r>
            <a:r>
              <a:rPr lang="fr-FR" spc="-55" dirty="0">
                <a:effectLst/>
                <a:latin typeface="+mn-lt"/>
                <a:ea typeface="Calibri" panose="020F0502020204030204" pitchFamily="34" charset="0"/>
              </a:rPr>
              <a:t> </a:t>
            </a:r>
            <a:r>
              <a:rPr lang="fr-FR" dirty="0">
                <a:effectLst/>
                <a:latin typeface="+mn-lt"/>
                <a:ea typeface="Calibri" panose="020F0502020204030204" pitchFamily="34" charset="0"/>
              </a:rPr>
              <a:t>à</a:t>
            </a:r>
            <a:r>
              <a:rPr lang="fr-FR" spc="-50" dirty="0">
                <a:effectLst/>
                <a:latin typeface="+mn-lt"/>
                <a:ea typeface="Calibri" panose="020F0502020204030204" pitchFamily="34" charset="0"/>
              </a:rPr>
              <a:t> </a:t>
            </a:r>
            <a:r>
              <a:rPr lang="fr-FR" dirty="0">
                <a:effectLst/>
                <a:latin typeface="+mn-lt"/>
                <a:ea typeface="Calibri" panose="020F0502020204030204" pitchFamily="34" charset="0"/>
              </a:rPr>
              <a:t>page</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unique</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est</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capable</a:t>
            </a:r>
            <a:r>
              <a:rPr lang="fr-FR" spc="-55" dirty="0">
                <a:effectLst/>
                <a:latin typeface="+mn-lt"/>
                <a:ea typeface="Calibri" panose="020F0502020204030204" pitchFamily="34" charset="0"/>
              </a:rPr>
              <a:t> </a:t>
            </a:r>
            <a:r>
              <a:rPr lang="fr-FR" dirty="0">
                <a:effectLst/>
                <a:latin typeface="+mn-lt"/>
                <a:ea typeface="Calibri" panose="020F0502020204030204" pitchFamily="34" charset="0"/>
              </a:rPr>
              <a:t>de</a:t>
            </a:r>
            <a:r>
              <a:rPr lang="fr-FR" spc="-55" dirty="0">
                <a:effectLst/>
                <a:latin typeface="+mn-lt"/>
                <a:ea typeface="Calibri" panose="020F0502020204030204" pitchFamily="34" charset="0"/>
              </a:rPr>
              <a:t> </a:t>
            </a:r>
            <a:r>
              <a:rPr lang="fr-FR" dirty="0">
                <a:effectLst/>
                <a:latin typeface="+mn-lt"/>
                <a:ea typeface="Calibri" panose="020F0502020204030204" pitchFamily="34" charset="0"/>
              </a:rPr>
              <a:t>mettre</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en</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cache</a:t>
            </a:r>
            <a:r>
              <a:rPr lang="fr-FR" spc="-45" dirty="0">
                <a:effectLst/>
                <a:latin typeface="+mn-lt"/>
                <a:ea typeface="Calibri" panose="020F0502020204030204" pitchFamily="34" charset="0"/>
              </a:rPr>
              <a:t> </a:t>
            </a:r>
            <a:r>
              <a:rPr lang="fr-FR" dirty="0">
                <a:effectLst/>
                <a:latin typeface="+mn-lt"/>
                <a:ea typeface="Calibri" panose="020F0502020204030204" pitchFamily="34" charset="0"/>
              </a:rPr>
              <a:t>les</a:t>
            </a:r>
            <a:r>
              <a:rPr lang="fr-FR" spc="-55" dirty="0">
                <a:effectLst/>
                <a:latin typeface="+mn-lt"/>
                <a:ea typeface="Calibri" panose="020F0502020204030204" pitchFamily="34" charset="0"/>
              </a:rPr>
              <a:t> </a:t>
            </a:r>
            <a:r>
              <a:rPr lang="fr-FR" dirty="0">
                <a:effectLst/>
                <a:latin typeface="+mn-lt"/>
                <a:ea typeface="Calibri" panose="020F0502020204030204" pitchFamily="34" charset="0"/>
              </a:rPr>
              <a:t>données</a:t>
            </a:r>
            <a:r>
              <a:rPr lang="fr-FR" spc="-55" dirty="0">
                <a:effectLst/>
                <a:latin typeface="+mn-lt"/>
                <a:ea typeface="Calibri" panose="020F0502020204030204" pitchFamily="34" charset="0"/>
              </a:rPr>
              <a:t> </a:t>
            </a:r>
            <a:r>
              <a:rPr lang="fr-FR" dirty="0">
                <a:effectLst/>
                <a:latin typeface="+mn-lt"/>
                <a:ea typeface="Calibri" panose="020F0502020204030204" pitchFamily="34" charset="0"/>
              </a:rPr>
              <a:t>locales</a:t>
            </a:r>
            <a:r>
              <a:rPr lang="fr-FR" spc="-50" dirty="0">
                <a:effectLst/>
                <a:latin typeface="+mn-lt"/>
                <a:ea typeface="Calibri" panose="020F0502020204030204" pitchFamily="34" charset="0"/>
              </a:rPr>
              <a:t> </a:t>
            </a:r>
            <a:r>
              <a:rPr lang="fr-FR" dirty="0">
                <a:effectLst/>
                <a:latin typeface="+mn-lt"/>
                <a:ea typeface="Calibri" panose="020F0502020204030204" pitchFamily="34" charset="0"/>
              </a:rPr>
              <a:t>plus efficacement. Comme l’application à page unique n’envoie qu’une seule requête au serveur et stocke toutes les données qu’elle reçoit, elle peut également utiliser ces données pour travailler hors ligne.</a:t>
            </a:r>
          </a:p>
          <a:p>
            <a:pPr marL="539115" algn="just">
              <a:spcBef>
                <a:spcPts val="595"/>
              </a:spcBef>
            </a:pPr>
            <a:r>
              <a:rPr lang="fr-FR" b="1" dirty="0">
                <a:effectLst/>
                <a:latin typeface="+mn-lt"/>
                <a:ea typeface="Calibri" panose="020F0502020204030204" pitchFamily="34" charset="0"/>
              </a:rPr>
              <a:t>Débogage</a:t>
            </a:r>
            <a:r>
              <a:rPr lang="fr-FR" b="1" spc="-25" dirty="0">
                <a:effectLst/>
                <a:latin typeface="+mn-lt"/>
                <a:ea typeface="Calibri" panose="020F0502020204030204" pitchFamily="34" charset="0"/>
              </a:rPr>
              <a:t> </a:t>
            </a:r>
            <a:r>
              <a:rPr lang="fr-FR" b="1" dirty="0">
                <a:effectLst/>
                <a:latin typeface="+mn-lt"/>
                <a:ea typeface="Calibri" panose="020F0502020204030204" pitchFamily="34" charset="0"/>
              </a:rPr>
              <a:t>avec</a:t>
            </a:r>
            <a:r>
              <a:rPr lang="fr-FR" b="1" spc="-10" dirty="0">
                <a:effectLst/>
                <a:latin typeface="+mn-lt"/>
                <a:ea typeface="Calibri" panose="020F0502020204030204" pitchFamily="34" charset="0"/>
              </a:rPr>
              <a:t> Chrome</a:t>
            </a:r>
            <a:endParaRPr lang="fr-FR" b="1" dirty="0">
              <a:effectLst/>
              <a:latin typeface="+mn-lt"/>
              <a:ea typeface="Calibri" panose="020F0502020204030204" pitchFamily="34" charset="0"/>
            </a:endParaRPr>
          </a:p>
          <a:p>
            <a:pPr marL="539115" marR="91440" algn="just">
              <a:spcBef>
                <a:spcPts val="600"/>
              </a:spcBef>
            </a:pPr>
            <a:r>
              <a:rPr lang="fr-FR" dirty="0">
                <a:effectLst/>
                <a:latin typeface="+mn-lt"/>
                <a:ea typeface="Calibri" panose="020F0502020204030204" pitchFamily="34" charset="0"/>
              </a:rPr>
              <a:t>Le débogage des SPA avec Chrome est beaucoup plus facile que le débogage de n’importe quelle application à pages multiples. De plus, comme les SPA sont construites avec des Framework tels que </a:t>
            </a:r>
            <a:r>
              <a:rPr lang="fr-FR" dirty="0" err="1">
                <a:effectLst/>
                <a:latin typeface="+mn-lt"/>
                <a:ea typeface="Calibri" panose="020F0502020204030204" pitchFamily="34" charset="0"/>
              </a:rPr>
              <a:t>Angular</a:t>
            </a:r>
            <a:r>
              <a:rPr lang="fr-FR" dirty="0">
                <a:effectLst/>
                <a:latin typeface="+mn-lt"/>
                <a:ea typeface="Calibri" panose="020F0502020204030204" pitchFamily="34" charset="0"/>
              </a:rPr>
              <a:t> et </a:t>
            </a:r>
            <a:r>
              <a:rPr lang="fr-FR" dirty="0" err="1">
                <a:effectLst/>
                <a:latin typeface="+mn-lt"/>
                <a:ea typeface="Calibri" panose="020F0502020204030204" pitchFamily="34" charset="0"/>
              </a:rPr>
              <a:t>React</a:t>
            </a:r>
            <a:r>
              <a:rPr lang="fr-FR" dirty="0">
                <a:effectLst/>
                <a:latin typeface="+mn-lt"/>
                <a:ea typeface="Calibri" panose="020F0502020204030204" pitchFamily="34" charset="0"/>
              </a:rPr>
              <a:t>, ces Framework ont leurs propres outils de débogage Chrome, ce qui facilite grandement leur débogage.</a:t>
            </a: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4">
            <a:extLst>
              <a:ext uri="{FF2B5EF4-FFF2-40B4-BE49-F238E27FC236}">
                <a16:creationId xmlns:a16="http://schemas.microsoft.com/office/drawing/2014/main" id="{98124607-A2BF-2410-37DF-8FD19BDDFB92}"/>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Principes</a:t>
            </a:r>
            <a:r>
              <a:rPr lang="fr-FR" sz="2400" b="0" i="0" u="none" strike="noStrike" kern="1200" dirty="0">
                <a:effectLst/>
                <a:latin typeface="+mn-lt"/>
              </a:rPr>
              <a:t> </a:t>
            </a:r>
            <a:r>
              <a:rPr lang="fr-FR" sz="2400" b="1" dirty="0">
                <a:solidFill>
                  <a:schemeClr val="accent1">
                    <a:lumMod val="75000"/>
                  </a:schemeClr>
                </a:solidFill>
                <a:latin typeface="+mn-lt"/>
              </a:rPr>
              <a:t>de base du développement web moderne</a:t>
            </a:r>
          </a:p>
        </p:txBody>
      </p:sp>
    </p:spTree>
    <p:extLst>
      <p:ext uri="{BB962C8B-B14F-4D97-AF65-F5344CB8AC3E}">
        <p14:creationId xmlns:p14="http://schemas.microsoft.com/office/powerpoint/2010/main" val="26276924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3693319"/>
          </a:xfrm>
          <a:prstGeom prst="rect">
            <a:avLst/>
          </a:prstGeom>
          <a:noFill/>
        </p:spPr>
        <p:txBody>
          <a:bodyPr wrap="square">
            <a:spAutoFit/>
          </a:bodyPr>
          <a:lstStyle/>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Les inconvénients d’une application à unique page SPA</a:t>
            </a:r>
          </a:p>
          <a:p>
            <a:pPr marL="539115" marR="90805" algn="just">
              <a:spcBef>
                <a:spcPts val="600"/>
              </a:spcBef>
            </a:pPr>
            <a:r>
              <a:rPr lang="fr-FR" b="1" dirty="0">
                <a:latin typeface="+mn-lt"/>
                <a:ea typeface="Calibri" panose="020F0502020204030204" pitchFamily="34" charset="0"/>
              </a:rPr>
              <a:t>Temps de chargement initial plus long </a:t>
            </a:r>
          </a:p>
          <a:p>
            <a:pPr marL="539115" marR="90805" algn="just">
              <a:spcBef>
                <a:spcPts val="600"/>
              </a:spcBef>
            </a:pPr>
            <a:r>
              <a:rPr lang="fr-FR" dirty="0">
                <a:latin typeface="+mn-lt"/>
              </a:rPr>
              <a:t>le navigateur doit télécharger tout le bundle (HTML, CSS, JS) dès le départ. </a:t>
            </a:r>
          </a:p>
          <a:p>
            <a:pPr marL="539115" marR="90805" algn="just">
              <a:spcBef>
                <a:spcPts val="600"/>
              </a:spcBef>
            </a:pPr>
            <a:endParaRPr lang="fr-FR" b="1" spc="-20" dirty="0">
              <a:effectLst/>
              <a:latin typeface="+mn-lt"/>
              <a:ea typeface="Calibri" panose="020F0502020204030204" pitchFamily="34" charset="0"/>
            </a:endParaRPr>
          </a:p>
          <a:p>
            <a:pPr marL="539115" marR="90805" algn="just">
              <a:spcBef>
                <a:spcPts val="600"/>
              </a:spcBef>
            </a:pPr>
            <a:r>
              <a:rPr lang="fr-FR" b="1" dirty="0">
                <a:effectLst/>
                <a:latin typeface="+mn-lt"/>
              </a:rPr>
              <a:t>Complexité accrue</a:t>
            </a:r>
          </a:p>
          <a:p>
            <a:pPr marL="539115" marR="90805" algn="just">
              <a:spcBef>
                <a:spcPts val="600"/>
              </a:spcBef>
            </a:pPr>
            <a:r>
              <a:rPr lang="fr-FR" dirty="0">
                <a:latin typeface="+mn-lt"/>
              </a:rPr>
              <a:t>nécessite une architecture plus avancée (gestion du routage, état global, sécurité).</a:t>
            </a:r>
          </a:p>
          <a:p>
            <a:pPr marL="539115" marR="90805" algn="just">
              <a:spcBef>
                <a:spcPts val="600"/>
              </a:spcBef>
            </a:pPr>
            <a:endParaRPr lang="fr-FR" b="1" spc="-20" dirty="0">
              <a:latin typeface="+mn-lt"/>
              <a:ea typeface="Calibri" panose="020F0502020204030204" pitchFamily="34" charset="0"/>
            </a:endParaRPr>
          </a:p>
          <a:p>
            <a:pPr marL="539115" marR="90805" algn="just">
              <a:spcBef>
                <a:spcPts val="600"/>
              </a:spcBef>
            </a:pPr>
            <a:r>
              <a:rPr lang="fr-FR" b="1" dirty="0">
                <a:effectLst/>
                <a:latin typeface="+mn-lt"/>
              </a:rPr>
              <a:t>Problèmes d’accessibilité</a:t>
            </a:r>
          </a:p>
          <a:p>
            <a:pPr marL="539115" marR="90805" algn="just">
              <a:spcBef>
                <a:spcPts val="600"/>
              </a:spcBef>
            </a:pPr>
            <a:r>
              <a:rPr lang="fr-FR" dirty="0">
                <a:latin typeface="+mn-lt"/>
              </a:rPr>
              <a:t>certaines SPA mal conçues compliquent la navigation pour les utilisateurs avec des besoins spécifiques.</a:t>
            </a:r>
            <a:endParaRPr lang="fr-FR" b="1" spc="-5" dirty="0">
              <a:solidFill>
                <a:srgbClr val="2E5395"/>
              </a:solidFill>
              <a:latin typeface="+mn-lt"/>
              <a:ea typeface="Calibri" panose="020F0502020204030204" pitchFamily="34" charset="0"/>
            </a:endParaRPr>
          </a:p>
          <a:p>
            <a:pPr marL="363538" algn="just"/>
            <a:endParaRPr lang="fr-FR" dirty="0">
              <a:latin typeface="+mn-lt"/>
            </a:endParaRPr>
          </a:p>
          <a:p>
            <a:pPr marL="363538" algn="just"/>
            <a:endParaRPr lang="fr-FR" dirty="0">
              <a:latin typeface="+mn-lt"/>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4">
            <a:extLst>
              <a:ext uri="{FF2B5EF4-FFF2-40B4-BE49-F238E27FC236}">
                <a16:creationId xmlns:a16="http://schemas.microsoft.com/office/drawing/2014/main" id="{62FC357B-E330-49A2-B70D-B60BC316635E}"/>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Principes</a:t>
            </a:r>
            <a:r>
              <a:rPr lang="fr-FR" sz="2400" b="0" i="0" u="none" strike="noStrike" kern="1200" dirty="0">
                <a:effectLst/>
                <a:latin typeface="+mn-lt"/>
              </a:rPr>
              <a:t> </a:t>
            </a:r>
            <a:r>
              <a:rPr lang="fr-FR" sz="2400" b="1" dirty="0">
                <a:solidFill>
                  <a:schemeClr val="accent1">
                    <a:lumMod val="75000"/>
                  </a:schemeClr>
                </a:solidFill>
                <a:latin typeface="+mn-lt"/>
              </a:rPr>
              <a:t>de base du développement web moderne</a:t>
            </a:r>
          </a:p>
        </p:txBody>
      </p:sp>
    </p:spTree>
    <p:extLst>
      <p:ext uri="{BB962C8B-B14F-4D97-AF65-F5344CB8AC3E}">
        <p14:creationId xmlns:p14="http://schemas.microsoft.com/office/powerpoint/2010/main" val="9731667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graphicFrame>
        <p:nvGraphicFramePr>
          <p:cNvPr id="6" name="Tableau 5">
            <a:extLst>
              <a:ext uri="{FF2B5EF4-FFF2-40B4-BE49-F238E27FC236}">
                <a16:creationId xmlns:a16="http://schemas.microsoft.com/office/drawing/2014/main" id="{74C76B8F-FEAD-1E5F-CDEF-FA6EFA5BF7BF}"/>
              </a:ext>
            </a:extLst>
          </p:cNvPr>
          <p:cNvGraphicFramePr>
            <a:graphicFrameLocks noGrp="1"/>
          </p:cNvGraphicFramePr>
          <p:nvPr>
            <p:extLst>
              <p:ext uri="{D42A27DB-BD31-4B8C-83A1-F6EECF244321}">
                <p14:modId xmlns:p14="http://schemas.microsoft.com/office/powerpoint/2010/main" val="2640729349"/>
              </p:ext>
            </p:extLst>
          </p:nvPr>
        </p:nvGraphicFramePr>
        <p:xfrm>
          <a:off x="408312" y="1064906"/>
          <a:ext cx="7757160" cy="3886200"/>
        </p:xfrm>
        <a:graphic>
          <a:graphicData uri="http://schemas.openxmlformats.org/drawingml/2006/table">
            <a:tbl>
              <a:tblPr firstRow="1" bandRow="1">
                <a:tableStyleId>{5C22544A-7EE6-4342-B048-85BDC9FD1C3A}</a:tableStyleId>
              </a:tblPr>
              <a:tblGrid>
                <a:gridCol w="1939290">
                  <a:extLst>
                    <a:ext uri="{9D8B030D-6E8A-4147-A177-3AD203B41FA5}">
                      <a16:colId xmlns:a16="http://schemas.microsoft.com/office/drawing/2014/main" val="224108198"/>
                    </a:ext>
                  </a:extLst>
                </a:gridCol>
                <a:gridCol w="2132838">
                  <a:extLst>
                    <a:ext uri="{9D8B030D-6E8A-4147-A177-3AD203B41FA5}">
                      <a16:colId xmlns:a16="http://schemas.microsoft.com/office/drawing/2014/main" val="2203940801"/>
                    </a:ext>
                  </a:extLst>
                </a:gridCol>
                <a:gridCol w="2063786">
                  <a:extLst>
                    <a:ext uri="{9D8B030D-6E8A-4147-A177-3AD203B41FA5}">
                      <a16:colId xmlns:a16="http://schemas.microsoft.com/office/drawing/2014/main" val="2528783544"/>
                    </a:ext>
                  </a:extLst>
                </a:gridCol>
                <a:gridCol w="1621246">
                  <a:extLst>
                    <a:ext uri="{9D8B030D-6E8A-4147-A177-3AD203B41FA5}">
                      <a16:colId xmlns:a16="http://schemas.microsoft.com/office/drawing/2014/main" val="3694301597"/>
                    </a:ext>
                  </a:extLst>
                </a:gridCol>
              </a:tblGrid>
              <a:tr h="370840">
                <a:tc>
                  <a:txBody>
                    <a:bodyPr/>
                    <a:lstStyle/>
                    <a:p>
                      <a:r>
                        <a:rPr lang="fr-FR" dirty="0"/>
                        <a:t>Critère</a:t>
                      </a:r>
                    </a:p>
                  </a:txBody>
                  <a:tcPr/>
                </a:tc>
                <a:tc>
                  <a:txBody>
                    <a:bodyPr/>
                    <a:lstStyle/>
                    <a:p>
                      <a:r>
                        <a:rPr lang="fr-FR" dirty="0"/>
                        <a:t>React.js</a:t>
                      </a:r>
                    </a:p>
                  </a:txBody>
                  <a:tcPr/>
                </a:tc>
                <a:tc>
                  <a:txBody>
                    <a:bodyPr/>
                    <a:lstStyle/>
                    <a:p>
                      <a:r>
                        <a:rPr lang="fr-FR" dirty="0"/>
                        <a:t>Next.js</a:t>
                      </a:r>
                    </a:p>
                  </a:txBody>
                  <a:tcPr/>
                </a:tc>
                <a:tc>
                  <a:txBody>
                    <a:bodyPr/>
                    <a:lstStyle/>
                    <a:p>
                      <a:r>
                        <a:rPr lang="fr-FR" dirty="0"/>
                        <a:t>Vue.js</a:t>
                      </a:r>
                    </a:p>
                  </a:txBody>
                  <a:tcPr/>
                </a:tc>
                <a:extLst>
                  <a:ext uri="{0D108BD9-81ED-4DB2-BD59-A6C34878D82A}">
                    <a16:rowId xmlns:a16="http://schemas.microsoft.com/office/drawing/2014/main" val="755606234"/>
                  </a:ext>
                </a:extLst>
              </a:tr>
              <a:tr h="370840">
                <a:tc>
                  <a:txBody>
                    <a:bodyPr/>
                    <a:lstStyle/>
                    <a:p>
                      <a:r>
                        <a:rPr lang="fr-FR" sz="1400" b="1" dirty="0"/>
                        <a:t>Type</a:t>
                      </a:r>
                    </a:p>
                  </a:txBody>
                  <a:tcPr/>
                </a:tc>
                <a:tc>
                  <a:txBody>
                    <a:bodyPr/>
                    <a:lstStyle/>
                    <a:p>
                      <a:r>
                        <a:rPr lang="fr-FR" sz="1400" dirty="0"/>
                        <a:t>Librairie UI</a:t>
                      </a:r>
                    </a:p>
                  </a:txBody>
                  <a:tcPr anchor="ctr"/>
                </a:tc>
                <a:tc>
                  <a:txBody>
                    <a:bodyPr/>
                    <a:lstStyle/>
                    <a:p>
                      <a:r>
                        <a:rPr lang="fr-FR" sz="1400" dirty="0"/>
                        <a:t>Framework full stack</a:t>
                      </a:r>
                    </a:p>
                  </a:txBody>
                  <a:tcPr/>
                </a:tc>
                <a:tc>
                  <a:txBody>
                    <a:bodyPr/>
                    <a:lstStyle/>
                    <a:p>
                      <a:r>
                        <a:rPr lang="fr-FR" sz="1400" dirty="0"/>
                        <a:t>Framework UI progressif</a:t>
                      </a:r>
                    </a:p>
                  </a:txBody>
                  <a:tcPr/>
                </a:tc>
                <a:extLst>
                  <a:ext uri="{0D108BD9-81ED-4DB2-BD59-A6C34878D82A}">
                    <a16:rowId xmlns:a16="http://schemas.microsoft.com/office/drawing/2014/main" val="2022955055"/>
                  </a:ext>
                </a:extLst>
              </a:tr>
              <a:tr h="370840">
                <a:tc>
                  <a:txBody>
                    <a:bodyPr/>
                    <a:lstStyle/>
                    <a:p>
                      <a:r>
                        <a:rPr lang="fr-FR" sz="1400" b="1" dirty="0"/>
                        <a:t>Rendu côté serveur</a:t>
                      </a:r>
                    </a:p>
                  </a:txBody>
                  <a:tcPr/>
                </a:tc>
                <a:tc>
                  <a:txBody>
                    <a:bodyPr/>
                    <a:lstStyle/>
                    <a:p>
                      <a:r>
                        <a:rPr lang="fr-FR" sz="1400" dirty="0"/>
                        <a:t>Non (avec librairie)</a:t>
                      </a:r>
                    </a:p>
                  </a:txBody>
                  <a:tcPr/>
                </a:tc>
                <a:tc>
                  <a:txBody>
                    <a:bodyPr/>
                    <a:lstStyle/>
                    <a:p>
                      <a:r>
                        <a:rPr lang="fr-FR" sz="1400" dirty="0"/>
                        <a:t>Oui (SSR/SSG intégré)</a:t>
                      </a:r>
                    </a:p>
                  </a:txBody>
                  <a:tcPr/>
                </a:tc>
                <a:tc>
                  <a:txBody>
                    <a:bodyPr/>
                    <a:lstStyle/>
                    <a:p>
                      <a:r>
                        <a:rPr lang="fr-FR" sz="1400" dirty="0"/>
                        <a:t>Oui (via </a:t>
                      </a:r>
                      <a:r>
                        <a:rPr lang="fr-FR" sz="1400" dirty="0" err="1"/>
                        <a:t>Nuxt</a:t>
                      </a:r>
                      <a:r>
                        <a:rPr lang="fr-FR" sz="1400" dirty="0"/>
                        <a:t> JS)</a:t>
                      </a:r>
                    </a:p>
                  </a:txBody>
                  <a:tcPr/>
                </a:tc>
                <a:extLst>
                  <a:ext uri="{0D108BD9-81ED-4DB2-BD59-A6C34878D82A}">
                    <a16:rowId xmlns:a16="http://schemas.microsoft.com/office/drawing/2014/main" val="823138698"/>
                  </a:ext>
                </a:extLst>
              </a:tr>
              <a:tr h="370840">
                <a:tc>
                  <a:txBody>
                    <a:bodyPr/>
                    <a:lstStyle/>
                    <a:p>
                      <a:r>
                        <a:rPr lang="fr-FR" sz="1400" b="1" dirty="0"/>
                        <a:t>SEO </a:t>
                      </a:r>
                      <a:r>
                        <a:rPr lang="fr-FR" sz="1200" b="1" i="1" dirty="0"/>
                        <a:t>(</a:t>
                      </a:r>
                      <a:r>
                        <a:rPr lang="fr-FR" sz="1200" b="1" i="1" dirty="0" err="1"/>
                        <a:t>Search</a:t>
                      </a:r>
                      <a:r>
                        <a:rPr lang="fr-FR" sz="1200" b="1" i="1" dirty="0"/>
                        <a:t> Engine </a:t>
                      </a:r>
                      <a:r>
                        <a:rPr lang="fr-FR" sz="1200" b="1" i="1" dirty="0" err="1"/>
                        <a:t>Optimization</a:t>
                      </a:r>
                      <a:r>
                        <a:rPr lang="fr-FR" sz="1200" b="1" i="1" dirty="0"/>
                        <a:t>)</a:t>
                      </a:r>
                    </a:p>
                  </a:txBody>
                  <a:tcPr/>
                </a:tc>
                <a:tc>
                  <a:txBody>
                    <a:bodyPr/>
                    <a:lstStyle/>
                    <a:p>
                      <a:r>
                        <a:rPr lang="fr-FR" sz="1400" dirty="0"/>
                        <a:t>Faible sans SSR</a:t>
                      </a:r>
                    </a:p>
                  </a:txBody>
                  <a:tcPr/>
                </a:tc>
                <a:tc>
                  <a:txBody>
                    <a:bodyPr/>
                    <a:lstStyle/>
                    <a:p>
                      <a:r>
                        <a:rPr lang="fr-FR" sz="1400" dirty="0"/>
                        <a:t>Excellent</a:t>
                      </a:r>
                    </a:p>
                  </a:txBody>
                  <a:tcPr/>
                </a:tc>
                <a:tc>
                  <a:txBody>
                    <a:bodyPr/>
                    <a:lstStyle/>
                    <a:p>
                      <a:r>
                        <a:rPr lang="fr-FR" sz="1400" dirty="0"/>
                        <a:t>Bon (avec </a:t>
                      </a:r>
                      <a:r>
                        <a:rPr lang="fr-FR" sz="1400" dirty="0" err="1"/>
                        <a:t>Nuxt</a:t>
                      </a:r>
                      <a:r>
                        <a:rPr lang="fr-FR" sz="1400" dirty="0"/>
                        <a:t> JS)</a:t>
                      </a:r>
                    </a:p>
                  </a:txBody>
                  <a:tcPr/>
                </a:tc>
                <a:extLst>
                  <a:ext uri="{0D108BD9-81ED-4DB2-BD59-A6C34878D82A}">
                    <a16:rowId xmlns:a16="http://schemas.microsoft.com/office/drawing/2014/main" val="3856773360"/>
                  </a:ext>
                </a:extLst>
              </a:tr>
              <a:tr h="370840">
                <a:tc>
                  <a:txBody>
                    <a:bodyPr/>
                    <a:lstStyle/>
                    <a:p>
                      <a:r>
                        <a:rPr lang="fr-FR" sz="1400" b="1" dirty="0"/>
                        <a:t>Courbe d’apprentissage</a:t>
                      </a:r>
                    </a:p>
                  </a:txBody>
                  <a:tcPr/>
                </a:tc>
                <a:tc>
                  <a:txBody>
                    <a:bodyPr/>
                    <a:lstStyle/>
                    <a:p>
                      <a:r>
                        <a:rPr lang="fr-FR" sz="1400" dirty="0"/>
                        <a:t>Moyenne</a:t>
                      </a:r>
                    </a:p>
                  </a:txBody>
                  <a:tcPr/>
                </a:tc>
                <a:tc>
                  <a:txBody>
                    <a:bodyPr/>
                    <a:lstStyle/>
                    <a:p>
                      <a:r>
                        <a:rPr lang="fr-FR" sz="1400" dirty="0"/>
                        <a:t>Moyenne/Haute</a:t>
                      </a:r>
                    </a:p>
                  </a:txBody>
                  <a:tcPr/>
                </a:tc>
                <a:tc>
                  <a:txBody>
                    <a:bodyPr/>
                    <a:lstStyle/>
                    <a:p>
                      <a:r>
                        <a:rPr lang="fr-FR" sz="1400" dirty="0"/>
                        <a:t>Faible à moyenne</a:t>
                      </a:r>
                    </a:p>
                  </a:txBody>
                  <a:tcPr/>
                </a:tc>
                <a:extLst>
                  <a:ext uri="{0D108BD9-81ED-4DB2-BD59-A6C34878D82A}">
                    <a16:rowId xmlns:a16="http://schemas.microsoft.com/office/drawing/2014/main" val="1348328682"/>
                  </a:ext>
                </a:extLst>
              </a:tr>
              <a:tr h="370840">
                <a:tc>
                  <a:txBody>
                    <a:bodyPr/>
                    <a:lstStyle/>
                    <a:p>
                      <a:r>
                        <a:rPr lang="fr-FR" sz="1400" b="1" dirty="0"/>
                        <a:t>Communauté &amp; écosystème</a:t>
                      </a:r>
                    </a:p>
                  </a:txBody>
                  <a:tcPr/>
                </a:tc>
                <a:tc>
                  <a:txBody>
                    <a:bodyPr/>
                    <a:lstStyle/>
                    <a:p>
                      <a:r>
                        <a:rPr lang="fr-FR" sz="1400" dirty="0"/>
                        <a:t>Très large</a:t>
                      </a:r>
                    </a:p>
                  </a:txBody>
                  <a:tcPr/>
                </a:tc>
                <a:tc>
                  <a:txBody>
                    <a:bodyPr/>
                    <a:lstStyle/>
                    <a:p>
                      <a:r>
                        <a:rPr lang="fr-FR" sz="1400" dirty="0"/>
                        <a:t>Large</a:t>
                      </a:r>
                    </a:p>
                  </a:txBody>
                  <a:tcPr/>
                </a:tc>
                <a:tc>
                  <a:txBody>
                    <a:bodyPr/>
                    <a:lstStyle/>
                    <a:p>
                      <a:r>
                        <a:rPr lang="fr-FR" sz="1400" dirty="0"/>
                        <a:t>Moyenne</a:t>
                      </a:r>
                    </a:p>
                  </a:txBody>
                  <a:tcPr/>
                </a:tc>
                <a:extLst>
                  <a:ext uri="{0D108BD9-81ED-4DB2-BD59-A6C34878D82A}">
                    <a16:rowId xmlns:a16="http://schemas.microsoft.com/office/drawing/2014/main" val="2346094093"/>
                  </a:ext>
                </a:extLst>
              </a:tr>
              <a:tr h="370840">
                <a:tc>
                  <a:txBody>
                    <a:bodyPr/>
                    <a:lstStyle/>
                    <a:p>
                      <a:r>
                        <a:rPr lang="fr-FR" sz="1400" b="1" dirty="0"/>
                        <a:t>Flexibilité</a:t>
                      </a:r>
                    </a:p>
                  </a:txBody>
                  <a:tcPr/>
                </a:tc>
                <a:tc>
                  <a:txBody>
                    <a:bodyPr/>
                    <a:lstStyle/>
                    <a:p>
                      <a:r>
                        <a:rPr lang="fr-FR" sz="1400" dirty="0"/>
                        <a:t>Très flexible</a:t>
                      </a:r>
                    </a:p>
                  </a:txBody>
                  <a:tcPr/>
                </a:tc>
                <a:tc>
                  <a:txBody>
                    <a:bodyPr/>
                    <a:lstStyle/>
                    <a:p>
                      <a:r>
                        <a:rPr lang="fr-FR" sz="1400" dirty="0"/>
                        <a:t>Basée sur conventions Next</a:t>
                      </a:r>
                    </a:p>
                  </a:txBody>
                  <a:tcPr/>
                </a:tc>
                <a:tc>
                  <a:txBody>
                    <a:bodyPr/>
                    <a:lstStyle/>
                    <a:p>
                      <a:r>
                        <a:rPr lang="fr-FR" sz="1400" dirty="0"/>
                        <a:t>Flexible et progressive</a:t>
                      </a:r>
                    </a:p>
                  </a:txBody>
                  <a:tcPr/>
                </a:tc>
                <a:extLst>
                  <a:ext uri="{0D108BD9-81ED-4DB2-BD59-A6C34878D82A}">
                    <a16:rowId xmlns:a16="http://schemas.microsoft.com/office/drawing/2014/main" val="1576369829"/>
                  </a:ext>
                </a:extLst>
              </a:tr>
              <a:tr h="370840">
                <a:tc>
                  <a:txBody>
                    <a:bodyPr/>
                    <a:lstStyle/>
                    <a:p>
                      <a:r>
                        <a:rPr lang="fr-FR" sz="1400" b="1" dirty="0"/>
                        <a:t>Mobile</a:t>
                      </a:r>
                    </a:p>
                  </a:txBody>
                  <a:tcPr/>
                </a:tc>
                <a:tc>
                  <a:txBody>
                    <a:bodyPr/>
                    <a:lstStyle/>
                    <a:p>
                      <a:r>
                        <a:rPr lang="fr-FR" sz="1400" dirty="0"/>
                        <a:t>Oui avec </a:t>
                      </a:r>
                      <a:r>
                        <a:rPr lang="fr-FR" sz="1400" dirty="0" err="1"/>
                        <a:t>React</a:t>
                      </a:r>
                      <a:r>
                        <a:rPr lang="fr-FR" sz="1400" dirty="0"/>
                        <a:t> Native</a:t>
                      </a:r>
                    </a:p>
                  </a:txBody>
                  <a:tcPr/>
                </a:tc>
                <a:tc>
                  <a:txBody>
                    <a:bodyPr/>
                    <a:lstStyle/>
                    <a:p>
                      <a:r>
                        <a:rPr lang="fr-FR" sz="1400" dirty="0"/>
                        <a:t>Non. Doit utiliser </a:t>
                      </a:r>
                      <a:r>
                        <a:rPr lang="fr-FR" sz="1400" dirty="0" err="1"/>
                        <a:t>React</a:t>
                      </a:r>
                      <a:r>
                        <a:rPr lang="fr-FR" sz="1400" dirty="0"/>
                        <a:t> Native.</a:t>
                      </a:r>
                    </a:p>
                  </a:txBody>
                  <a:tcPr/>
                </a:tc>
                <a:tc>
                  <a:txBody>
                    <a:bodyPr/>
                    <a:lstStyle/>
                    <a:p>
                      <a:r>
                        <a:rPr lang="fr-FR" sz="1400" dirty="0"/>
                        <a:t>Oui avec </a:t>
                      </a:r>
                      <a:r>
                        <a:rPr lang="fr-FR" sz="1400" dirty="0" err="1"/>
                        <a:t>NativeScript</a:t>
                      </a:r>
                      <a:r>
                        <a:rPr lang="fr-FR" sz="1400" dirty="0"/>
                        <a:t> / Ionic / </a:t>
                      </a:r>
                      <a:r>
                        <a:rPr lang="fr-FR" sz="1400" dirty="0" err="1"/>
                        <a:t>Quasa</a:t>
                      </a:r>
                      <a:endParaRPr lang="fr-FR" sz="1400" dirty="0"/>
                    </a:p>
                  </a:txBody>
                  <a:tcPr/>
                </a:tc>
                <a:extLst>
                  <a:ext uri="{0D108BD9-81ED-4DB2-BD59-A6C34878D82A}">
                    <a16:rowId xmlns:a16="http://schemas.microsoft.com/office/drawing/2014/main" val="2104837818"/>
                  </a:ext>
                </a:extLst>
              </a:tr>
            </a:tbl>
          </a:graphicData>
        </a:graphic>
      </p:graphicFrame>
      <p:sp>
        <p:nvSpPr>
          <p:cNvPr id="2" name="Rectangle 4">
            <a:extLst>
              <a:ext uri="{FF2B5EF4-FFF2-40B4-BE49-F238E27FC236}">
                <a16:creationId xmlns:a16="http://schemas.microsoft.com/office/drawing/2014/main" id="{14049926-E5B5-DF01-D311-DB472FA005C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Comparaison des Framework: React.js, Next.js et Vue.js</a:t>
            </a:r>
          </a:p>
        </p:txBody>
      </p:sp>
    </p:spTree>
    <p:extLst>
      <p:ext uri="{BB962C8B-B14F-4D97-AF65-F5344CB8AC3E}">
        <p14:creationId xmlns:p14="http://schemas.microsoft.com/office/powerpoint/2010/main" val="2541131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2" name="Rectangle 4">
            <a:extLst>
              <a:ext uri="{FF2B5EF4-FFF2-40B4-BE49-F238E27FC236}">
                <a16:creationId xmlns:a16="http://schemas.microsoft.com/office/drawing/2014/main" id="{14049926-E5B5-DF01-D311-DB472FA005C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Comparaison des Framework: React.js, Next.js et Vue.js</a:t>
            </a:r>
          </a:p>
        </p:txBody>
      </p:sp>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2877711"/>
          </a:xfrm>
          <a:prstGeom prst="rect">
            <a:avLst/>
          </a:prstGeom>
          <a:noFill/>
        </p:spPr>
        <p:txBody>
          <a:bodyPr wrap="square">
            <a:spAutoFit/>
          </a:bodyPr>
          <a:lstStyle/>
          <a:p>
            <a:pPr lvl="1" algn="just">
              <a:spcBef>
                <a:spcPts val="600"/>
              </a:spcBef>
              <a:spcAft>
                <a:spcPts val="0"/>
              </a:spcAft>
              <a:buClr>
                <a:srgbClr val="2E5395"/>
              </a:buClr>
              <a:buSzPts val="1400"/>
              <a:tabLst>
                <a:tab pos="629285" algn="l"/>
              </a:tabLst>
            </a:pPr>
            <a:r>
              <a:rPr lang="fr-FR" b="1" spc="-5" dirty="0">
                <a:solidFill>
                  <a:srgbClr val="2E5395"/>
                </a:solidFill>
                <a:latin typeface="+mn-lt"/>
                <a:ea typeface="Calibri" panose="020F0502020204030204" pitchFamily="34" charset="0"/>
              </a:rPr>
              <a:t>REACT</a:t>
            </a:r>
          </a:p>
          <a:p>
            <a:pPr marL="363538" algn="just"/>
            <a:r>
              <a:rPr lang="fr-FR" dirty="0" err="1">
                <a:latin typeface="+mn-lt"/>
              </a:rPr>
              <a:t>React</a:t>
            </a:r>
            <a:r>
              <a:rPr lang="fr-FR" dirty="0">
                <a:latin typeface="+mn-lt"/>
              </a:rPr>
              <a:t> est une librairie java script open source créée par </a:t>
            </a:r>
            <a:r>
              <a:rPr lang="fr-FR" b="1" dirty="0">
                <a:latin typeface="+mn-lt"/>
              </a:rPr>
              <a:t>Meta (anciennement Facebook)</a:t>
            </a:r>
            <a:r>
              <a:rPr lang="fr-FR" dirty="0">
                <a:latin typeface="+mn-lt"/>
              </a:rPr>
              <a:t> en </a:t>
            </a:r>
            <a:r>
              <a:rPr lang="fr-FR" b="1" dirty="0">
                <a:latin typeface="+mn-lt"/>
              </a:rPr>
              <a:t>2013, </a:t>
            </a:r>
            <a:r>
              <a:rPr lang="fr-FR" dirty="0">
                <a:latin typeface="+mn-lt"/>
              </a:rPr>
              <a:t>Elle est conçue pour faciliter la création d’</a:t>
            </a:r>
            <a:r>
              <a:rPr lang="fr-FR" b="1" dirty="0">
                <a:latin typeface="+mn-lt"/>
              </a:rPr>
              <a:t>interfaces utilisateurs interactives</a:t>
            </a:r>
            <a:r>
              <a:rPr lang="fr-FR" dirty="0">
                <a:latin typeface="+mn-lt"/>
              </a:rPr>
              <a:t> et modulaires.</a:t>
            </a:r>
          </a:p>
          <a:p>
            <a:pPr marL="363538" algn="just"/>
            <a:endParaRPr lang="fr-FR" dirty="0">
              <a:latin typeface="+mn-lt"/>
            </a:endParaRPr>
          </a:p>
          <a:p>
            <a:pPr lvl="1" algn="just">
              <a:spcBef>
                <a:spcPts val="600"/>
              </a:spcBef>
              <a:spcAft>
                <a:spcPts val="0"/>
              </a:spcAft>
              <a:buClr>
                <a:srgbClr val="2E5395"/>
              </a:buClr>
              <a:buSzPts val="1400"/>
              <a:tabLst>
                <a:tab pos="629285" algn="l"/>
              </a:tabLst>
            </a:pPr>
            <a:r>
              <a:rPr lang="fr-FR" b="1" spc="-5" dirty="0">
                <a:solidFill>
                  <a:srgbClr val="2E5395"/>
                </a:solidFill>
                <a:latin typeface="+mn-lt"/>
                <a:ea typeface="Calibri" panose="020F0502020204030204" pitchFamily="34" charset="0"/>
              </a:rPr>
              <a:t>Caractéristiques principales</a:t>
            </a:r>
          </a:p>
          <a:p>
            <a:pPr marL="738188" indent="-285750" algn="just">
              <a:buFont typeface="Wingdings" panose="05000000000000000000" pitchFamily="2" charset="2"/>
              <a:buChar char="§"/>
            </a:pPr>
            <a:r>
              <a:rPr lang="fr-FR" b="1" dirty="0">
                <a:latin typeface="+mn-lt"/>
              </a:rPr>
              <a:t>Bibliothèque, pas </a:t>
            </a:r>
            <a:r>
              <a:rPr lang="fr-FR" b="1" dirty="0" err="1">
                <a:latin typeface="+mn-lt"/>
              </a:rPr>
              <a:t>framework</a:t>
            </a:r>
            <a:r>
              <a:rPr lang="fr-FR" dirty="0">
                <a:latin typeface="+mn-lt"/>
              </a:rPr>
              <a:t> : </a:t>
            </a:r>
            <a:r>
              <a:rPr lang="fr-FR" dirty="0" err="1">
                <a:latin typeface="+mn-lt"/>
              </a:rPr>
              <a:t>React</a:t>
            </a:r>
            <a:r>
              <a:rPr lang="fr-FR" dirty="0">
                <a:latin typeface="+mn-lt"/>
              </a:rPr>
              <a:t> se concentre uniquement sur la </a:t>
            </a:r>
            <a:r>
              <a:rPr lang="fr-FR" b="1" dirty="0">
                <a:latin typeface="+mn-lt"/>
              </a:rPr>
              <a:t>couche de présentation (UI)</a:t>
            </a:r>
            <a:r>
              <a:rPr lang="fr-FR" dirty="0">
                <a:latin typeface="+mn-lt"/>
              </a:rPr>
              <a:t>, contrairement à un </a:t>
            </a:r>
            <a:r>
              <a:rPr lang="fr-FR" dirty="0" err="1">
                <a:latin typeface="+mn-lt"/>
              </a:rPr>
              <a:t>framework</a:t>
            </a:r>
            <a:r>
              <a:rPr lang="fr-FR" dirty="0">
                <a:latin typeface="+mn-lt"/>
              </a:rPr>
              <a:t> complet comme </a:t>
            </a:r>
            <a:r>
              <a:rPr lang="fr-FR" dirty="0" err="1">
                <a:latin typeface="+mn-lt"/>
              </a:rPr>
              <a:t>Angular</a:t>
            </a:r>
            <a:r>
              <a:rPr lang="fr-FR" dirty="0">
                <a:latin typeface="+mn-lt"/>
              </a:rPr>
              <a:t>.</a:t>
            </a:r>
          </a:p>
          <a:p>
            <a:pPr marL="738188" indent="-285750" algn="just">
              <a:buFont typeface="Wingdings" panose="05000000000000000000" pitchFamily="2" charset="2"/>
              <a:buChar char="§"/>
            </a:pPr>
            <a:r>
              <a:rPr lang="fr-FR" b="1" dirty="0">
                <a:latin typeface="+mn-lt"/>
              </a:rPr>
              <a:t>Composants réutilisables</a:t>
            </a:r>
            <a:r>
              <a:rPr lang="fr-FR" dirty="0">
                <a:latin typeface="+mn-lt"/>
              </a:rPr>
              <a:t> : l’interface est découpée en petits blocs autonomes (boutons, formulaires, cartes, etc.) qui peuvent être assemblés pour créer des applications complexes.</a:t>
            </a:r>
          </a:p>
          <a:p>
            <a:pPr marL="363538" algn="just"/>
            <a:endParaRPr lang="fr-FR" dirty="0">
              <a:latin typeface="+mn-lt"/>
            </a:endParaRPr>
          </a:p>
          <a:p>
            <a:pPr marL="363538" algn="just"/>
            <a:endParaRPr lang="fr-FR" dirty="0">
              <a:latin typeface="+mn-lt"/>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pic>
        <p:nvPicPr>
          <p:cNvPr id="8" name="Image 7">
            <a:extLst>
              <a:ext uri="{FF2B5EF4-FFF2-40B4-BE49-F238E27FC236}">
                <a16:creationId xmlns:a16="http://schemas.microsoft.com/office/drawing/2014/main" id="{24BAD389-6FE8-26B0-1DE4-11FF2E0216EA}"/>
              </a:ext>
            </a:extLst>
          </p:cNvPr>
          <p:cNvPicPr>
            <a:picLocks/>
          </p:cNvPicPr>
          <p:nvPr/>
        </p:nvPicPr>
        <p:blipFill>
          <a:blip r:embed="rId3" cstate="print"/>
          <a:stretch>
            <a:fillRect/>
          </a:stretch>
        </p:blipFill>
        <p:spPr>
          <a:xfrm>
            <a:off x="1663548" y="3170126"/>
            <a:ext cx="6356732" cy="3249930"/>
          </a:xfrm>
          <a:prstGeom prst="rect">
            <a:avLst/>
          </a:prstGeom>
        </p:spPr>
      </p:pic>
    </p:spTree>
    <p:extLst>
      <p:ext uri="{BB962C8B-B14F-4D97-AF65-F5344CB8AC3E}">
        <p14:creationId xmlns:p14="http://schemas.microsoft.com/office/powerpoint/2010/main" val="826391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2" name="Rectangle 4">
            <a:extLst>
              <a:ext uri="{FF2B5EF4-FFF2-40B4-BE49-F238E27FC236}">
                <a16:creationId xmlns:a16="http://schemas.microsoft.com/office/drawing/2014/main" id="{14049926-E5B5-DF01-D311-DB472FA005C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Comparaison des Framework: React.js, Next.js et Vue.js</a:t>
            </a:r>
          </a:p>
        </p:txBody>
      </p:sp>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586145"/>
          </a:xfrm>
          <a:prstGeom prst="rect">
            <a:avLst/>
          </a:prstGeom>
          <a:noFill/>
        </p:spPr>
        <p:txBody>
          <a:bodyPr wrap="square">
            <a:spAutoFit/>
          </a:bodyPr>
          <a:lstStyle/>
          <a:p>
            <a:pPr marL="738188" indent="-285750" algn="just">
              <a:buFont typeface="Wingdings" panose="05000000000000000000" pitchFamily="2" charset="2"/>
              <a:buChar char="§"/>
            </a:pPr>
            <a:r>
              <a:rPr lang="fr-FR" b="1" dirty="0">
                <a:latin typeface="+mn-lt"/>
              </a:rPr>
              <a:t>Virtual DOM</a:t>
            </a:r>
            <a:r>
              <a:rPr lang="fr-FR" dirty="0">
                <a:latin typeface="+mn-lt"/>
              </a:rPr>
              <a:t> : </a:t>
            </a:r>
            <a:r>
              <a:rPr lang="fr-FR" dirty="0" err="1">
                <a:latin typeface="+mn-lt"/>
              </a:rPr>
              <a:t>React</a:t>
            </a:r>
            <a:r>
              <a:rPr lang="fr-FR" dirty="0">
                <a:latin typeface="+mn-lt"/>
              </a:rPr>
              <a:t> utilise une copie virtuelle du DOM pour mettre à jour uniquement les parties nécessaires, ce qui améliore les performances.</a:t>
            </a: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endParaRPr lang="fr-FR" dirty="0">
              <a:latin typeface="+mn-lt"/>
            </a:endParaRPr>
          </a:p>
          <a:p>
            <a:pPr marL="738188" indent="-285750" algn="just">
              <a:buFont typeface="Wingdings" panose="05000000000000000000" pitchFamily="2" charset="2"/>
              <a:buChar char="§"/>
            </a:pPr>
            <a:r>
              <a:rPr lang="fr-FR" b="1" dirty="0">
                <a:latin typeface="+mn-lt"/>
              </a:rPr>
              <a:t>Déclaratif</a:t>
            </a:r>
            <a:r>
              <a:rPr lang="fr-FR" dirty="0">
                <a:latin typeface="+mn-lt"/>
              </a:rPr>
              <a:t> : le développeur décrit l’état de l’interface, et </a:t>
            </a:r>
            <a:r>
              <a:rPr lang="fr-FR" dirty="0" err="1">
                <a:latin typeface="+mn-lt"/>
              </a:rPr>
              <a:t>React</a:t>
            </a:r>
            <a:r>
              <a:rPr lang="fr-FR" dirty="0">
                <a:latin typeface="+mn-lt"/>
              </a:rPr>
              <a:t> s’occupe de mettre à jour l’affichage en conséquence.</a:t>
            </a:r>
          </a:p>
          <a:p>
            <a:pPr marL="738188" indent="-285750" algn="just">
              <a:buFont typeface="Wingdings" panose="05000000000000000000" pitchFamily="2" charset="2"/>
              <a:buChar char="§"/>
            </a:pPr>
            <a:r>
              <a:rPr lang="fr-FR" b="1" dirty="0">
                <a:latin typeface="+mn-lt"/>
              </a:rPr>
              <a:t>Écosystème riche</a:t>
            </a:r>
            <a:r>
              <a:rPr lang="fr-FR" dirty="0">
                <a:latin typeface="+mn-lt"/>
              </a:rPr>
              <a:t> : souvent utilisé avec des outils complémentaires comme Next.js (pour le rendu côté serveur) ou </a:t>
            </a:r>
            <a:r>
              <a:rPr lang="fr-FR" dirty="0" err="1">
                <a:latin typeface="+mn-lt"/>
              </a:rPr>
              <a:t>Redux</a:t>
            </a:r>
            <a:r>
              <a:rPr lang="fr-FR" dirty="0">
                <a:latin typeface="+mn-lt"/>
              </a:rPr>
              <a:t> (pour la gestion d’état).</a:t>
            </a:r>
          </a:p>
          <a:p>
            <a:pPr marL="452438" algn="just"/>
            <a:endParaRPr lang="fr-FR" dirty="0">
              <a:latin typeface="+mn-lt"/>
            </a:endParaRPr>
          </a:p>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Exemples d’utilisation</a:t>
            </a:r>
          </a:p>
          <a:p>
            <a:pPr marL="738188" indent="-285750" algn="just">
              <a:buFont typeface="Wingdings" panose="05000000000000000000" pitchFamily="2" charset="2"/>
              <a:buChar char="§"/>
            </a:pPr>
            <a:r>
              <a:rPr lang="fr-FR" b="1" dirty="0">
                <a:latin typeface="+mn-lt"/>
              </a:rPr>
              <a:t>Applications web dynamiques</a:t>
            </a:r>
            <a:r>
              <a:rPr lang="fr-FR" dirty="0">
                <a:latin typeface="+mn-lt"/>
              </a:rPr>
              <a:t> : Facebook, Instagram, WhatsApp Web.</a:t>
            </a:r>
          </a:p>
          <a:p>
            <a:pPr marL="738188" indent="-285750" algn="just">
              <a:buFont typeface="Wingdings" panose="05000000000000000000" pitchFamily="2" charset="2"/>
              <a:buChar char="§"/>
            </a:pPr>
            <a:r>
              <a:rPr lang="fr-FR" b="1" dirty="0">
                <a:latin typeface="+mn-lt"/>
              </a:rPr>
              <a:t>Applications mobiles</a:t>
            </a:r>
            <a:r>
              <a:rPr lang="fr-FR" dirty="0">
                <a:latin typeface="+mn-lt"/>
              </a:rPr>
              <a:t> : via </a:t>
            </a:r>
            <a:r>
              <a:rPr lang="fr-FR" b="1" dirty="0" err="1">
                <a:latin typeface="+mn-lt"/>
              </a:rPr>
              <a:t>React</a:t>
            </a:r>
            <a:r>
              <a:rPr lang="fr-FR" b="1" dirty="0">
                <a:latin typeface="+mn-lt"/>
              </a:rPr>
              <a:t> Native</a:t>
            </a:r>
            <a:r>
              <a:rPr lang="fr-FR" dirty="0">
                <a:latin typeface="+mn-lt"/>
              </a:rPr>
              <a:t>, qui permet de réutiliser la logique </a:t>
            </a:r>
            <a:r>
              <a:rPr lang="fr-FR" dirty="0" err="1">
                <a:latin typeface="+mn-lt"/>
              </a:rPr>
              <a:t>React</a:t>
            </a:r>
            <a:r>
              <a:rPr lang="fr-FR" dirty="0">
                <a:latin typeface="+mn-lt"/>
              </a:rPr>
              <a:t> pour créer des apps iOS et Android.</a:t>
            </a: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grpSp>
        <p:nvGrpSpPr>
          <p:cNvPr id="5" name="Group 16">
            <a:extLst>
              <a:ext uri="{FF2B5EF4-FFF2-40B4-BE49-F238E27FC236}">
                <a16:creationId xmlns:a16="http://schemas.microsoft.com/office/drawing/2014/main" id="{DA96F9A4-D92E-0865-7868-3390AB54E3C4}"/>
              </a:ext>
            </a:extLst>
          </p:cNvPr>
          <p:cNvGrpSpPr>
            <a:grpSpLocks/>
          </p:cNvGrpSpPr>
          <p:nvPr/>
        </p:nvGrpSpPr>
        <p:grpSpPr>
          <a:xfrm>
            <a:off x="1222873" y="1494374"/>
            <a:ext cx="6378766" cy="2239010"/>
            <a:chOff x="4572" y="4572"/>
            <a:chExt cx="5224780" cy="2239010"/>
          </a:xfrm>
        </p:grpSpPr>
        <p:pic>
          <p:nvPicPr>
            <p:cNvPr id="6" name="Image 5">
              <a:extLst>
                <a:ext uri="{FF2B5EF4-FFF2-40B4-BE49-F238E27FC236}">
                  <a16:creationId xmlns:a16="http://schemas.microsoft.com/office/drawing/2014/main" id="{76017149-FF86-5477-4BD9-F31AB2ACCE24}"/>
                </a:ext>
              </a:extLst>
            </p:cNvPr>
            <p:cNvPicPr/>
            <p:nvPr/>
          </p:nvPicPr>
          <p:blipFill>
            <a:blip r:embed="rId3" cstate="print"/>
            <a:stretch>
              <a:fillRect/>
            </a:stretch>
          </p:blipFill>
          <p:spPr>
            <a:xfrm>
              <a:off x="151939" y="164409"/>
              <a:ext cx="4979205" cy="2018450"/>
            </a:xfrm>
            <a:prstGeom prst="rect">
              <a:avLst/>
            </a:prstGeom>
          </p:spPr>
        </p:pic>
        <p:sp>
          <p:nvSpPr>
            <p:cNvPr id="7" name="Graphic 18">
              <a:extLst>
                <a:ext uri="{FF2B5EF4-FFF2-40B4-BE49-F238E27FC236}">
                  <a16:creationId xmlns:a16="http://schemas.microsoft.com/office/drawing/2014/main" id="{75FA09F2-625A-9413-959D-7FB772E8552C}"/>
                </a:ext>
              </a:extLst>
            </p:cNvPr>
            <p:cNvSpPr/>
            <p:nvPr/>
          </p:nvSpPr>
          <p:spPr>
            <a:xfrm>
              <a:off x="4572" y="4572"/>
              <a:ext cx="5224780" cy="2239010"/>
            </a:xfrm>
            <a:custGeom>
              <a:avLst/>
              <a:gdLst/>
              <a:ahLst/>
              <a:cxnLst/>
              <a:rect l="l" t="t" r="r" b="b"/>
              <a:pathLst>
                <a:path w="5224780" h="2239010">
                  <a:moveTo>
                    <a:pt x="0" y="2238755"/>
                  </a:moveTo>
                  <a:lnTo>
                    <a:pt x="5224272" y="2238755"/>
                  </a:lnTo>
                  <a:lnTo>
                    <a:pt x="5224272" y="0"/>
                  </a:lnTo>
                  <a:lnTo>
                    <a:pt x="0" y="0"/>
                  </a:lnTo>
                  <a:lnTo>
                    <a:pt x="0" y="2238755"/>
                  </a:lnTo>
                  <a:close/>
                </a:path>
              </a:pathLst>
            </a:custGeom>
            <a:ln w="9144">
              <a:solidFill>
                <a:srgbClr val="7B7B7B"/>
              </a:solidFill>
              <a:prstDash val="solid"/>
            </a:ln>
          </p:spPr>
          <p:txBody>
            <a:bodyPr wrap="square" lIns="0" tIns="0" rIns="0" bIns="0" rtlCol="0">
              <a:prstTxWarp prst="textNoShape">
                <a:avLst/>
              </a:prstTxWarp>
              <a:noAutofit/>
            </a:bodyPr>
            <a:lstStyle/>
            <a:p>
              <a:endParaRPr lang="fr-FR"/>
            </a:p>
          </p:txBody>
        </p:sp>
      </p:grpSp>
    </p:spTree>
    <p:extLst>
      <p:ext uri="{BB962C8B-B14F-4D97-AF65-F5344CB8AC3E}">
        <p14:creationId xmlns:p14="http://schemas.microsoft.com/office/powerpoint/2010/main" val="1822161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15" end="1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6" end="1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2" name="Rectangle 4">
            <a:extLst>
              <a:ext uri="{FF2B5EF4-FFF2-40B4-BE49-F238E27FC236}">
                <a16:creationId xmlns:a16="http://schemas.microsoft.com/office/drawing/2014/main" id="{14049926-E5B5-DF01-D311-DB472FA005C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Comparaison des Framework: React.js, Next.js et Vue.js</a:t>
            </a:r>
          </a:p>
        </p:txBody>
      </p:sp>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478423"/>
          </a:xfrm>
          <a:prstGeom prst="rect">
            <a:avLst/>
          </a:prstGeom>
          <a:noFill/>
        </p:spPr>
        <p:txBody>
          <a:bodyPr wrap="square">
            <a:spAutoFit/>
          </a:bodyPr>
          <a:lstStyle/>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Next JS</a:t>
            </a:r>
          </a:p>
          <a:p>
            <a:pPr marL="452438" algn="just"/>
            <a:r>
              <a:rPr lang="fr-FR" b="1" dirty="0">
                <a:effectLst/>
                <a:latin typeface="+mn-lt"/>
              </a:rPr>
              <a:t>Next.js</a:t>
            </a:r>
            <a:r>
              <a:rPr lang="fr-FR" dirty="0">
                <a:effectLst/>
                <a:latin typeface="+mn-lt"/>
              </a:rPr>
              <a:t> est un </a:t>
            </a:r>
            <a:r>
              <a:rPr lang="fr-FR" b="1" dirty="0" err="1">
                <a:effectLst/>
                <a:latin typeface="+mn-lt"/>
              </a:rPr>
              <a:t>framework</a:t>
            </a:r>
            <a:r>
              <a:rPr lang="fr-FR" b="1" dirty="0">
                <a:effectLst/>
                <a:latin typeface="+mn-lt"/>
              </a:rPr>
              <a:t> JavaScript </a:t>
            </a:r>
            <a:r>
              <a:rPr lang="fr-FR" b="1" dirty="0">
                <a:latin typeface="+mn-lt"/>
              </a:rPr>
              <a:t>complet</a:t>
            </a:r>
            <a:r>
              <a:rPr lang="fr-FR" dirty="0">
                <a:latin typeface="+mn-lt"/>
              </a:rPr>
              <a:t> </a:t>
            </a:r>
            <a:r>
              <a:rPr lang="fr-FR" b="1" dirty="0">
                <a:effectLst/>
                <a:latin typeface="+mn-lt"/>
              </a:rPr>
              <a:t>open source,</a:t>
            </a:r>
            <a:r>
              <a:rPr lang="fr-FR" dirty="0">
                <a:effectLst/>
                <a:latin typeface="+mn-lt"/>
              </a:rPr>
              <a:t> basé sur </a:t>
            </a:r>
            <a:r>
              <a:rPr lang="fr-FR" b="1" dirty="0" err="1">
                <a:effectLst/>
                <a:latin typeface="+mn-lt"/>
              </a:rPr>
              <a:t>React</a:t>
            </a:r>
            <a:r>
              <a:rPr lang="fr-FR" dirty="0">
                <a:effectLst/>
                <a:latin typeface="+mn-lt"/>
              </a:rPr>
              <a:t>, créé en </a:t>
            </a:r>
            <a:r>
              <a:rPr lang="fr-FR" b="1" dirty="0">
                <a:effectLst/>
                <a:latin typeface="+mn-lt"/>
              </a:rPr>
              <a:t>2016</a:t>
            </a:r>
            <a:r>
              <a:rPr lang="fr-FR" dirty="0">
                <a:effectLst/>
                <a:latin typeface="+mn-lt"/>
              </a:rPr>
              <a:t> par l’entreprise </a:t>
            </a:r>
            <a:r>
              <a:rPr lang="fr-FR" b="1" dirty="0" err="1">
                <a:effectLst/>
                <a:latin typeface="+mn-lt"/>
              </a:rPr>
              <a:t>Vercel</a:t>
            </a:r>
            <a:r>
              <a:rPr lang="fr-FR" dirty="0">
                <a:effectLst/>
                <a:latin typeface="+mn-lt"/>
              </a:rPr>
              <a:t>, il a été conçu pour simplifier et améliorer le développement d’applications web modernes en ajoutant des fonctionnalités que </a:t>
            </a:r>
            <a:r>
              <a:rPr lang="fr-FR" dirty="0" err="1">
                <a:effectLst/>
                <a:latin typeface="+mn-lt"/>
              </a:rPr>
              <a:t>React</a:t>
            </a:r>
            <a:r>
              <a:rPr lang="fr-FR" dirty="0">
                <a:effectLst/>
                <a:latin typeface="+mn-lt"/>
              </a:rPr>
              <a:t>, en tant que bibliothèque, ne fournit pas directement. </a:t>
            </a:r>
          </a:p>
          <a:p>
            <a:pPr marL="452438" algn="just"/>
            <a:r>
              <a:rPr lang="fr-FR" b="1" dirty="0">
                <a:effectLst/>
                <a:latin typeface="+mn-lt"/>
              </a:rPr>
              <a:t>Next.js</a:t>
            </a:r>
            <a:r>
              <a:rPr lang="fr-FR" dirty="0">
                <a:effectLst/>
                <a:latin typeface="+mn-lt"/>
              </a:rPr>
              <a:t> </a:t>
            </a:r>
            <a:r>
              <a:rPr lang="fr-FR" dirty="0">
                <a:latin typeface="+mn-lt"/>
              </a:rPr>
              <a:t>transforme </a:t>
            </a:r>
            <a:r>
              <a:rPr lang="fr-FR" dirty="0" err="1">
                <a:latin typeface="+mn-lt"/>
              </a:rPr>
              <a:t>React</a:t>
            </a:r>
            <a:r>
              <a:rPr lang="fr-FR" dirty="0">
                <a:latin typeface="+mn-lt"/>
              </a:rPr>
              <a:t> en une solution full-stack : il gère à la fois l’interface utilisateur et certaines fonctionnalités backend, tout en offrant des performances optimisées et une excellente expérience développeur.</a:t>
            </a:r>
          </a:p>
          <a:p>
            <a:pPr marL="452438" algn="just"/>
            <a:endParaRPr lang="fr-FR" dirty="0">
              <a:effectLst/>
              <a:latin typeface="+mn-lt"/>
            </a:endParaRPr>
          </a:p>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Caractéristiques principales</a:t>
            </a:r>
          </a:p>
          <a:p>
            <a:pPr marL="452438" algn="just">
              <a:buFont typeface="Arial" panose="020B0604020202020204" pitchFamily="34" charset="0"/>
              <a:buChar char="•"/>
            </a:pPr>
            <a:r>
              <a:rPr lang="fr-FR" b="1" dirty="0">
                <a:effectLst/>
                <a:latin typeface="+mn-lt"/>
              </a:rPr>
              <a:t>Server-</a:t>
            </a:r>
            <a:r>
              <a:rPr lang="fr-FR" b="1" dirty="0" err="1">
                <a:effectLst/>
                <a:latin typeface="+mn-lt"/>
              </a:rPr>
              <a:t>Side</a:t>
            </a:r>
            <a:r>
              <a:rPr lang="fr-FR" b="1" dirty="0">
                <a:effectLst/>
                <a:latin typeface="+mn-lt"/>
              </a:rPr>
              <a:t> Rendering (SSR)</a:t>
            </a:r>
            <a:r>
              <a:rPr lang="fr-FR" dirty="0">
                <a:effectLst/>
                <a:latin typeface="+mn-lt"/>
              </a:rPr>
              <a:t> : génération des pages côté serveur pour améliorer le SEO </a:t>
            </a:r>
            <a:r>
              <a:rPr lang="fr-FR" dirty="0">
                <a:latin typeface="+mn-lt"/>
              </a:rPr>
              <a:t>(</a:t>
            </a:r>
            <a:r>
              <a:rPr lang="fr-FR" dirty="0" err="1">
                <a:latin typeface="+mn-lt"/>
              </a:rPr>
              <a:t>Search</a:t>
            </a:r>
            <a:r>
              <a:rPr lang="fr-FR" dirty="0">
                <a:latin typeface="+mn-lt"/>
              </a:rPr>
              <a:t> Engine </a:t>
            </a:r>
            <a:r>
              <a:rPr lang="fr-FR" dirty="0" err="1">
                <a:latin typeface="+mn-lt"/>
              </a:rPr>
              <a:t>Optimization</a:t>
            </a:r>
            <a:r>
              <a:rPr lang="fr-FR" dirty="0">
                <a:latin typeface="+mn-lt"/>
              </a:rPr>
              <a:t>) et la performance.</a:t>
            </a:r>
          </a:p>
          <a:p>
            <a:pPr marL="452438" algn="just">
              <a:buFont typeface="Arial" panose="020B0604020202020204" pitchFamily="34" charset="0"/>
              <a:buChar char="•"/>
            </a:pPr>
            <a:r>
              <a:rPr lang="fr-FR" b="1" dirty="0" err="1">
                <a:effectLst/>
                <a:latin typeface="+mn-lt"/>
              </a:rPr>
              <a:t>Static</a:t>
            </a:r>
            <a:r>
              <a:rPr lang="fr-FR" b="1" dirty="0">
                <a:effectLst/>
                <a:latin typeface="+mn-lt"/>
              </a:rPr>
              <a:t> Site </a:t>
            </a:r>
            <a:r>
              <a:rPr lang="fr-FR" b="1" dirty="0" err="1">
                <a:effectLst/>
                <a:latin typeface="+mn-lt"/>
              </a:rPr>
              <a:t>Generation</a:t>
            </a:r>
            <a:r>
              <a:rPr lang="fr-FR" b="1" dirty="0">
                <a:effectLst/>
                <a:latin typeface="+mn-lt"/>
              </a:rPr>
              <a:t> (SSG)</a:t>
            </a:r>
            <a:r>
              <a:rPr lang="fr-FR" dirty="0">
                <a:effectLst/>
                <a:latin typeface="+mn-lt"/>
              </a:rPr>
              <a:t> : création de pages statiques optimisées lors du </a:t>
            </a:r>
            <a:r>
              <a:rPr lang="fr-FR" dirty="0" err="1">
                <a:effectLst/>
                <a:latin typeface="+mn-lt"/>
              </a:rPr>
              <a:t>build</a:t>
            </a:r>
            <a:r>
              <a:rPr lang="fr-FR" dirty="0">
                <a:effectLst/>
                <a:latin typeface="+mn-lt"/>
              </a:rPr>
              <a:t>.</a:t>
            </a:r>
          </a:p>
          <a:p>
            <a:pPr marL="452438" algn="just">
              <a:buFont typeface="Arial" panose="020B0604020202020204" pitchFamily="34" charset="0"/>
              <a:buChar char="•"/>
            </a:pPr>
            <a:r>
              <a:rPr lang="fr-FR" b="1" dirty="0" err="1">
                <a:effectLst/>
                <a:latin typeface="+mn-lt"/>
              </a:rPr>
              <a:t>Hybrid</a:t>
            </a:r>
            <a:r>
              <a:rPr lang="fr-FR" b="1" dirty="0">
                <a:effectLst/>
                <a:latin typeface="+mn-lt"/>
              </a:rPr>
              <a:t> rendering</a:t>
            </a:r>
            <a:r>
              <a:rPr lang="fr-FR" dirty="0">
                <a:effectLst/>
                <a:latin typeface="+mn-lt"/>
              </a:rPr>
              <a:t> : possibilité de combiner SSR, SSG et rendu côté client dans une même application.</a:t>
            </a:r>
          </a:p>
          <a:p>
            <a:pPr marL="452438" algn="just">
              <a:buFont typeface="Arial" panose="020B0604020202020204" pitchFamily="34" charset="0"/>
              <a:buChar char="•"/>
            </a:pPr>
            <a:r>
              <a:rPr lang="fr-FR" b="1" dirty="0" err="1">
                <a:effectLst/>
                <a:latin typeface="+mn-lt"/>
              </a:rPr>
              <a:t>Routing</a:t>
            </a:r>
            <a:r>
              <a:rPr lang="fr-FR" b="1" dirty="0">
                <a:effectLst/>
                <a:latin typeface="+mn-lt"/>
              </a:rPr>
              <a:t> intégré</a:t>
            </a:r>
            <a:r>
              <a:rPr lang="fr-FR" dirty="0">
                <a:effectLst/>
                <a:latin typeface="+mn-lt"/>
              </a:rPr>
              <a:t> : gestion des routes basée sur la structure des fichiers, sans configuration complexe.</a:t>
            </a:r>
          </a:p>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Exemples d’utilisation</a:t>
            </a:r>
          </a:p>
          <a:p>
            <a:pPr marL="452438" algn="just">
              <a:buFont typeface="Arial" panose="020B0604020202020204" pitchFamily="34" charset="0"/>
              <a:buChar char="•"/>
            </a:pPr>
            <a:r>
              <a:rPr lang="fr-FR" dirty="0">
                <a:effectLst/>
                <a:latin typeface="+mn-lt"/>
              </a:rPr>
              <a:t>Sites e-commerce (rapides et optimisés pour le SEO).</a:t>
            </a:r>
          </a:p>
          <a:p>
            <a:pPr marL="452438" algn="just">
              <a:buFont typeface="Arial" panose="020B0604020202020204" pitchFamily="34" charset="0"/>
              <a:buChar char="•"/>
            </a:pPr>
            <a:r>
              <a:rPr lang="fr-FR" dirty="0">
                <a:effectLst/>
                <a:latin typeface="+mn-lt"/>
              </a:rPr>
              <a:t>Blogs et plateformes de contenu (grâce au SSG).</a:t>
            </a:r>
          </a:p>
          <a:p>
            <a:pPr marL="452438" algn="just">
              <a:tabLst>
                <a:tab pos="628650" algn="l"/>
              </a:tabLst>
            </a:pPr>
            <a:endParaRPr lang="fr-FR" dirty="0">
              <a:latin typeface="+mn-lt"/>
            </a:endParaRPr>
          </a:p>
        </p:txBody>
      </p:sp>
      <p:pic>
        <p:nvPicPr>
          <p:cNvPr id="5" name="Image 4">
            <a:extLst>
              <a:ext uri="{FF2B5EF4-FFF2-40B4-BE49-F238E27FC236}">
                <a16:creationId xmlns:a16="http://schemas.microsoft.com/office/drawing/2014/main" id="{472C3D6B-B43C-CFE2-740E-C3BC765AAC74}"/>
              </a:ext>
            </a:extLst>
          </p:cNvPr>
          <p:cNvPicPr>
            <a:picLocks noChangeAspect="1"/>
          </p:cNvPicPr>
          <p:nvPr/>
        </p:nvPicPr>
        <p:blipFill>
          <a:blip r:embed="rId2"/>
          <a:stretch>
            <a:fillRect/>
          </a:stretch>
        </p:blipFill>
        <p:spPr>
          <a:xfrm>
            <a:off x="8150338" y="0"/>
            <a:ext cx="993662" cy="974706"/>
          </a:xfrm>
          <a:prstGeom prst="rect">
            <a:avLst/>
          </a:prstGeom>
        </p:spPr>
      </p:pic>
    </p:spTree>
    <p:extLst>
      <p:ext uri="{BB962C8B-B14F-4D97-AF65-F5344CB8AC3E}">
        <p14:creationId xmlns:p14="http://schemas.microsoft.com/office/powerpoint/2010/main" val="814496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2" name="Rectangle 4">
            <a:extLst>
              <a:ext uri="{FF2B5EF4-FFF2-40B4-BE49-F238E27FC236}">
                <a16:creationId xmlns:a16="http://schemas.microsoft.com/office/drawing/2014/main" id="{14049926-E5B5-DF01-D311-DB472FA005C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Comparaison des Framework: React.js, Next.js et Vue.js</a:t>
            </a:r>
          </a:p>
        </p:txBody>
      </p:sp>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509200"/>
          </a:xfrm>
          <a:prstGeom prst="rect">
            <a:avLst/>
          </a:prstGeom>
          <a:noFill/>
        </p:spPr>
        <p:txBody>
          <a:bodyPr wrap="square">
            <a:spAutoFit/>
          </a:bodyPr>
          <a:lstStyle/>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Vue JS</a:t>
            </a:r>
          </a:p>
          <a:p>
            <a:pPr marL="452438" algn="just">
              <a:tabLst>
                <a:tab pos="628650" algn="l"/>
              </a:tabLst>
            </a:pPr>
            <a:r>
              <a:rPr lang="fr-FR" dirty="0">
                <a:latin typeface="+mn-lt"/>
              </a:rPr>
              <a:t>Vue est un Framework JavaScript open source créé par </a:t>
            </a:r>
            <a:r>
              <a:rPr lang="fr-FR" b="1" dirty="0" err="1">
                <a:latin typeface="+mn-lt"/>
              </a:rPr>
              <a:t>Evan</a:t>
            </a:r>
            <a:r>
              <a:rPr lang="fr-FR" b="1" dirty="0">
                <a:latin typeface="+mn-lt"/>
              </a:rPr>
              <a:t> You</a:t>
            </a:r>
            <a:r>
              <a:rPr lang="fr-FR" dirty="0">
                <a:latin typeface="+mn-lt"/>
              </a:rPr>
              <a:t> en </a:t>
            </a:r>
            <a:r>
              <a:rPr lang="fr-FR" b="1" dirty="0">
                <a:latin typeface="+mn-lt"/>
              </a:rPr>
              <a:t>2014 </a:t>
            </a:r>
            <a:r>
              <a:rPr lang="fr-FR" dirty="0">
                <a:latin typeface="+mn-lt"/>
              </a:rPr>
              <a:t>pour la construction d'interfaces utilisateur et des </a:t>
            </a:r>
            <a:r>
              <a:rPr lang="fr-FR" b="1" dirty="0">
                <a:latin typeface="+mn-lt"/>
              </a:rPr>
              <a:t>applications web </a:t>
            </a:r>
            <a:r>
              <a:rPr lang="fr-FR" b="1" dirty="0" err="1">
                <a:latin typeface="+mn-lt"/>
              </a:rPr>
              <a:t>monopages</a:t>
            </a:r>
            <a:r>
              <a:rPr lang="fr-FR" b="1" dirty="0">
                <a:latin typeface="+mn-lt"/>
              </a:rPr>
              <a:t> (SPA – Single Page Applications)</a:t>
            </a:r>
            <a:r>
              <a:rPr lang="fr-FR" dirty="0">
                <a:latin typeface="+mn-lt"/>
              </a:rPr>
              <a:t>. </a:t>
            </a:r>
          </a:p>
          <a:p>
            <a:pPr marL="452438" algn="just">
              <a:tabLst>
                <a:tab pos="628650" algn="l"/>
              </a:tabLst>
            </a:pPr>
            <a:r>
              <a:rPr lang="fr-FR" dirty="0">
                <a:latin typeface="+mn-lt"/>
              </a:rPr>
              <a:t>Il s'appuie sur les standards HTML, CSS et JavaScript et fournit un modèle de programmation déclaratif et basé sur des composants qui vous aide à développer efficacement des interfaces utilisateur, qu'elles soient simples ou complexes.</a:t>
            </a:r>
          </a:p>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Caractéristiques principales</a:t>
            </a:r>
          </a:p>
          <a:p>
            <a:pPr marL="738188" indent="-285750" algn="just">
              <a:buFont typeface="Wingdings" panose="05000000000000000000" pitchFamily="2" charset="2"/>
              <a:buChar char="§"/>
              <a:tabLst>
                <a:tab pos="628650" algn="l"/>
              </a:tabLst>
            </a:pPr>
            <a:r>
              <a:rPr lang="fr-FR" b="1" dirty="0">
                <a:latin typeface="+mn-lt"/>
              </a:rPr>
              <a:t>Flexibilité Progressivement adoptable </a:t>
            </a:r>
            <a:r>
              <a:rPr lang="fr-FR" dirty="0">
                <a:latin typeface="+mn-lt"/>
              </a:rPr>
              <a:t>: L’écriture d’une application à l’aide de Vue.JS est rapide dû au fait qu’il est possible de l’exécuter via son navigateur. Les développeurs peuvent l’utiliser de nombreuses façons différentes, car ce Framework offre une grande flexibilité dans l’expression de leur code.</a:t>
            </a:r>
          </a:p>
          <a:p>
            <a:pPr marL="738188" indent="-285750" algn="just">
              <a:buFont typeface="Wingdings" panose="05000000000000000000" pitchFamily="2" charset="2"/>
              <a:buChar char="§"/>
              <a:tabLst>
                <a:tab pos="628650" algn="l"/>
              </a:tabLst>
            </a:pPr>
            <a:r>
              <a:rPr lang="fr-FR" b="1" dirty="0">
                <a:latin typeface="+mn-lt"/>
              </a:rPr>
              <a:t>Intégration simple</a:t>
            </a:r>
            <a:r>
              <a:rPr lang="fr-FR" dirty="0">
                <a:latin typeface="+mn-lt"/>
              </a:rPr>
              <a:t>: Vue.JS offre également de grandes possibilités d’intégration avec les applications existantes, ce qui explique sa popularité auprès des développeurs. En effet, ce Framework est basé sur JavaScript et peut donc être facilement intégré à d’autres plateformes utilisant JavaScript. </a:t>
            </a:r>
          </a:p>
          <a:p>
            <a:pPr marL="738188" indent="-285750" algn="just">
              <a:buFont typeface="Wingdings" panose="05000000000000000000" pitchFamily="2" charset="2"/>
              <a:buChar char="§"/>
              <a:tabLst>
                <a:tab pos="628650" algn="l"/>
              </a:tabLst>
            </a:pPr>
            <a:r>
              <a:rPr lang="fr-FR" b="1" dirty="0">
                <a:latin typeface="+mj-lt"/>
              </a:rPr>
              <a:t>Composants réutilisables</a:t>
            </a:r>
            <a:r>
              <a:rPr lang="fr-FR" dirty="0">
                <a:latin typeface="+mj-lt"/>
              </a:rPr>
              <a:t> : l’interface est découpée en blocs modulaires faciles à maintenir.</a:t>
            </a:r>
          </a:p>
          <a:p>
            <a:pPr marL="738188" indent="-285750" algn="just">
              <a:buFont typeface="Wingdings" panose="05000000000000000000" pitchFamily="2" charset="2"/>
              <a:buChar char="§"/>
              <a:tabLst>
                <a:tab pos="628650" algn="l"/>
              </a:tabLst>
            </a:pPr>
            <a:r>
              <a:rPr lang="fr-FR" b="1" dirty="0">
                <a:latin typeface="+mj-lt"/>
              </a:rPr>
              <a:t>Rendu déclaratif</a:t>
            </a:r>
            <a:r>
              <a:rPr lang="fr-FR" dirty="0">
                <a:latin typeface="+mj-lt"/>
              </a:rPr>
              <a:t> : on décrit l’état de l’interface, et Vue s’occupe de l’affichage.</a:t>
            </a:r>
          </a:p>
          <a:p>
            <a:pPr marL="452438" algn="just">
              <a:tabLst>
                <a:tab pos="628650" algn="l"/>
              </a:tabLst>
            </a:pPr>
            <a:endParaRPr lang="fr-FR" dirty="0">
              <a:latin typeface="+mj-lt"/>
            </a:endParaRPr>
          </a:p>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Exemples d’utilisation</a:t>
            </a:r>
          </a:p>
          <a:p>
            <a:pPr marL="715963" indent="-285750" algn="just">
              <a:buFont typeface="Wingdings" panose="05000000000000000000" pitchFamily="2" charset="2"/>
              <a:buChar char="§"/>
            </a:pPr>
            <a:r>
              <a:rPr lang="fr-FR" dirty="0">
                <a:latin typeface="+mj-lt"/>
              </a:rPr>
              <a:t>Utilisé par des entreprises comme </a:t>
            </a:r>
            <a:r>
              <a:rPr lang="fr-FR" b="1" dirty="0">
                <a:latin typeface="+mj-lt"/>
              </a:rPr>
              <a:t>Adobe, Alibaba, </a:t>
            </a:r>
            <a:r>
              <a:rPr lang="fr-FR" b="1" dirty="0" err="1">
                <a:latin typeface="+mj-lt"/>
              </a:rPr>
              <a:t>GitLab</a:t>
            </a:r>
            <a:r>
              <a:rPr lang="fr-FR" dirty="0">
                <a:latin typeface="+mj-lt"/>
              </a:rPr>
              <a:t>.</a:t>
            </a:r>
          </a:p>
          <a:p>
            <a:pPr marL="715963" indent="-285750" algn="just">
              <a:buFont typeface="Wingdings" panose="05000000000000000000" pitchFamily="2" charset="2"/>
              <a:buChar char="§"/>
            </a:pPr>
            <a:r>
              <a:rPr lang="fr-FR" dirty="0">
                <a:latin typeface="+mj-lt"/>
              </a:rPr>
              <a:t>Idéal pour des applications interactives (</a:t>
            </a:r>
            <a:r>
              <a:rPr lang="fr-FR" dirty="0" err="1">
                <a:latin typeface="+mj-lt"/>
              </a:rPr>
              <a:t>dashboards</a:t>
            </a:r>
            <a:r>
              <a:rPr lang="fr-FR" dirty="0">
                <a:latin typeface="+mj-lt"/>
              </a:rPr>
              <a:t>, e-commerce, outils collaboratifs).</a:t>
            </a:r>
          </a:p>
        </p:txBody>
      </p:sp>
      <p:pic>
        <p:nvPicPr>
          <p:cNvPr id="5" name="Image 4">
            <a:extLst>
              <a:ext uri="{FF2B5EF4-FFF2-40B4-BE49-F238E27FC236}">
                <a16:creationId xmlns:a16="http://schemas.microsoft.com/office/drawing/2014/main" id="{A522FA8A-8939-1A25-76D1-74F076B7BB5C}"/>
              </a:ext>
            </a:extLst>
          </p:cNvPr>
          <p:cNvPicPr>
            <a:picLocks noChangeAspect="1"/>
          </p:cNvPicPr>
          <p:nvPr/>
        </p:nvPicPr>
        <p:blipFill>
          <a:blip r:embed="rId2"/>
          <a:stretch>
            <a:fillRect/>
          </a:stretch>
        </p:blipFill>
        <p:spPr>
          <a:xfrm>
            <a:off x="8170753" y="36146"/>
            <a:ext cx="909747" cy="762109"/>
          </a:xfrm>
          <a:prstGeom prst="rect">
            <a:avLst/>
          </a:prstGeom>
        </p:spPr>
      </p:pic>
    </p:spTree>
    <p:extLst>
      <p:ext uri="{BB962C8B-B14F-4D97-AF65-F5344CB8AC3E}">
        <p14:creationId xmlns:p14="http://schemas.microsoft.com/office/powerpoint/2010/main" val="2633771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059">
            <a:extLst>
              <a:ext uri="{FF2B5EF4-FFF2-40B4-BE49-F238E27FC236}">
                <a16:creationId xmlns:a16="http://schemas.microsoft.com/office/drawing/2014/main" id="{9F601CCB-A3F6-4A01-A7C4-BE4D0D7FA821}"/>
              </a:ext>
            </a:extLst>
          </p:cNvPr>
          <p:cNvSpPr>
            <a:spLocks noGrp="1" noChangeArrowheads="1"/>
          </p:cNvSpPr>
          <p:nvPr>
            <p:ph type="ctrTitle" sz="quarter"/>
          </p:nvPr>
        </p:nvSpPr>
        <p:spPr>
          <a:xfrm>
            <a:off x="1289304" y="1972019"/>
            <a:ext cx="7091216" cy="1542363"/>
          </a:xfrm>
          <a:solidFill>
            <a:schemeClr val="bg1">
              <a:alpha val="50195"/>
            </a:schemeClr>
          </a:solidFill>
          <a:ln>
            <a:miter lim="800000"/>
            <a:headEnd/>
            <a:tailEnd/>
          </a:ln>
        </p:spPr>
        <p:txBody>
          <a:bodyPr>
            <a:normAutofit/>
          </a:bodyPr>
          <a:lstStyle/>
          <a:p>
            <a:pPr algn="ctr" fontAlgn="ctr">
              <a:spcBef>
                <a:spcPts val="0"/>
              </a:spcBef>
              <a:buSzPts val="1600"/>
            </a:pPr>
            <a:r>
              <a:rPr lang="fr-FR" sz="3600" b="1" dirty="0" err="1">
                <a:solidFill>
                  <a:schemeClr val="bg1"/>
                </a:solidFill>
                <a:latin typeface="Times New Roman" panose="02020603050405020304" pitchFamily="18" charset="0"/>
              </a:rPr>
              <a:t>React</a:t>
            </a:r>
            <a:r>
              <a:rPr lang="fr-FR" sz="3600" b="1" dirty="0">
                <a:solidFill>
                  <a:schemeClr val="bg1"/>
                </a:solidFill>
                <a:latin typeface="Times New Roman" panose="02020603050405020304" pitchFamily="18" charset="0"/>
              </a:rPr>
              <a:t> JS</a:t>
            </a:r>
            <a:br>
              <a:rPr lang="fr-FR" sz="3600" b="1" i="0" u="none" strike="noStrike" dirty="0">
                <a:solidFill>
                  <a:srgbClr val="000000"/>
                </a:solidFill>
                <a:effectLst/>
                <a:latin typeface="Times New Roman" panose="02020603050405020304" pitchFamily="18" charset="0"/>
              </a:rPr>
            </a:br>
            <a:endParaRPr lang="en-US" altLang="fr-FR" dirty="0">
              <a:solidFill>
                <a:schemeClr val="bg1"/>
              </a:solidFill>
              <a:latin typeface="Arial" panose="020B0604020202020204" pitchFamily="34" charset="0"/>
            </a:endParaRPr>
          </a:p>
        </p:txBody>
      </p:sp>
      <p:sp>
        <p:nvSpPr>
          <p:cNvPr id="3" name="ZoneTexte 2">
            <a:extLst>
              <a:ext uri="{FF2B5EF4-FFF2-40B4-BE49-F238E27FC236}">
                <a16:creationId xmlns:a16="http://schemas.microsoft.com/office/drawing/2014/main" id="{D63C0E20-4696-B866-8977-688C1511BB59}"/>
              </a:ext>
            </a:extLst>
          </p:cNvPr>
          <p:cNvSpPr txBox="1"/>
          <p:nvPr/>
        </p:nvSpPr>
        <p:spPr>
          <a:xfrm>
            <a:off x="1289304" y="3707175"/>
            <a:ext cx="7091216" cy="2769989"/>
          </a:xfrm>
          <a:prstGeom prst="rect">
            <a:avLst/>
          </a:prstGeom>
          <a:noFill/>
        </p:spPr>
        <p:txBody>
          <a:bodyPr wrap="square">
            <a:spAutoFit/>
          </a:bodyPr>
          <a:lstStyle/>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b="1" dirty="0">
                <a:solidFill>
                  <a:srgbClr val="FFC000"/>
                </a:solidFill>
                <a:latin typeface="+mn-lt"/>
              </a:rPr>
              <a:t>Introduction à </a:t>
            </a:r>
            <a:r>
              <a:rPr lang="fr-FR" sz="2000" b="1" dirty="0" err="1">
                <a:solidFill>
                  <a:srgbClr val="FFC000"/>
                </a:solidFill>
                <a:latin typeface="+mn-lt"/>
              </a:rPr>
              <a:t>React</a:t>
            </a:r>
            <a:r>
              <a:rPr lang="fr-FR" sz="2000" b="1" dirty="0">
                <a:solidFill>
                  <a:srgbClr val="FFC000"/>
                </a:solidFill>
                <a:latin typeface="+mn-lt"/>
              </a:rPr>
              <a:t> JS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State et </a:t>
            </a:r>
            <a:r>
              <a:rPr lang="fr-FR" sz="2000" dirty="0" err="1">
                <a:solidFill>
                  <a:schemeClr val="bg1"/>
                </a:solidFill>
                <a:latin typeface="+mn-lt"/>
              </a:rPr>
              <a:t>Props</a:t>
            </a:r>
            <a:endParaRPr lang="fr-FR" sz="2000" dirty="0">
              <a:solidFill>
                <a:schemeClr val="bg1"/>
              </a:solidFill>
              <a:latin typeface="+mn-lt"/>
            </a:endParaRP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Gestion des événements et formulaires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err="1">
                <a:solidFill>
                  <a:schemeClr val="bg1"/>
                </a:solidFill>
                <a:latin typeface="+mn-lt"/>
              </a:rPr>
              <a:t>Routing</a:t>
            </a:r>
            <a:r>
              <a:rPr lang="fr-FR" sz="2000" dirty="0">
                <a:solidFill>
                  <a:schemeClr val="bg1"/>
                </a:solidFill>
                <a:latin typeface="+mn-lt"/>
              </a:rPr>
              <a:t> avec </a:t>
            </a:r>
            <a:r>
              <a:rPr lang="fr-FR" sz="2000" dirty="0" err="1">
                <a:solidFill>
                  <a:schemeClr val="bg1"/>
                </a:solidFill>
                <a:latin typeface="+mn-lt"/>
              </a:rPr>
              <a:t>React</a:t>
            </a:r>
            <a:r>
              <a:rPr lang="fr-FR" sz="2000" dirty="0">
                <a:solidFill>
                  <a:schemeClr val="bg1"/>
                </a:solidFill>
                <a:latin typeface="+mn-lt"/>
              </a:rPr>
              <a:t> Router</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err="1">
                <a:solidFill>
                  <a:schemeClr val="bg1"/>
                </a:solidFill>
                <a:latin typeface="+mn-lt"/>
              </a:rPr>
              <a:t>Hooks</a:t>
            </a:r>
            <a:r>
              <a:rPr lang="fr-FR" sz="2000" dirty="0">
                <a:solidFill>
                  <a:schemeClr val="bg1"/>
                </a:solidFill>
                <a:latin typeface="+mn-lt"/>
              </a:rPr>
              <a:t> avancés et contexte</a:t>
            </a:r>
            <a:br>
              <a:rPr lang="fr-FR" sz="1200" b="0" i="0" u="none" strike="noStrike" dirty="0">
                <a:solidFill>
                  <a:schemeClr val="bg1"/>
                </a:solidFill>
                <a:effectLst/>
                <a:latin typeface="Arial" panose="020B0604020202020204" pitchFamily="34" charset="0"/>
              </a:rPr>
            </a:br>
            <a:endParaRPr lang="fr-FR" dirty="0">
              <a:solidFill>
                <a:schemeClr val="bg1"/>
              </a:solidFill>
            </a:endParaRPr>
          </a:p>
        </p:txBody>
      </p:sp>
      <p:pic>
        <p:nvPicPr>
          <p:cNvPr id="2" name="Image 1">
            <a:extLst>
              <a:ext uri="{FF2B5EF4-FFF2-40B4-BE49-F238E27FC236}">
                <a16:creationId xmlns:a16="http://schemas.microsoft.com/office/drawing/2014/main" id="{A4A9D28C-EB81-1859-1D43-EC8793752917}"/>
              </a:ext>
            </a:extLst>
          </p:cNvPr>
          <p:cNvPicPr>
            <a:picLocks noChangeAspect="1"/>
          </p:cNvPicPr>
          <p:nvPr/>
        </p:nvPicPr>
        <p:blipFill>
          <a:blip r:embed="rId3"/>
          <a:stretch>
            <a:fillRect/>
          </a:stretch>
        </p:blipFill>
        <p:spPr>
          <a:xfrm>
            <a:off x="4124745" y="829020"/>
            <a:ext cx="894509" cy="870333"/>
          </a:xfrm>
          <a:prstGeom prst="rect">
            <a:avLst/>
          </a:prstGeom>
        </p:spPr>
      </p:pic>
    </p:spTree>
    <p:extLst>
      <p:ext uri="{BB962C8B-B14F-4D97-AF65-F5344CB8AC3E}">
        <p14:creationId xmlns:p14="http://schemas.microsoft.com/office/powerpoint/2010/main" val="402976982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2" name="Rectangle 4">
            <a:extLst>
              <a:ext uri="{FF2B5EF4-FFF2-40B4-BE49-F238E27FC236}">
                <a16:creationId xmlns:a16="http://schemas.microsoft.com/office/drawing/2014/main" id="{14049926-E5B5-DF01-D311-DB472FA005C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p>
        </p:txBody>
      </p:sp>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293757"/>
          </a:xfrm>
          <a:prstGeom prst="rect">
            <a:avLst/>
          </a:prstGeom>
          <a:noFill/>
        </p:spPr>
        <p:txBody>
          <a:bodyPr wrap="square">
            <a:spAutoFit/>
          </a:bodyPr>
          <a:lstStyle/>
          <a:p>
            <a:pPr lvl="1" algn="just">
              <a:spcBef>
                <a:spcPts val="600"/>
              </a:spcBef>
              <a:spcAft>
                <a:spcPts val="0"/>
              </a:spcAft>
              <a:buClr>
                <a:srgbClr val="2E5395"/>
              </a:buClr>
              <a:buSzPts val="1400"/>
              <a:tabLst>
                <a:tab pos="629285" algn="l"/>
              </a:tabLst>
            </a:pPr>
            <a:r>
              <a:rPr lang="fr-FR" sz="1800" b="1" spc="-5" dirty="0">
                <a:solidFill>
                  <a:srgbClr val="2E5395"/>
                </a:solidFill>
                <a:latin typeface="+mn-lt"/>
                <a:ea typeface="Calibri" panose="020F0502020204030204" pitchFamily="34" charset="0"/>
              </a:rPr>
              <a:t>Présentation de REACT</a:t>
            </a:r>
          </a:p>
          <a:p>
            <a:pPr marL="715963" indent="-285750" algn="just">
              <a:buFont typeface="Wingdings" panose="05000000000000000000" pitchFamily="2" charset="2"/>
              <a:buChar char="§"/>
            </a:pPr>
            <a:r>
              <a:rPr lang="fr-FR" dirty="0" err="1">
                <a:latin typeface="+mj-lt"/>
              </a:rPr>
              <a:t>React</a:t>
            </a:r>
            <a:r>
              <a:rPr lang="fr-FR" dirty="0">
                <a:latin typeface="+mj-lt"/>
              </a:rPr>
              <a:t> (Ou </a:t>
            </a:r>
            <a:r>
              <a:rPr lang="fr-FR" dirty="0" err="1">
                <a:latin typeface="+mj-lt"/>
              </a:rPr>
              <a:t>ReactJS</a:t>
            </a:r>
            <a:r>
              <a:rPr lang="fr-FR" dirty="0">
                <a:latin typeface="+mj-lt"/>
              </a:rPr>
              <a:t>, React.js) est une bibliothèque JavaScript développée par Facebook, utilisée pour créer des composants d’affichage réutilisables.</a:t>
            </a:r>
          </a:p>
          <a:p>
            <a:pPr algn="just"/>
            <a:endParaRPr lang="fr-FR" dirty="0">
              <a:latin typeface="+mj-lt"/>
            </a:endParaRPr>
          </a:p>
          <a:p>
            <a:pPr marL="715963" indent="-285750" algn="just">
              <a:buFont typeface="Wingdings" panose="05000000000000000000" pitchFamily="2" charset="2"/>
              <a:buChar char="§"/>
            </a:pPr>
            <a:r>
              <a:rPr lang="fr-FR" dirty="0">
                <a:latin typeface="+mj-lt"/>
              </a:rPr>
              <a:t>Pour créer une application avec </a:t>
            </a:r>
            <a:r>
              <a:rPr lang="fr-FR" dirty="0" err="1">
                <a:latin typeface="+mj-lt"/>
              </a:rPr>
              <a:t>React</a:t>
            </a:r>
            <a:r>
              <a:rPr lang="fr-FR" dirty="0">
                <a:latin typeface="+mj-lt"/>
              </a:rPr>
              <a:t>, on va donc créer des composants d’affichage (en général des classes ou des fonctions) qui seront ensuite assemblés afin de former l’application finale. L’intérêt de </a:t>
            </a:r>
            <a:r>
              <a:rPr lang="fr-FR" dirty="0" err="1">
                <a:latin typeface="+mj-lt"/>
              </a:rPr>
              <a:t>React</a:t>
            </a:r>
            <a:r>
              <a:rPr lang="fr-FR" dirty="0">
                <a:latin typeface="+mj-lt"/>
              </a:rPr>
              <a:t>, outre le fait de créer des composants réutilisables, et de permettre aussi une mise à jour rapide de la page HTML.</a:t>
            </a:r>
          </a:p>
          <a:p>
            <a:pPr marL="285750" indent="-285750" algn="just">
              <a:buFont typeface="Wingdings" panose="05000000000000000000" pitchFamily="2" charset="2"/>
              <a:buChar char="§"/>
            </a:pPr>
            <a:endParaRPr lang="fr-FR" dirty="0">
              <a:latin typeface="+mj-lt"/>
            </a:endParaRPr>
          </a:p>
          <a:p>
            <a:pPr marL="363538" algn="just"/>
            <a:r>
              <a:rPr lang="fr-FR" dirty="0">
                <a:latin typeface="+mj-lt"/>
                <a:sym typeface="Wingdings" panose="05000000000000000000" pitchFamily="2" charset="2"/>
              </a:rPr>
              <a:t> </a:t>
            </a:r>
            <a:r>
              <a:rPr lang="fr-FR" dirty="0">
                <a:latin typeface="+mj-lt"/>
              </a:rPr>
              <a:t>En effet, lors de l’utilisation de bibliothèques telles que jQuery (qui manipulent les éléments HTML de la page, c’est-à-dire le DOM, directement), les performances sont bien moindres car la manipulation du DOM directement en JavaScript est lente lors de l’exécution. </a:t>
            </a:r>
            <a:r>
              <a:rPr lang="fr-FR" dirty="0" err="1">
                <a:latin typeface="+mj-lt"/>
              </a:rPr>
              <a:t>React</a:t>
            </a:r>
            <a:r>
              <a:rPr lang="fr-FR" dirty="0">
                <a:latin typeface="+mj-lt"/>
              </a:rPr>
              <a:t> ne manipule pas le DOM directement mais une copie interne de celui-ci (les objets ou éléments </a:t>
            </a:r>
            <a:r>
              <a:rPr lang="fr-FR" dirty="0" err="1">
                <a:latin typeface="+mj-lt"/>
              </a:rPr>
              <a:t>React</a:t>
            </a:r>
            <a:r>
              <a:rPr lang="fr-FR" dirty="0">
                <a:latin typeface="+mj-lt"/>
              </a:rPr>
              <a:t>, appelés le DOM virtuel), et produit les modifications sur l’affichage uniquement lorsque cela s’avère nécessaire.</a:t>
            </a:r>
          </a:p>
          <a:p>
            <a:pPr marL="285750" indent="-285750" algn="just">
              <a:buFont typeface="Wingdings" panose="05000000000000000000" pitchFamily="2" charset="2"/>
              <a:buChar char="§"/>
            </a:pPr>
            <a:endParaRPr lang="fr-FR" dirty="0">
              <a:latin typeface="+mj-lt"/>
            </a:endParaRPr>
          </a:p>
          <a:p>
            <a:pPr marL="715963" indent="-263525" algn="just">
              <a:buFont typeface="Wingdings" panose="05000000000000000000" pitchFamily="2" charset="2"/>
              <a:buChar char="§"/>
            </a:pPr>
            <a:r>
              <a:rPr lang="fr-FR" dirty="0" err="1">
                <a:latin typeface="+mj-lt"/>
              </a:rPr>
              <a:t>React</a:t>
            </a:r>
            <a:r>
              <a:rPr lang="fr-FR" dirty="0">
                <a:latin typeface="+mj-lt"/>
              </a:rPr>
              <a:t> n’est pas seulement une bibliothèque permettant d’effectuer des affichages sur le Web, elle peut également servir à produire des applications natives iPhone et Android, en utilisant une variante nommée </a:t>
            </a:r>
            <a:r>
              <a:rPr lang="fr-FR" dirty="0" err="1">
                <a:latin typeface="+mj-lt"/>
              </a:rPr>
              <a:t>React</a:t>
            </a:r>
            <a:r>
              <a:rPr lang="fr-FR" dirty="0">
                <a:latin typeface="+mj-lt"/>
              </a:rPr>
              <a:t> Native.</a:t>
            </a:r>
          </a:p>
          <a:p>
            <a:pPr marL="363538" algn="just"/>
            <a:endParaRPr lang="fr-FR" dirty="0">
              <a:latin typeface="+mn-lt"/>
            </a:endParaRPr>
          </a:p>
          <a:p>
            <a:pPr marL="363538" algn="just"/>
            <a:endParaRPr lang="fr-FR" dirty="0">
              <a:latin typeface="+mn-lt"/>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Tree>
    <p:extLst>
      <p:ext uri="{BB962C8B-B14F-4D97-AF65-F5344CB8AC3E}">
        <p14:creationId xmlns:p14="http://schemas.microsoft.com/office/powerpoint/2010/main" val="828628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339923"/>
          </a:xfrm>
          <a:prstGeom prst="rect">
            <a:avLst/>
          </a:prstGeom>
          <a:noFill/>
        </p:spPr>
        <p:txBody>
          <a:bodyPr wrap="square">
            <a:spAutoFit/>
          </a:bodyPr>
          <a:lstStyle/>
          <a:p>
            <a:pPr marL="539115" algn="just">
              <a:spcBef>
                <a:spcPts val="595"/>
              </a:spcBef>
            </a:pPr>
            <a:r>
              <a:rPr lang="fr-FR" b="1" u="sng" spc="-25" dirty="0">
                <a:solidFill>
                  <a:srgbClr val="1F3863"/>
                </a:solidFill>
                <a:uFill>
                  <a:solidFill>
                    <a:srgbClr val="1F3863"/>
                  </a:solidFill>
                </a:uFill>
                <a:latin typeface="Calibri" panose="020F0502020204030204" pitchFamily="34" charset="0"/>
                <a:ea typeface="Calibri" panose="020F0502020204030204" pitchFamily="34" charset="0"/>
              </a:rPr>
              <a:t>NPM (Node Package Manager)</a:t>
            </a:r>
          </a:p>
          <a:p>
            <a:pPr marL="539750" marR="0" lvl="0" algn="l" defTabSz="914400" rtl="0" eaLnBrk="0" fontAlgn="base" latinLnBrk="0" hangingPunct="0">
              <a:lnSpc>
                <a:spcPct val="100000"/>
              </a:lnSpc>
              <a:spcBef>
                <a:spcPct val="0"/>
              </a:spcBef>
              <a:spcAft>
                <a:spcPct val="0"/>
              </a:spcAft>
              <a:buClrTx/>
              <a:buSzTx/>
              <a:tabLst/>
            </a:pPr>
            <a:r>
              <a:rPr kumimoji="0" lang="fr-FR" altLang="fr-FR" b="1" i="0" u="none" strike="noStrike" cap="none" normalizeH="0" baseline="0" dirty="0" err="1">
                <a:ln>
                  <a:noFill/>
                </a:ln>
                <a:solidFill>
                  <a:schemeClr val="tx1"/>
                </a:solidFill>
                <a:effectLst/>
                <a:latin typeface="+mn-lt"/>
              </a:rPr>
              <a:t>npm</a:t>
            </a:r>
            <a:r>
              <a:rPr kumimoji="0" lang="fr-FR" altLang="fr-FR" b="0" i="0" u="none" strike="noStrike" cap="none" normalizeH="0" baseline="0" dirty="0">
                <a:ln>
                  <a:noFill/>
                </a:ln>
                <a:solidFill>
                  <a:schemeClr val="tx1"/>
                </a:solidFill>
                <a:effectLst/>
                <a:latin typeface="+mn-lt"/>
              </a:rPr>
              <a:t> est un gestionnaire de paquets (package manager) qui permet d’installer, partager et gérer des bibliothèques JavaScript.</a:t>
            </a:r>
          </a:p>
          <a:p>
            <a:pPr marL="539750" marR="0" lvl="0" algn="l" defTabSz="914400" rtl="0" eaLnBrk="0" fontAlgn="base" latinLnBrk="0" hangingPunct="0">
              <a:lnSpc>
                <a:spcPct val="100000"/>
              </a:lnSpc>
              <a:spcBef>
                <a:spcPct val="0"/>
              </a:spcBef>
              <a:spcAft>
                <a:spcPct val="0"/>
              </a:spcAft>
              <a:buClrTx/>
              <a:buSzTx/>
              <a:tabLst/>
            </a:pPr>
            <a:r>
              <a:rPr kumimoji="0" lang="fr-FR" altLang="fr-FR" b="0" i="0" u="none" strike="noStrike" cap="none" normalizeH="0" baseline="0" dirty="0">
                <a:ln>
                  <a:noFill/>
                </a:ln>
                <a:solidFill>
                  <a:schemeClr val="tx1"/>
                </a:solidFill>
                <a:effectLst/>
                <a:latin typeface="+mn-lt"/>
              </a:rPr>
              <a:t>Il se compose de deux éléments :</a:t>
            </a:r>
          </a:p>
          <a:p>
            <a:pPr marL="1282700" lvl="1"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Le client en ligne de commande</a:t>
            </a:r>
            <a:r>
              <a:rPr kumimoji="0" lang="fr-FR" altLang="fr-FR" b="0" i="0" u="none" strike="noStrike" cap="none" normalizeH="0" baseline="0" dirty="0">
                <a:ln>
                  <a:noFill/>
                </a:ln>
                <a:solidFill>
                  <a:schemeClr val="tx1"/>
                </a:solidFill>
                <a:effectLst/>
                <a:latin typeface="+mn-lt"/>
              </a:rPr>
              <a:t> (</a:t>
            </a:r>
            <a:r>
              <a:rPr kumimoji="0" lang="fr-FR" altLang="fr-FR" b="0" i="0" u="none" strike="noStrike" cap="none" normalizeH="0" baseline="0" dirty="0" err="1">
                <a:ln>
                  <a:noFill/>
                </a:ln>
                <a:solidFill>
                  <a:schemeClr val="tx1"/>
                </a:solidFill>
                <a:effectLst/>
                <a:latin typeface="+mn-lt"/>
              </a:rPr>
              <a:t>npm</a:t>
            </a:r>
            <a:r>
              <a:rPr kumimoji="0" lang="fr-FR" altLang="fr-FR" b="0" i="0" u="none" strike="noStrike" cap="none" normalizeH="0" baseline="0" dirty="0">
                <a:ln>
                  <a:noFill/>
                </a:ln>
                <a:solidFill>
                  <a:schemeClr val="tx1"/>
                </a:solidFill>
                <a:effectLst/>
                <a:latin typeface="+mn-lt"/>
              </a:rPr>
              <a:t>) que tu utilises dans ton terminal.</a:t>
            </a:r>
          </a:p>
          <a:p>
            <a:pPr marL="1282700" lvl="1"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Le registre </a:t>
            </a:r>
            <a:r>
              <a:rPr kumimoji="0" lang="fr-FR" altLang="fr-FR" b="1" i="0" u="none" strike="noStrike" cap="none" normalizeH="0" baseline="0" dirty="0" err="1">
                <a:ln>
                  <a:noFill/>
                </a:ln>
                <a:solidFill>
                  <a:schemeClr val="tx1"/>
                </a:solidFill>
                <a:effectLst/>
                <a:latin typeface="+mn-lt"/>
              </a:rPr>
              <a:t>npm</a:t>
            </a:r>
            <a:r>
              <a:rPr kumimoji="0" lang="fr-FR" altLang="fr-FR" b="0" i="0" u="none" strike="noStrike" cap="none" normalizeH="0" baseline="0" dirty="0">
                <a:ln>
                  <a:noFill/>
                </a:ln>
                <a:solidFill>
                  <a:schemeClr val="tx1"/>
                </a:solidFill>
                <a:effectLst/>
                <a:latin typeface="+mn-lt"/>
              </a:rPr>
              <a:t> (</a:t>
            </a:r>
            <a:r>
              <a:rPr kumimoji="0" lang="fr-FR" altLang="fr-FR" b="0" i="0" u="none" strike="noStrike" cap="none" normalizeH="0" baseline="0" dirty="0" err="1">
                <a:ln>
                  <a:noFill/>
                </a:ln>
                <a:solidFill>
                  <a:schemeClr val="tx1"/>
                </a:solidFill>
                <a:effectLst/>
                <a:latin typeface="+mn-lt"/>
              </a:rPr>
              <a:t>npm</a:t>
            </a:r>
            <a:r>
              <a:rPr kumimoji="0" lang="fr-FR" altLang="fr-FR" b="0" i="0" u="none" strike="noStrike" cap="none" normalizeH="0" baseline="0" dirty="0">
                <a:ln>
                  <a:noFill/>
                </a:ln>
                <a:solidFill>
                  <a:schemeClr val="tx1"/>
                </a:solidFill>
                <a:effectLst/>
                <a:latin typeface="+mn-lt"/>
              </a:rPr>
              <a:t> </a:t>
            </a:r>
            <a:r>
              <a:rPr kumimoji="0" lang="fr-FR" altLang="fr-FR" b="0" i="0" u="none" strike="noStrike" cap="none" normalizeH="0" baseline="0" dirty="0" err="1">
                <a:ln>
                  <a:noFill/>
                </a:ln>
                <a:solidFill>
                  <a:schemeClr val="tx1"/>
                </a:solidFill>
                <a:effectLst/>
                <a:latin typeface="+mn-lt"/>
              </a:rPr>
              <a:t>registry</a:t>
            </a:r>
            <a:r>
              <a:rPr kumimoji="0" lang="fr-FR" altLang="fr-FR" b="0" i="0" u="none" strike="noStrike" cap="none" normalizeH="0" baseline="0" dirty="0">
                <a:ln>
                  <a:noFill/>
                </a:ln>
                <a:solidFill>
                  <a:schemeClr val="tx1"/>
                </a:solidFill>
                <a:effectLst/>
                <a:latin typeface="+mn-lt"/>
              </a:rPr>
              <a:t>), une immense base de données de paquets publics et privés.</a:t>
            </a:r>
          </a:p>
          <a:p>
            <a:pPr marL="996950" lvl="1" algn="l"/>
            <a:endParaRPr lang="fr-FR" altLang="fr-FR" dirty="0">
              <a:latin typeface="Calibri" panose="020F0502020204030204" pitchFamily="34" charset="0"/>
              <a:ea typeface="Calibri" panose="020F0502020204030204" pitchFamily="34" charset="0"/>
            </a:endParaRPr>
          </a:p>
          <a:p>
            <a:pPr marL="539750" lvl="1" algn="l"/>
            <a:r>
              <a:rPr lang="fr-FR" dirty="0" err="1">
                <a:effectLst/>
                <a:latin typeface="Calibri" panose="020F0502020204030204" pitchFamily="34" charset="0"/>
                <a:ea typeface="Calibri" panose="020F0502020204030204" pitchFamily="34" charset="0"/>
              </a:rPr>
              <a:t>npm</a:t>
            </a:r>
            <a:r>
              <a:rPr lang="fr-FR" spc="-30" dirty="0">
                <a:effectLst/>
                <a:latin typeface="Calibri" panose="020F0502020204030204" pitchFamily="34" charset="0"/>
                <a:ea typeface="Calibri" panose="020F0502020204030204" pitchFamily="34" charset="0"/>
              </a:rPr>
              <a:t> permet de : </a:t>
            </a:r>
            <a:endParaRPr lang="fr-FR" spc="-10" dirty="0">
              <a:effectLst/>
              <a:latin typeface="Calibri" panose="020F0502020204030204" pitchFamily="34" charset="0"/>
              <a:ea typeface="Calibri" panose="020F0502020204030204" pitchFamily="34" charset="0"/>
            </a:endParaRPr>
          </a:p>
          <a:p>
            <a:pPr marL="1200150" lvl="2"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Installer des dépendances</a:t>
            </a:r>
            <a:r>
              <a:rPr kumimoji="0" lang="fr-FR" altLang="fr-FR" b="0" i="0" u="none" strike="noStrike" cap="none" normalizeH="0" baseline="0" dirty="0">
                <a:ln>
                  <a:noFill/>
                </a:ln>
                <a:solidFill>
                  <a:schemeClr val="tx1"/>
                </a:solidFill>
                <a:effectLst/>
                <a:latin typeface="+mn-lt"/>
              </a:rPr>
              <a:t> : par exemple </a:t>
            </a:r>
            <a:r>
              <a:rPr kumimoji="0" lang="fr-FR" altLang="fr-FR" b="0" i="0" u="none" strike="noStrike" cap="none" normalizeH="0" baseline="0" dirty="0" err="1">
                <a:ln>
                  <a:noFill/>
                </a:ln>
                <a:solidFill>
                  <a:schemeClr val="tx1"/>
                </a:solidFill>
                <a:effectLst/>
                <a:latin typeface="+mn-lt"/>
              </a:rPr>
              <a:t>npm</a:t>
            </a:r>
            <a:r>
              <a:rPr kumimoji="0" lang="fr-FR" altLang="fr-FR" b="0" i="0" u="none" strike="noStrike" cap="none" normalizeH="0" baseline="0" dirty="0">
                <a:ln>
                  <a:noFill/>
                </a:ln>
                <a:solidFill>
                  <a:schemeClr val="tx1"/>
                </a:solidFill>
                <a:effectLst/>
                <a:latin typeface="+mn-lt"/>
              </a:rPr>
              <a:t> </a:t>
            </a:r>
            <a:r>
              <a:rPr kumimoji="0" lang="fr-FR" altLang="fr-FR" b="0" i="0" u="none" strike="noStrike" cap="none" normalizeH="0" baseline="0" dirty="0" err="1">
                <a:ln>
                  <a:noFill/>
                </a:ln>
                <a:solidFill>
                  <a:schemeClr val="tx1"/>
                </a:solidFill>
                <a:effectLst/>
                <a:latin typeface="+mn-lt"/>
              </a:rPr>
              <a:t>install</a:t>
            </a:r>
            <a:r>
              <a:rPr kumimoji="0" lang="fr-FR" altLang="fr-FR" b="0" i="0" u="none" strike="noStrike" cap="none" normalizeH="0" baseline="0" dirty="0">
                <a:ln>
                  <a:noFill/>
                </a:ln>
                <a:solidFill>
                  <a:schemeClr val="tx1"/>
                </a:solidFill>
                <a:effectLst/>
                <a:latin typeface="+mn-lt"/>
              </a:rPr>
              <a:t> </a:t>
            </a:r>
            <a:r>
              <a:rPr kumimoji="0" lang="fr-FR" altLang="fr-FR" b="0" i="0" u="none" strike="noStrike" cap="none" normalizeH="0" baseline="0" dirty="0" err="1">
                <a:ln>
                  <a:noFill/>
                </a:ln>
                <a:solidFill>
                  <a:schemeClr val="tx1"/>
                </a:solidFill>
                <a:effectLst/>
                <a:latin typeface="+mn-lt"/>
              </a:rPr>
              <a:t>react</a:t>
            </a:r>
            <a:r>
              <a:rPr kumimoji="0" lang="fr-FR" altLang="fr-FR" b="0" i="0" u="none" strike="noStrike" cap="none" normalizeH="0" baseline="0" dirty="0">
                <a:ln>
                  <a:noFill/>
                </a:ln>
                <a:solidFill>
                  <a:schemeClr val="tx1"/>
                </a:solidFill>
                <a:effectLst/>
                <a:latin typeface="+mn-lt"/>
              </a:rPr>
              <a:t> </a:t>
            </a:r>
            <a:r>
              <a:rPr kumimoji="0" lang="fr-FR" altLang="fr-FR" b="0" i="0" u="none" strike="noStrike" cap="none" normalizeH="0" baseline="0" dirty="0" err="1">
                <a:ln>
                  <a:noFill/>
                </a:ln>
                <a:solidFill>
                  <a:schemeClr val="tx1"/>
                </a:solidFill>
                <a:effectLst/>
                <a:latin typeface="+mn-lt"/>
              </a:rPr>
              <a:t>react</a:t>
            </a:r>
            <a:r>
              <a:rPr kumimoji="0" lang="fr-FR" altLang="fr-FR" b="0" i="0" u="none" strike="noStrike" cap="none" normalizeH="0" baseline="0" dirty="0">
                <a:ln>
                  <a:noFill/>
                </a:ln>
                <a:solidFill>
                  <a:schemeClr val="tx1"/>
                </a:solidFill>
                <a:effectLst/>
                <a:latin typeface="+mn-lt"/>
              </a:rPr>
              <a:t>-dom.</a:t>
            </a:r>
          </a:p>
          <a:p>
            <a:pPr marL="1200150" lvl="2" indent="-285750" algn="l">
              <a:buFont typeface="Wingdings" panose="05000000000000000000" pitchFamily="2" charset="2"/>
              <a:buChar char="§"/>
            </a:pPr>
            <a:r>
              <a:rPr lang="fr-FR" altLang="fr-FR" b="1" spc="5" dirty="0">
                <a:latin typeface="Calibri" panose="020F0502020204030204" pitchFamily="34" charset="0"/>
              </a:rPr>
              <a:t>Démarrer un projet </a:t>
            </a:r>
            <a:r>
              <a:rPr lang="fr-FR" altLang="fr-FR" dirty="0">
                <a:latin typeface="+mn-lt"/>
              </a:rPr>
              <a:t>: </a:t>
            </a:r>
            <a:r>
              <a:rPr lang="fr-FR" spc="0" dirty="0" err="1">
                <a:effectLst/>
                <a:latin typeface="Calibri" panose="020F0502020204030204" pitchFamily="34" charset="0"/>
                <a:ea typeface="Symbol" panose="05050102010706020507" pitchFamily="18" charset="2"/>
                <a:cs typeface="Symbol" panose="05050102010706020507" pitchFamily="18" charset="2"/>
              </a:rPr>
              <a:t>npm</a:t>
            </a:r>
            <a:r>
              <a:rPr lang="fr-FR" spc="-15" dirty="0">
                <a:effectLst/>
                <a:latin typeface="Calibri" panose="020F0502020204030204" pitchFamily="34" charset="0"/>
                <a:ea typeface="Symbol" panose="05050102010706020507" pitchFamily="18" charset="2"/>
                <a:cs typeface="Symbol" panose="05050102010706020507" pitchFamily="18" charset="2"/>
              </a:rPr>
              <a:t> </a:t>
            </a:r>
            <a:r>
              <a:rPr lang="fr-FR" spc="0" dirty="0">
                <a:effectLst/>
                <a:latin typeface="Calibri" panose="020F0502020204030204" pitchFamily="34" charset="0"/>
                <a:ea typeface="Symbol" panose="05050102010706020507" pitchFamily="18" charset="2"/>
                <a:cs typeface="Symbol" panose="05050102010706020507" pitchFamily="18" charset="2"/>
              </a:rPr>
              <a:t>start</a:t>
            </a:r>
            <a:r>
              <a:rPr lang="fr-FR" spc="5" dirty="0">
                <a:effectLst/>
                <a:latin typeface="Calibri" panose="020F0502020204030204" pitchFamily="34" charset="0"/>
                <a:ea typeface="Symbol" panose="05050102010706020507" pitchFamily="18" charset="2"/>
                <a:cs typeface="Symbol" panose="05050102010706020507" pitchFamily="18" charset="2"/>
              </a:rPr>
              <a:t> </a:t>
            </a:r>
          </a:p>
          <a:p>
            <a:pPr marL="1200150" lvl="2" indent="-285750" algn="l">
              <a:buFont typeface="Wingdings" panose="05000000000000000000" pitchFamily="2" charset="2"/>
              <a:buChar char="§"/>
            </a:pPr>
            <a:r>
              <a:rPr kumimoji="0" lang="fr-FR" altLang="fr-FR" b="1" i="0" u="none" strike="noStrike" cap="none" spc="5" normalizeH="0" baseline="0" dirty="0">
                <a:ln>
                  <a:noFill/>
                </a:ln>
                <a:solidFill>
                  <a:schemeClr val="tx1"/>
                </a:solidFill>
                <a:latin typeface="Calibri" panose="020F0502020204030204" pitchFamily="34" charset="0"/>
              </a:rPr>
              <a:t>Lancer les tests: </a:t>
            </a:r>
            <a:r>
              <a:rPr lang="fr-FR" spc="0" dirty="0" err="1">
                <a:effectLst/>
                <a:latin typeface="+mn-lt"/>
                <a:ea typeface="Symbol" panose="05050102010706020507" pitchFamily="18" charset="2"/>
                <a:cs typeface="Symbol" panose="05050102010706020507" pitchFamily="18" charset="2"/>
              </a:rPr>
              <a:t>npm</a:t>
            </a:r>
            <a:r>
              <a:rPr lang="fr-FR" spc="-15" dirty="0">
                <a:effectLst/>
                <a:latin typeface="+mn-lt"/>
                <a:ea typeface="Symbol" panose="05050102010706020507" pitchFamily="18" charset="2"/>
                <a:cs typeface="Symbol" panose="05050102010706020507" pitchFamily="18" charset="2"/>
              </a:rPr>
              <a:t> </a:t>
            </a:r>
            <a:r>
              <a:rPr lang="fr-FR" spc="0" dirty="0">
                <a:effectLst/>
                <a:latin typeface="+mn-lt"/>
                <a:ea typeface="Symbol" panose="05050102010706020507" pitchFamily="18" charset="2"/>
                <a:cs typeface="Symbol" panose="05050102010706020507" pitchFamily="18" charset="2"/>
              </a:rPr>
              <a:t>test</a:t>
            </a:r>
            <a:r>
              <a:rPr lang="fr-FR" spc="-5" dirty="0">
                <a:effectLst/>
                <a:latin typeface="+mn-lt"/>
                <a:ea typeface="Symbol" panose="05050102010706020507" pitchFamily="18" charset="2"/>
                <a:cs typeface="Symbol" panose="05050102010706020507" pitchFamily="18" charset="2"/>
              </a:rPr>
              <a:t> </a:t>
            </a:r>
            <a:endParaRPr kumimoji="0" lang="fr-FR" altLang="fr-FR" i="0" u="none" strike="noStrike" cap="none" normalizeH="0" baseline="0" dirty="0">
              <a:ln>
                <a:noFill/>
              </a:ln>
              <a:solidFill>
                <a:schemeClr val="tx1"/>
              </a:solidFill>
              <a:effectLst/>
              <a:latin typeface="+mn-lt"/>
            </a:endParaRPr>
          </a:p>
          <a:p>
            <a:pPr marL="1200150" lvl="2"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Gérer les versions</a:t>
            </a:r>
            <a:r>
              <a:rPr kumimoji="0" lang="fr-FR" altLang="fr-FR" b="0" i="0" u="none" strike="noStrike" cap="none" normalizeH="0" baseline="0" dirty="0">
                <a:ln>
                  <a:noFill/>
                </a:ln>
                <a:solidFill>
                  <a:schemeClr val="tx1"/>
                </a:solidFill>
                <a:effectLst/>
                <a:latin typeface="+mn-lt"/>
              </a:rPr>
              <a:t> : il peut spécifier quelle version d’un package utiliser.</a:t>
            </a:r>
          </a:p>
          <a:p>
            <a:pPr marL="1200150" lvl="2"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Exécuter des scripts</a:t>
            </a:r>
            <a:r>
              <a:rPr kumimoji="0" lang="fr-FR" altLang="fr-FR" b="0" i="0" u="none" strike="noStrike" cap="none" normalizeH="0" baseline="0" dirty="0">
                <a:ln>
                  <a:noFill/>
                </a:ln>
                <a:solidFill>
                  <a:schemeClr val="tx1"/>
                </a:solidFill>
                <a:effectLst/>
                <a:latin typeface="+mn-lt"/>
              </a:rPr>
              <a:t> : via </a:t>
            </a:r>
            <a:r>
              <a:rPr kumimoji="0" lang="fr-FR" altLang="fr-FR" b="0" i="0" u="none" strike="noStrike" cap="none" normalizeH="0" baseline="0" dirty="0" err="1">
                <a:ln>
                  <a:noFill/>
                </a:ln>
                <a:solidFill>
                  <a:schemeClr val="tx1"/>
                </a:solidFill>
                <a:effectLst/>
                <a:latin typeface="+mn-lt"/>
              </a:rPr>
              <a:t>npm</a:t>
            </a:r>
            <a:r>
              <a:rPr kumimoji="0" lang="fr-FR" altLang="fr-FR" b="0" i="0" u="none" strike="noStrike" cap="none" normalizeH="0" baseline="0" dirty="0">
                <a:ln>
                  <a:noFill/>
                </a:ln>
                <a:solidFill>
                  <a:schemeClr val="tx1"/>
                </a:solidFill>
                <a:effectLst/>
                <a:latin typeface="+mn-lt"/>
              </a:rPr>
              <a:t> run start, </a:t>
            </a:r>
            <a:r>
              <a:rPr kumimoji="0" lang="fr-FR" altLang="fr-FR" b="0" i="0" u="none" strike="noStrike" cap="none" normalizeH="0" baseline="0" dirty="0" err="1">
                <a:ln>
                  <a:noFill/>
                </a:ln>
                <a:solidFill>
                  <a:schemeClr val="tx1"/>
                </a:solidFill>
                <a:effectLst/>
                <a:latin typeface="+mn-lt"/>
              </a:rPr>
              <a:t>npm</a:t>
            </a:r>
            <a:r>
              <a:rPr kumimoji="0" lang="fr-FR" altLang="fr-FR" b="0" i="0" u="none" strike="noStrike" cap="none" normalizeH="0" baseline="0" dirty="0">
                <a:ln>
                  <a:noFill/>
                </a:ln>
                <a:solidFill>
                  <a:schemeClr val="tx1"/>
                </a:solidFill>
                <a:effectLst/>
                <a:latin typeface="+mn-lt"/>
              </a:rPr>
              <a:t> run </a:t>
            </a:r>
            <a:r>
              <a:rPr kumimoji="0" lang="fr-FR" altLang="fr-FR" b="0" i="0" u="none" strike="noStrike" cap="none" normalizeH="0" baseline="0" dirty="0" err="1">
                <a:ln>
                  <a:noFill/>
                </a:ln>
                <a:solidFill>
                  <a:schemeClr val="tx1"/>
                </a:solidFill>
                <a:effectLst/>
                <a:latin typeface="+mn-lt"/>
              </a:rPr>
              <a:t>build</a:t>
            </a:r>
            <a:r>
              <a:rPr kumimoji="0" lang="fr-FR" altLang="fr-FR" b="0" i="0" u="none" strike="noStrike" cap="none" normalizeH="0" baseline="0" dirty="0">
                <a:ln>
                  <a:noFill/>
                </a:ln>
                <a:solidFill>
                  <a:schemeClr val="tx1"/>
                </a:solidFill>
                <a:effectLst/>
                <a:latin typeface="+mn-lt"/>
              </a:rPr>
              <a:t>, etc.</a:t>
            </a:r>
          </a:p>
          <a:p>
            <a:pPr marL="1200150" lvl="2"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Partager du code</a:t>
            </a:r>
            <a:r>
              <a:rPr kumimoji="0" lang="fr-FR" altLang="fr-FR" b="0" i="0" u="none" strike="noStrike" cap="none" normalizeH="0" baseline="0" dirty="0">
                <a:ln>
                  <a:noFill/>
                </a:ln>
                <a:solidFill>
                  <a:schemeClr val="tx1"/>
                </a:solidFill>
                <a:effectLst/>
                <a:latin typeface="+mn-lt"/>
              </a:rPr>
              <a:t> : publier tes propres packages pour que d’autres développeurs puissent les utiliser.</a:t>
            </a:r>
          </a:p>
          <a:p>
            <a:pPr marL="1200150" lvl="2"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Accéder à un énorme écosystème</a:t>
            </a:r>
            <a:r>
              <a:rPr kumimoji="0" lang="fr-FR" altLang="fr-FR" b="0" i="0" u="none" strike="noStrike" cap="none" normalizeH="0" baseline="0" dirty="0">
                <a:ln>
                  <a:noFill/>
                </a:ln>
                <a:solidFill>
                  <a:schemeClr val="tx1"/>
                </a:solidFill>
                <a:effectLst/>
                <a:latin typeface="+mn-lt"/>
              </a:rPr>
              <a:t> : des millions de packages disponibles pour enrichir tes projets</a:t>
            </a:r>
          </a:p>
          <a:p>
            <a:pPr lvl="2" algn="l"/>
            <a:endParaRPr kumimoji="0" lang="fr-FR" altLang="fr-FR" b="0" i="0" u="none" strike="noStrike" cap="none" spc="-10" normalizeH="0" baseline="0" dirty="0">
              <a:ln>
                <a:noFill/>
              </a:ln>
              <a:solidFill>
                <a:schemeClr val="tx1"/>
              </a:solidFill>
              <a:effectLst/>
              <a:latin typeface="+mn-lt"/>
              <a:ea typeface="Calibri" panose="020F0502020204030204" pitchFamily="34" charset="0"/>
            </a:endParaRPr>
          </a:p>
          <a:p>
            <a:pPr marL="539750" lvl="2" algn="l"/>
            <a:r>
              <a:rPr lang="fr-FR" dirty="0">
                <a:latin typeface="Calibri" panose="020F0502020204030204" pitchFamily="34" charset="0"/>
                <a:ea typeface="Calibri" panose="020F0502020204030204" pitchFamily="34" charset="0"/>
              </a:rPr>
              <a:t>C</a:t>
            </a:r>
            <a:r>
              <a:rPr lang="fr-FR" dirty="0">
                <a:effectLst/>
                <a:latin typeface="Calibri" panose="020F0502020204030204" pitchFamily="34" charset="0"/>
                <a:ea typeface="Calibri" panose="020F0502020204030204" pitchFamily="34" charset="0"/>
              </a:rPr>
              <a:t>'est l'équivalent de composer pour</a:t>
            </a:r>
            <a:r>
              <a:rPr lang="fr-FR" spc="-4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PHP,</a:t>
            </a:r>
            <a:r>
              <a:rPr lang="fr-FR" spc="-35" dirty="0">
                <a:effectLst/>
                <a:latin typeface="Calibri" panose="020F0502020204030204" pitchFamily="34" charset="0"/>
                <a:ea typeface="Calibri" panose="020F0502020204030204" pitchFamily="34" charset="0"/>
              </a:rPr>
              <a:t> </a:t>
            </a:r>
            <a:r>
              <a:rPr lang="fr-FR" dirty="0" err="1">
                <a:effectLst/>
                <a:latin typeface="Calibri" panose="020F0502020204030204" pitchFamily="34" charset="0"/>
                <a:ea typeface="Calibri" panose="020F0502020204030204" pitchFamily="34" charset="0"/>
              </a:rPr>
              <a:t>maven</a:t>
            </a:r>
            <a:r>
              <a:rPr lang="fr-FR" spc="-3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pour</a:t>
            </a:r>
            <a:r>
              <a:rPr lang="fr-FR" spc="-3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Java,</a:t>
            </a:r>
            <a:r>
              <a:rPr lang="fr-FR" spc="-40" dirty="0">
                <a:effectLst/>
                <a:latin typeface="Calibri" panose="020F0502020204030204" pitchFamily="34" charset="0"/>
                <a:ea typeface="Calibri" panose="020F0502020204030204" pitchFamily="34" charset="0"/>
              </a:rPr>
              <a:t> </a:t>
            </a:r>
            <a:r>
              <a:rPr lang="fr-FR" dirty="0" err="1">
                <a:effectLst/>
                <a:latin typeface="Calibri" panose="020F0502020204030204" pitchFamily="34" charset="0"/>
                <a:ea typeface="Calibri" panose="020F0502020204030204" pitchFamily="34" charset="0"/>
              </a:rPr>
              <a:t>pip</a:t>
            </a:r>
            <a:r>
              <a:rPr lang="fr-FR" spc="-4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pour</a:t>
            </a:r>
            <a:r>
              <a:rPr lang="fr-FR" spc="-4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Python,</a:t>
            </a:r>
            <a:r>
              <a:rPr lang="fr-FR" spc="-35" dirty="0">
                <a:effectLst/>
                <a:latin typeface="Calibri" panose="020F0502020204030204" pitchFamily="34" charset="0"/>
                <a:ea typeface="Calibri" panose="020F0502020204030204" pitchFamily="34" charset="0"/>
              </a:rPr>
              <a:t> </a:t>
            </a:r>
            <a:r>
              <a:rPr lang="fr-FR" dirty="0" err="1">
                <a:effectLst/>
                <a:latin typeface="Calibri" panose="020F0502020204030204" pitchFamily="34" charset="0"/>
                <a:ea typeface="Calibri" panose="020F0502020204030204" pitchFamily="34" charset="0"/>
              </a:rPr>
              <a:t>Bundler</a:t>
            </a:r>
            <a:r>
              <a:rPr lang="fr-FR" spc="-40"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pour</a:t>
            </a:r>
            <a:r>
              <a:rPr lang="fr-FR" spc="-35" dirty="0">
                <a:effectLst/>
                <a:latin typeface="Calibri" panose="020F0502020204030204" pitchFamily="34" charset="0"/>
                <a:ea typeface="Calibri" panose="020F0502020204030204" pitchFamily="34" charset="0"/>
              </a:rPr>
              <a:t> </a:t>
            </a:r>
            <a:r>
              <a:rPr lang="fr-FR" dirty="0">
                <a:effectLst/>
                <a:latin typeface="Calibri" panose="020F0502020204030204" pitchFamily="34" charset="0"/>
                <a:ea typeface="Calibri" panose="020F0502020204030204" pitchFamily="34" charset="0"/>
              </a:rPr>
              <a:t>Ruby. </a:t>
            </a:r>
          </a:p>
          <a:p>
            <a:pPr marL="539750" marR="88900" algn="just">
              <a:spcBef>
                <a:spcPts val="600"/>
              </a:spcBef>
              <a:spcAft>
                <a:spcPts val="0"/>
              </a:spcAft>
            </a:pPr>
            <a:r>
              <a:rPr lang="fr-FR" dirty="0">
                <a:latin typeface="Calibri" panose="020F0502020204030204" pitchFamily="34" charset="0"/>
                <a:ea typeface="Calibri" panose="020F0502020204030204" pitchFamily="34" charset="0"/>
              </a:rPr>
              <a:t>Sans </a:t>
            </a:r>
            <a:r>
              <a:rPr lang="fr-FR" dirty="0" err="1">
                <a:latin typeface="Calibri" panose="020F0502020204030204" pitchFamily="34" charset="0"/>
                <a:ea typeface="Calibri" panose="020F0502020204030204" pitchFamily="34" charset="0"/>
              </a:rPr>
              <a:t>npm</a:t>
            </a:r>
            <a:r>
              <a:rPr lang="fr-FR" dirty="0">
                <a:latin typeface="Calibri" panose="020F0502020204030204" pitchFamily="34" charset="0"/>
                <a:ea typeface="Calibri" panose="020F0502020204030204" pitchFamily="34" charset="0"/>
              </a:rPr>
              <a:t>, configurer et maintenir un projet moderne serait beaucoup plus complexe</a:t>
            </a:r>
            <a:r>
              <a:rPr lang="fr-FR" dirty="0"/>
              <a:t>.</a:t>
            </a:r>
            <a:endParaRPr lang="fr-FR" dirty="0">
              <a:effectLst/>
              <a:latin typeface="Calibri" panose="020F0502020204030204" pitchFamily="34" charset="0"/>
              <a:ea typeface="Calibri" panose="020F0502020204030204" pitchFamily="34" charset="0"/>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4">
            <a:extLst>
              <a:ext uri="{FF2B5EF4-FFF2-40B4-BE49-F238E27FC236}">
                <a16:creationId xmlns:a16="http://schemas.microsoft.com/office/drawing/2014/main" id="{11A9E1CC-FA5D-62BF-D2B0-90F8628CC85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E</a:t>
            </a:r>
            <a:r>
              <a:rPr lang="fr-FR" sz="2400" b="1" kern="0" spc="-5" dirty="0">
                <a:solidFill>
                  <a:srgbClr val="2E5395"/>
                </a:solidFill>
                <a:effectLst/>
                <a:latin typeface="Calibri" panose="020F0502020204030204" pitchFamily="34" charset="0"/>
                <a:ea typeface="Calibri" panose="020F0502020204030204" pitchFamily="34" charset="0"/>
              </a:rPr>
              <a:t>cosystème</a:t>
            </a:r>
            <a:r>
              <a:rPr lang="fr-FR" sz="2400" b="1" kern="0" spc="-40" dirty="0">
                <a:solidFill>
                  <a:srgbClr val="2E5395"/>
                </a:solidFill>
                <a:latin typeface="Calibri" panose="020F0502020204030204" pitchFamily="34" charset="0"/>
                <a:ea typeface="Calibri" panose="020F0502020204030204" pitchFamily="34" charset="0"/>
              </a:rPr>
              <a:t> </a:t>
            </a:r>
            <a:r>
              <a:rPr lang="fr-FR" sz="2400" b="1" spc="-5" dirty="0">
                <a:solidFill>
                  <a:srgbClr val="2E5395"/>
                </a:solidFill>
                <a:latin typeface="+mn-lt"/>
                <a:ea typeface="Calibri" panose="020F0502020204030204" pitchFamily="34" charset="0"/>
              </a:rPr>
              <a:t>REACT</a:t>
            </a:r>
            <a:endParaRPr lang="fr-FR" sz="2400" b="1" dirty="0">
              <a:solidFill>
                <a:schemeClr val="accent1">
                  <a:lumMod val="75000"/>
                </a:schemeClr>
              </a:solidFill>
              <a:latin typeface="+mn-lt"/>
            </a:endParaRPr>
          </a:p>
        </p:txBody>
      </p:sp>
    </p:spTree>
    <p:extLst>
      <p:ext uri="{BB962C8B-B14F-4D97-AF65-F5344CB8AC3E}">
        <p14:creationId xmlns:p14="http://schemas.microsoft.com/office/powerpoint/2010/main" val="3593159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816977"/>
          </a:xfrm>
          <a:prstGeom prst="rect">
            <a:avLst/>
          </a:prstGeom>
          <a:noFill/>
        </p:spPr>
        <p:txBody>
          <a:bodyPr wrap="square">
            <a:spAutoFit/>
          </a:bodyPr>
          <a:lstStyle/>
          <a:p>
            <a:pPr marL="539115" algn="just">
              <a:spcBef>
                <a:spcPts val="595"/>
              </a:spcBef>
            </a:pPr>
            <a:r>
              <a:rPr lang="fr-FR" sz="1800" b="1" u="sng" spc="-25" dirty="0">
                <a:solidFill>
                  <a:srgbClr val="1F3863"/>
                </a:solidFill>
                <a:uFill>
                  <a:solidFill>
                    <a:srgbClr val="1F3863"/>
                  </a:solidFill>
                </a:uFill>
                <a:latin typeface="Calibri" panose="020F0502020204030204" pitchFamily="34" charset="0"/>
                <a:ea typeface="Calibri" panose="020F0502020204030204" pitchFamily="34" charset="0"/>
              </a:rPr>
              <a:t>YARN</a:t>
            </a:r>
          </a:p>
          <a:p>
            <a:pPr marL="539750" marR="0" lvl="0" algn="l" defTabSz="914400" rtl="0" eaLnBrk="0" fontAlgn="base" latinLnBrk="0" hangingPunct="0">
              <a:lnSpc>
                <a:spcPct val="100000"/>
              </a:lnSpc>
              <a:spcBef>
                <a:spcPct val="0"/>
              </a:spcBef>
              <a:spcAft>
                <a:spcPct val="0"/>
              </a:spcAft>
              <a:buClrTx/>
              <a:buSzTx/>
              <a:tabLst/>
            </a:pPr>
            <a:r>
              <a:rPr kumimoji="0" lang="fr-FR" altLang="fr-FR" b="1" i="0" u="none" strike="noStrike" cap="none" normalizeH="0" baseline="0" dirty="0" err="1">
                <a:ln>
                  <a:noFill/>
                </a:ln>
                <a:solidFill>
                  <a:schemeClr val="tx1"/>
                </a:solidFill>
                <a:effectLst/>
                <a:latin typeface="+mn-lt"/>
              </a:rPr>
              <a:t>yarn</a:t>
            </a:r>
            <a:r>
              <a:rPr kumimoji="0" lang="fr-FR" altLang="fr-FR" b="0" i="0" u="none" strike="noStrike" cap="none" normalizeH="0" baseline="0" dirty="0">
                <a:ln>
                  <a:noFill/>
                </a:ln>
                <a:solidFill>
                  <a:schemeClr val="tx1"/>
                </a:solidFill>
                <a:effectLst/>
                <a:latin typeface="+mn-lt"/>
              </a:rPr>
              <a:t> est un gestionnaire de paquets (package manager) qui permet d’installer, partager et gérer des bibliothèques JavaScript comme NPM.</a:t>
            </a: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algn="l"/>
            <a:r>
              <a:rPr lang="fr-FR" sz="1800" b="1" u="sng" spc="-25" dirty="0">
                <a:solidFill>
                  <a:srgbClr val="1F3863"/>
                </a:solidFill>
                <a:uFill>
                  <a:solidFill>
                    <a:srgbClr val="1F3863"/>
                  </a:solidFill>
                </a:uFill>
                <a:latin typeface="Calibri" panose="020F0502020204030204" pitchFamily="34" charset="0"/>
                <a:ea typeface="Calibri" panose="020F0502020204030204" pitchFamily="34" charset="0"/>
              </a:rPr>
              <a:t>Comparaison entre YARN et NPM</a:t>
            </a: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600" b="1" i="0" u="none" strike="noStrike" cap="none" normalizeH="0" baseline="0" dirty="0" err="1">
                <a:ln>
                  <a:noFill/>
                </a:ln>
                <a:solidFill>
                  <a:srgbClr val="C00000"/>
                </a:solidFill>
                <a:effectLst/>
                <a:latin typeface="+mn-lt"/>
              </a:rPr>
              <a:t>npm</a:t>
            </a:r>
            <a:r>
              <a:rPr kumimoji="0" lang="fr-FR" altLang="fr-FR" sz="1600" b="1" i="0" u="none" strike="noStrike" cap="none" normalizeH="0" baseline="0" dirty="0">
                <a:ln>
                  <a:noFill/>
                </a:ln>
                <a:solidFill>
                  <a:srgbClr val="C00000"/>
                </a:solidFill>
                <a:effectLst/>
                <a:latin typeface="+mn-lt"/>
              </a:rPr>
              <a:t> : le choix par défaut, simple et universel, très bien intégré à Node.js.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sz="1600" b="1" i="0" u="none" strike="noStrike" cap="none" normalizeH="0" baseline="0" dirty="0" err="1">
                <a:ln>
                  <a:noFill/>
                </a:ln>
                <a:solidFill>
                  <a:srgbClr val="C00000"/>
                </a:solidFill>
                <a:effectLst/>
                <a:latin typeface="+mn-lt"/>
              </a:rPr>
              <a:t>Yarn</a:t>
            </a:r>
            <a:r>
              <a:rPr kumimoji="0" lang="fr-FR" altLang="fr-FR" sz="1600" b="1" i="0" u="none" strike="noStrike" cap="none" normalizeH="0" baseline="0" dirty="0">
                <a:ln>
                  <a:noFill/>
                </a:ln>
                <a:solidFill>
                  <a:srgbClr val="C00000"/>
                </a:solidFill>
                <a:effectLst/>
                <a:latin typeface="+mn-lt"/>
              </a:rPr>
              <a:t> : souvent préféré pour les projets </a:t>
            </a:r>
            <a:r>
              <a:rPr kumimoji="0" lang="fr-FR" altLang="fr-FR" sz="1600" b="1" i="0" u="none" strike="noStrike" cap="none" normalizeH="0" baseline="0" dirty="0" err="1">
                <a:ln>
                  <a:noFill/>
                </a:ln>
                <a:solidFill>
                  <a:srgbClr val="C00000"/>
                </a:solidFill>
                <a:effectLst/>
                <a:latin typeface="+mn-lt"/>
              </a:rPr>
              <a:t>React</a:t>
            </a:r>
            <a:r>
              <a:rPr kumimoji="0" lang="fr-FR" altLang="fr-FR" sz="1600" b="1" i="0" u="none" strike="noStrike" cap="none" normalizeH="0" baseline="0" dirty="0">
                <a:ln>
                  <a:noFill/>
                </a:ln>
                <a:solidFill>
                  <a:srgbClr val="C00000"/>
                </a:solidFill>
                <a:effectLst/>
                <a:latin typeface="+mn-lt"/>
              </a:rPr>
              <a:t> complexes, car plus rapide et avec une gestion des dépendances plus robuste</a:t>
            </a:r>
          </a:p>
          <a:p>
            <a:pPr marL="539750" marR="0" lvl="0" algn="l" defTabSz="914400" rtl="0" eaLnBrk="0" fontAlgn="base" latinLnBrk="0" hangingPunct="0">
              <a:lnSpc>
                <a:spcPct val="100000"/>
              </a:lnSpc>
              <a:spcBef>
                <a:spcPct val="0"/>
              </a:spcBef>
              <a:spcAft>
                <a:spcPct val="0"/>
              </a:spcAft>
              <a:buClrTx/>
              <a:buSzTx/>
              <a:tabLst/>
            </a:pPr>
            <a:endParaRPr lang="fr-FR" altLang="fr-FR" dirty="0">
              <a:latin typeface="+mn-lt"/>
            </a:endParaRPr>
          </a:p>
          <a:p>
            <a:pPr marL="539750" marR="0" lvl="0" algn="l" defTabSz="914400" rtl="0" eaLnBrk="0" fontAlgn="base" latinLnBrk="0" hangingPunct="0">
              <a:lnSpc>
                <a:spcPct val="100000"/>
              </a:lnSpc>
              <a:spcBef>
                <a:spcPct val="0"/>
              </a:spcBef>
              <a:spcAft>
                <a:spcPct val="0"/>
              </a:spcAft>
              <a:buClrTx/>
              <a:buSzTx/>
              <a:tabLst/>
            </a:pPr>
            <a:endParaRPr kumimoji="0" lang="fr-FR" altLang="fr-FR" b="0" i="0" u="none" strike="noStrike" cap="none" normalizeH="0" baseline="0" dirty="0">
              <a:ln>
                <a:noFill/>
              </a:ln>
              <a:solidFill>
                <a:schemeClr val="tx1"/>
              </a:solidFill>
              <a:effectLst/>
              <a:latin typeface="+mn-lt"/>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graphicFrame>
        <p:nvGraphicFramePr>
          <p:cNvPr id="5" name="Tableau 4">
            <a:extLst>
              <a:ext uri="{FF2B5EF4-FFF2-40B4-BE49-F238E27FC236}">
                <a16:creationId xmlns:a16="http://schemas.microsoft.com/office/drawing/2014/main" id="{EF865A07-28DD-8DD5-8A84-39D1E606CE8C}"/>
              </a:ext>
            </a:extLst>
          </p:cNvPr>
          <p:cNvGraphicFramePr>
            <a:graphicFrameLocks noGrp="1"/>
          </p:cNvGraphicFramePr>
          <p:nvPr>
            <p:extLst>
              <p:ext uri="{D42A27DB-BD31-4B8C-83A1-F6EECF244321}">
                <p14:modId xmlns:p14="http://schemas.microsoft.com/office/powerpoint/2010/main" val="247708622"/>
              </p:ext>
            </p:extLst>
          </p:nvPr>
        </p:nvGraphicFramePr>
        <p:xfrm>
          <a:off x="220338" y="2196019"/>
          <a:ext cx="8834762" cy="2735580"/>
        </p:xfrm>
        <a:graphic>
          <a:graphicData uri="http://schemas.openxmlformats.org/drawingml/2006/table">
            <a:tbl>
              <a:tblPr>
                <a:tableStyleId>{22838BEF-8BB2-4498-84A7-C5851F593DF1}</a:tableStyleId>
              </a:tblPr>
              <a:tblGrid>
                <a:gridCol w="1821152">
                  <a:extLst>
                    <a:ext uri="{9D8B030D-6E8A-4147-A177-3AD203B41FA5}">
                      <a16:colId xmlns:a16="http://schemas.microsoft.com/office/drawing/2014/main" val="1515022789"/>
                    </a:ext>
                  </a:extLst>
                </a:gridCol>
                <a:gridCol w="3541299">
                  <a:extLst>
                    <a:ext uri="{9D8B030D-6E8A-4147-A177-3AD203B41FA5}">
                      <a16:colId xmlns:a16="http://schemas.microsoft.com/office/drawing/2014/main" val="2177836406"/>
                    </a:ext>
                  </a:extLst>
                </a:gridCol>
                <a:gridCol w="3472311">
                  <a:extLst>
                    <a:ext uri="{9D8B030D-6E8A-4147-A177-3AD203B41FA5}">
                      <a16:colId xmlns:a16="http://schemas.microsoft.com/office/drawing/2014/main" val="2686142130"/>
                    </a:ext>
                  </a:extLst>
                </a:gridCol>
              </a:tblGrid>
              <a:tr h="0">
                <a:tc>
                  <a:txBody>
                    <a:bodyPr/>
                    <a:lstStyle/>
                    <a:p>
                      <a:pPr algn="ctr"/>
                      <a:r>
                        <a:rPr lang="fr-FR" sz="1600" b="1" dirty="0">
                          <a:solidFill>
                            <a:schemeClr val="bg1"/>
                          </a:solidFill>
                          <a:effectLst/>
                        </a:rPr>
                        <a:t>Critère</a:t>
                      </a:r>
                    </a:p>
                  </a:txBody>
                  <a:tcPr anchor="ctr">
                    <a:solidFill>
                      <a:srgbClr val="002060"/>
                    </a:solidFill>
                  </a:tcPr>
                </a:tc>
                <a:tc>
                  <a:txBody>
                    <a:bodyPr/>
                    <a:lstStyle/>
                    <a:p>
                      <a:pPr algn="ctr"/>
                      <a:r>
                        <a:rPr lang="fr-FR" sz="1600" b="1" dirty="0" err="1">
                          <a:solidFill>
                            <a:schemeClr val="bg1"/>
                          </a:solidFill>
                          <a:effectLst/>
                        </a:rPr>
                        <a:t>npm</a:t>
                      </a:r>
                      <a:endParaRPr lang="fr-FR" sz="1600" b="1" dirty="0">
                        <a:solidFill>
                          <a:schemeClr val="bg1"/>
                        </a:solidFill>
                        <a:effectLst/>
                      </a:endParaRPr>
                    </a:p>
                  </a:txBody>
                  <a:tcPr anchor="ctr">
                    <a:solidFill>
                      <a:srgbClr val="002060"/>
                    </a:solidFill>
                  </a:tcPr>
                </a:tc>
                <a:tc>
                  <a:txBody>
                    <a:bodyPr/>
                    <a:lstStyle/>
                    <a:p>
                      <a:pPr algn="ctr"/>
                      <a:r>
                        <a:rPr lang="fr-FR" sz="1600" b="1" dirty="0" err="1">
                          <a:solidFill>
                            <a:schemeClr val="bg1"/>
                          </a:solidFill>
                          <a:effectLst/>
                        </a:rPr>
                        <a:t>Yarn</a:t>
                      </a:r>
                      <a:endParaRPr lang="fr-FR" sz="1600" b="1" dirty="0">
                        <a:solidFill>
                          <a:schemeClr val="bg1"/>
                        </a:solidFill>
                        <a:effectLst/>
                      </a:endParaRPr>
                    </a:p>
                  </a:txBody>
                  <a:tcPr anchor="ctr">
                    <a:solidFill>
                      <a:srgbClr val="002060"/>
                    </a:solidFill>
                  </a:tcPr>
                </a:tc>
                <a:extLst>
                  <a:ext uri="{0D108BD9-81ED-4DB2-BD59-A6C34878D82A}">
                    <a16:rowId xmlns:a16="http://schemas.microsoft.com/office/drawing/2014/main" val="62379359"/>
                  </a:ext>
                </a:extLst>
              </a:tr>
              <a:tr h="0">
                <a:tc>
                  <a:txBody>
                    <a:bodyPr/>
                    <a:lstStyle/>
                    <a:p>
                      <a:r>
                        <a:rPr lang="fr-FR" b="1">
                          <a:effectLst/>
                        </a:rPr>
                        <a:t>Origine</a:t>
                      </a:r>
                      <a:endParaRPr lang="fr-FR">
                        <a:effectLst/>
                      </a:endParaRPr>
                    </a:p>
                  </a:txBody>
                  <a:tcPr anchor="ctr"/>
                </a:tc>
                <a:tc>
                  <a:txBody>
                    <a:bodyPr/>
                    <a:lstStyle/>
                    <a:p>
                      <a:r>
                        <a:rPr lang="fr-FR" dirty="0">
                          <a:effectLst/>
                        </a:rPr>
                        <a:t>Outil officiel de Node.js</a:t>
                      </a:r>
                    </a:p>
                  </a:txBody>
                  <a:tcPr anchor="ctr"/>
                </a:tc>
                <a:tc>
                  <a:txBody>
                    <a:bodyPr/>
                    <a:lstStyle/>
                    <a:p>
                      <a:r>
                        <a:rPr lang="fr-FR">
                          <a:effectLst/>
                        </a:rPr>
                        <a:t>Créé par Facebook pour améliorer npm</a:t>
                      </a:r>
                    </a:p>
                  </a:txBody>
                  <a:tcPr anchor="ctr"/>
                </a:tc>
                <a:extLst>
                  <a:ext uri="{0D108BD9-81ED-4DB2-BD59-A6C34878D82A}">
                    <a16:rowId xmlns:a16="http://schemas.microsoft.com/office/drawing/2014/main" val="3667365372"/>
                  </a:ext>
                </a:extLst>
              </a:tr>
              <a:tr h="0">
                <a:tc>
                  <a:txBody>
                    <a:bodyPr/>
                    <a:lstStyle/>
                    <a:p>
                      <a:r>
                        <a:rPr lang="fr-FR" b="1" dirty="0">
                          <a:effectLst/>
                        </a:rPr>
                        <a:t>Performance</a:t>
                      </a:r>
                      <a:endParaRPr lang="fr-FR" dirty="0">
                        <a:effectLst/>
                      </a:endParaRPr>
                    </a:p>
                  </a:txBody>
                  <a:tcPr anchor="ctr"/>
                </a:tc>
                <a:tc>
                  <a:txBody>
                    <a:bodyPr/>
                    <a:lstStyle/>
                    <a:p>
                      <a:r>
                        <a:rPr lang="fr-FR" dirty="0">
                          <a:effectLst/>
                        </a:rPr>
                        <a:t>Plus lent dans les anciennes versions, mais amélioré depuis </a:t>
                      </a:r>
                      <a:r>
                        <a:rPr lang="fr-FR" dirty="0" err="1">
                          <a:effectLst/>
                        </a:rPr>
                        <a:t>npm</a:t>
                      </a:r>
                      <a:r>
                        <a:rPr lang="fr-FR" dirty="0">
                          <a:effectLst/>
                        </a:rPr>
                        <a:t> v7+</a:t>
                      </a:r>
                    </a:p>
                  </a:txBody>
                  <a:tcPr anchor="ctr"/>
                </a:tc>
                <a:tc>
                  <a:txBody>
                    <a:bodyPr/>
                    <a:lstStyle/>
                    <a:p>
                      <a:r>
                        <a:rPr lang="fr-FR">
                          <a:effectLst/>
                        </a:rPr>
                        <a:t>Plus rapide grâce au </a:t>
                      </a:r>
                      <a:r>
                        <a:rPr lang="fr-FR" b="1">
                          <a:effectLst/>
                        </a:rPr>
                        <a:t>caching</a:t>
                      </a:r>
                      <a:r>
                        <a:rPr lang="fr-FR">
                          <a:effectLst/>
                        </a:rPr>
                        <a:t> et à l’installation parallèle</a:t>
                      </a:r>
                    </a:p>
                  </a:txBody>
                  <a:tcPr anchor="ctr"/>
                </a:tc>
                <a:extLst>
                  <a:ext uri="{0D108BD9-81ED-4DB2-BD59-A6C34878D82A}">
                    <a16:rowId xmlns:a16="http://schemas.microsoft.com/office/drawing/2014/main" val="1877257374"/>
                  </a:ext>
                </a:extLst>
              </a:tr>
              <a:tr h="0">
                <a:tc>
                  <a:txBody>
                    <a:bodyPr/>
                    <a:lstStyle/>
                    <a:p>
                      <a:r>
                        <a:rPr lang="fr-FR" b="1">
                          <a:effectLst/>
                        </a:rPr>
                        <a:t>Sécurité</a:t>
                      </a:r>
                      <a:endParaRPr lang="fr-FR">
                        <a:effectLst/>
                      </a:endParaRPr>
                    </a:p>
                  </a:txBody>
                  <a:tcPr anchor="ctr"/>
                </a:tc>
                <a:tc>
                  <a:txBody>
                    <a:bodyPr/>
                    <a:lstStyle/>
                    <a:p>
                      <a:r>
                        <a:rPr lang="fr-FR">
                          <a:effectLst/>
                        </a:rPr>
                        <a:t>Vérifie les dépendances, mais vulnérabilités parfois signalées</a:t>
                      </a:r>
                    </a:p>
                  </a:txBody>
                  <a:tcPr anchor="ctr"/>
                </a:tc>
                <a:tc>
                  <a:txBody>
                    <a:bodyPr/>
                    <a:lstStyle/>
                    <a:p>
                      <a:r>
                        <a:rPr lang="fr-FR">
                          <a:effectLst/>
                        </a:rPr>
                        <a:t>Vérification plus stricte des intégrités via checksums</a:t>
                      </a:r>
                    </a:p>
                  </a:txBody>
                  <a:tcPr anchor="ctr"/>
                </a:tc>
                <a:extLst>
                  <a:ext uri="{0D108BD9-81ED-4DB2-BD59-A6C34878D82A}">
                    <a16:rowId xmlns:a16="http://schemas.microsoft.com/office/drawing/2014/main" val="896041616"/>
                  </a:ext>
                </a:extLst>
              </a:tr>
              <a:tr h="0">
                <a:tc>
                  <a:txBody>
                    <a:bodyPr/>
                    <a:lstStyle/>
                    <a:p>
                      <a:r>
                        <a:rPr lang="fr-FR" b="1">
                          <a:effectLst/>
                        </a:rPr>
                        <a:t>Gestion des versions</a:t>
                      </a:r>
                      <a:endParaRPr lang="fr-FR">
                        <a:effectLst/>
                      </a:endParaRPr>
                    </a:p>
                  </a:txBody>
                  <a:tcPr anchor="ctr"/>
                </a:tc>
                <a:tc>
                  <a:txBody>
                    <a:bodyPr/>
                    <a:lstStyle/>
                    <a:p>
                      <a:r>
                        <a:rPr lang="fr-FR">
                          <a:effectLst/>
                        </a:rPr>
                        <a:t>package-lock.json pour verrouiller les versions</a:t>
                      </a:r>
                    </a:p>
                  </a:txBody>
                  <a:tcPr anchor="ctr"/>
                </a:tc>
                <a:tc>
                  <a:txBody>
                    <a:bodyPr/>
                    <a:lstStyle/>
                    <a:p>
                      <a:r>
                        <a:rPr lang="fr-FR">
                          <a:effectLst/>
                        </a:rPr>
                        <a:t>yarn.lock pour verrouiller les versions</a:t>
                      </a:r>
                    </a:p>
                  </a:txBody>
                  <a:tcPr anchor="ctr"/>
                </a:tc>
                <a:extLst>
                  <a:ext uri="{0D108BD9-81ED-4DB2-BD59-A6C34878D82A}">
                    <a16:rowId xmlns:a16="http://schemas.microsoft.com/office/drawing/2014/main" val="820791980"/>
                  </a:ext>
                </a:extLst>
              </a:tr>
              <a:tr h="0">
                <a:tc>
                  <a:txBody>
                    <a:bodyPr/>
                    <a:lstStyle/>
                    <a:p>
                      <a:r>
                        <a:rPr lang="fr-FR" b="1">
                          <a:effectLst/>
                        </a:rPr>
                        <a:t>Expérience dev</a:t>
                      </a:r>
                      <a:endParaRPr lang="fr-FR">
                        <a:effectLst/>
                      </a:endParaRPr>
                    </a:p>
                  </a:txBody>
                  <a:tcPr anchor="ctr"/>
                </a:tc>
                <a:tc>
                  <a:txBody>
                    <a:bodyPr/>
                    <a:lstStyle/>
                    <a:p>
                      <a:r>
                        <a:rPr lang="fr-FR">
                          <a:effectLst/>
                        </a:rPr>
                        <a:t>Standard, largement adopté</a:t>
                      </a:r>
                    </a:p>
                  </a:txBody>
                  <a:tcPr anchor="ctr"/>
                </a:tc>
                <a:tc>
                  <a:txBody>
                    <a:bodyPr/>
                    <a:lstStyle/>
                    <a:p>
                      <a:r>
                        <a:rPr lang="fr-FR" dirty="0">
                          <a:effectLst/>
                        </a:rPr>
                        <a:t>Interface plus riche (messages clairs, commandes supplémentaires)</a:t>
                      </a:r>
                    </a:p>
                  </a:txBody>
                  <a:tcPr anchor="ctr"/>
                </a:tc>
                <a:extLst>
                  <a:ext uri="{0D108BD9-81ED-4DB2-BD59-A6C34878D82A}">
                    <a16:rowId xmlns:a16="http://schemas.microsoft.com/office/drawing/2014/main" val="505565488"/>
                  </a:ext>
                </a:extLst>
              </a:tr>
              <a:tr h="0">
                <a:tc>
                  <a:txBody>
                    <a:bodyPr/>
                    <a:lstStyle/>
                    <a:p>
                      <a:r>
                        <a:rPr lang="fr-FR" b="1" dirty="0">
                          <a:effectLst/>
                        </a:rPr>
                        <a:t>Compatibilité</a:t>
                      </a:r>
                      <a:endParaRPr lang="fr-FR" dirty="0">
                        <a:effectLst/>
                      </a:endParaRPr>
                    </a:p>
                  </a:txBody>
                  <a:tcPr anchor="ctr"/>
                </a:tc>
                <a:tc>
                  <a:txBody>
                    <a:bodyPr/>
                    <a:lstStyle/>
                    <a:p>
                      <a:r>
                        <a:rPr lang="fr-FR" dirty="0">
                          <a:effectLst/>
                        </a:rPr>
                        <a:t>Parfaitement intégré à Node.js</a:t>
                      </a:r>
                    </a:p>
                  </a:txBody>
                  <a:tcPr anchor="ctr"/>
                </a:tc>
                <a:tc>
                  <a:txBody>
                    <a:bodyPr/>
                    <a:lstStyle/>
                    <a:p>
                      <a:r>
                        <a:rPr lang="fr-FR" dirty="0">
                          <a:effectLst/>
                        </a:rPr>
                        <a:t>Compatible, mais nécessite parfois adaptation</a:t>
                      </a:r>
                    </a:p>
                  </a:txBody>
                  <a:tcPr anchor="ctr"/>
                </a:tc>
                <a:extLst>
                  <a:ext uri="{0D108BD9-81ED-4DB2-BD59-A6C34878D82A}">
                    <a16:rowId xmlns:a16="http://schemas.microsoft.com/office/drawing/2014/main" val="1319031308"/>
                  </a:ext>
                </a:extLst>
              </a:tr>
            </a:tbl>
          </a:graphicData>
        </a:graphic>
      </p:graphicFrame>
      <p:sp>
        <p:nvSpPr>
          <p:cNvPr id="6" name="Rectangle 4">
            <a:extLst>
              <a:ext uri="{FF2B5EF4-FFF2-40B4-BE49-F238E27FC236}">
                <a16:creationId xmlns:a16="http://schemas.microsoft.com/office/drawing/2014/main" id="{C13D5762-8817-7057-96D7-7CD05AE25972}"/>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E</a:t>
            </a:r>
            <a:r>
              <a:rPr lang="fr-FR" sz="2400" b="1" kern="0" spc="-5" dirty="0">
                <a:solidFill>
                  <a:srgbClr val="2E5395"/>
                </a:solidFill>
                <a:effectLst/>
                <a:latin typeface="Calibri" panose="020F0502020204030204" pitchFamily="34" charset="0"/>
                <a:ea typeface="Calibri" panose="020F0502020204030204" pitchFamily="34" charset="0"/>
              </a:rPr>
              <a:t>cosystème</a:t>
            </a:r>
            <a:r>
              <a:rPr lang="fr-FR" sz="2400" b="1" kern="0" spc="-40" dirty="0">
                <a:solidFill>
                  <a:srgbClr val="2E5395"/>
                </a:solidFill>
                <a:latin typeface="Calibri" panose="020F0502020204030204" pitchFamily="34" charset="0"/>
                <a:ea typeface="Calibri" panose="020F0502020204030204" pitchFamily="34" charset="0"/>
              </a:rPr>
              <a:t> </a:t>
            </a:r>
            <a:r>
              <a:rPr lang="fr-FR" sz="2400" b="1" spc="-5" dirty="0">
                <a:solidFill>
                  <a:srgbClr val="2E5395"/>
                </a:solidFill>
                <a:latin typeface="+mn-lt"/>
                <a:ea typeface="Calibri" panose="020F0502020204030204" pitchFamily="34" charset="0"/>
              </a:rPr>
              <a:t>REACT</a:t>
            </a:r>
            <a:endParaRPr lang="fr-FR" sz="2400" b="1" dirty="0">
              <a:solidFill>
                <a:schemeClr val="accent1">
                  <a:lumMod val="75000"/>
                </a:schemeClr>
              </a:solidFill>
              <a:latin typeface="+mn-lt"/>
            </a:endParaRPr>
          </a:p>
        </p:txBody>
      </p:sp>
    </p:spTree>
    <p:extLst>
      <p:ext uri="{BB962C8B-B14F-4D97-AF65-F5344CB8AC3E}">
        <p14:creationId xmlns:p14="http://schemas.microsoft.com/office/powerpoint/2010/main" val="1491898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7" end="1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786199"/>
          </a:xfrm>
          <a:prstGeom prst="rect">
            <a:avLst/>
          </a:prstGeom>
          <a:noFill/>
        </p:spPr>
        <p:txBody>
          <a:bodyPr wrap="square">
            <a:spAutoFit/>
          </a:bodyPr>
          <a:lstStyle/>
          <a:p>
            <a:pPr marL="538163" algn="l">
              <a:spcBef>
                <a:spcPts val="205"/>
              </a:spcBef>
              <a:spcAft>
                <a:spcPts val="0"/>
              </a:spcAft>
            </a:pPr>
            <a:r>
              <a:rPr lang="fr-FR" sz="1800" b="1" u="sng" spc="-10" dirty="0">
                <a:solidFill>
                  <a:srgbClr val="1F3863"/>
                </a:solidFill>
                <a:effectLst/>
                <a:uFill>
                  <a:solidFill>
                    <a:srgbClr val="1F3863"/>
                  </a:solidFill>
                </a:uFill>
                <a:latin typeface="Calibri" panose="020F0502020204030204" pitchFamily="34" charset="0"/>
                <a:ea typeface="Calibri" panose="020F0502020204030204" pitchFamily="34" charset="0"/>
              </a:rPr>
              <a:t>ECMAScript6</a:t>
            </a:r>
            <a:r>
              <a:rPr lang="fr-FR" b="1" u="sng" spc="200" dirty="0">
                <a:solidFill>
                  <a:srgbClr val="1F3863"/>
                </a:solidFill>
                <a:effectLst/>
                <a:uFill>
                  <a:solidFill>
                    <a:srgbClr val="1F3863"/>
                  </a:solidFill>
                </a:uFill>
                <a:latin typeface="Calibri" panose="020F0502020204030204" pitchFamily="34" charset="0"/>
                <a:ea typeface="Calibri" panose="020F0502020204030204" pitchFamily="34" charset="0"/>
              </a:rPr>
              <a:t> </a:t>
            </a:r>
            <a:endParaRPr lang="fr-FR" b="1" dirty="0">
              <a:effectLst/>
              <a:latin typeface="Calibri" panose="020F0502020204030204" pitchFamily="34" charset="0"/>
              <a:ea typeface="Calibri" panose="020F0502020204030204" pitchFamily="34" charset="0"/>
            </a:endParaRPr>
          </a:p>
          <a:p>
            <a:pPr marL="720725" marR="86995" algn="l">
              <a:spcBef>
                <a:spcPts val="600"/>
              </a:spcBef>
              <a:spcAft>
                <a:spcPts val="0"/>
              </a:spcAft>
            </a:pPr>
            <a:r>
              <a:rPr lang="fr-FR" b="1" dirty="0" err="1">
                <a:effectLst/>
                <a:latin typeface="+mn-lt"/>
              </a:rPr>
              <a:t>ECMAScript</a:t>
            </a:r>
            <a:r>
              <a:rPr lang="fr-FR" b="1" dirty="0">
                <a:effectLst/>
                <a:latin typeface="+mn-lt"/>
              </a:rPr>
              <a:t> 6 (souvent abrégé en ES6)</a:t>
            </a:r>
            <a:r>
              <a:rPr lang="fr-FR" dirty="0">
                <a:latin typeface="+mn-lt"/>
              </a:rPr>
              <a:t> est une version majeure du langage </a:t>
            </a:r>
            <a:r>
              <a:rPr lang="fr-FR" b="1" dirty="0">
                <a:effectLst/>
                <a:latin typeface="+mn-lt"/>
              </a:rPr>
              <a:t>JavaScript</a:t>
            </a:r>
            <a:r>
              <a:rPr lang="fr-FR" dirty="0">
                <a:latin typeface="+mn-lt"/>
              </a:rPr>
              <a:t>, publiée en 2015. C’est une norme définie par l’organisation ECMA qui sert de base à toutes les évolutions modernes de JavaScript.</a:t>
            </a:r>
          </a:p>
          <a:p>
            <a:pPr marL="720725" marR="86995" algn="l">
              <a:spcBef>
                <a:spcPts val="600"/>
              </a:spcBef>
              <a:spcAft>
                <a:spcPts val="0"/>
              </a:spcAft>
            </a:pPr>
            <a:r>
              <a:rPr lang="fr-FR" b="1" dirty="0">
                <a:effectLst/>
                <a:latin typeface="+mn-lt"/>
              </a:rPr>
              <a:t>ES6 est la révolution qui a transformé JavaScript en un langage moderne</a:t>
            </a:r>
            <a:r>
              <a:rPr lang="fr-FR" dirty="0">
                <a:latin typeface="+mn-lt"/>
              </a:rPr>
              <a:t>, ouvrant la voie aux Framework et aux pratiques actuelles du développement web</a:t>
            </a:r>
            <a:r>
              <a:rPr lang="fr-FR" dirty="0"/>
              <a:t>.</a:t>
            </a:r>
            <a:endParaRPr lang="fr-FR" b="1" u="sng" spc="-10" dirty="0">
              <a:solidFill>
                <a:srgbClr val="1F3863"/>
              </a:solidFill>
              <a:effectLst/>
              <a:uFill>
                <a:solidFill>
                  <a:srgbClr val="1F3863"/>
                </a:solidFill>
              </a:uFill>
              <a:latin typeface="Calibri" panose="020F0502020204030204" pitchFamily="34" charset="0"/>
              <a:ea typeface="Calibri" panose="020F0502020204030204" pitchFamily="34" charset="0"/>
            </a:endParaRPr>
          </a:p>
          <a:p>
            <a:pPr marL="539115" algn="l">
              <a:spcBef>
                <a:spcPts val="595"/>
              </a:spcBef>
            </a:pPr>
            <a:r>
              <a:rPr lang="fr-FR" sz="1800" b="1" u="sng" spc="-10" dirty="0">
                <a:solidFill>
                  <a:srgbClr val="1F3863"/>
                </a:solidFill>
                <a:effectLst/>
                <a:uFill>
                  <a:solidFill>
                    <a:srgbClr val="1F3863"/>
                  </a:solidFill>
                </a:uFill>
                <a:latin typeface="Calibri" panose="020F0502020204030204" pitchFamily="34" charset="0"/>
                <a:ea typeface="Calibri" panose="020F0502020204030204" pitchFamily="34" charset="0"/>
              </a:rPr>
              <a:t>Babel</a:t>
            </a:r>
            <a:r>
              <a:rPr lang="fr-FR" sz="1800" b="1" u="sng" spc="200" dirty="0">
                <a:solidFill>
                  <a:srgbClr val="1F3863"/>
                </a:solidFill>
                <a:effectLst/>
                <a:uFill>
                  <a:solidFill>
                    <a:srgbClr val="1F3863"/>
                  </a:solidFill>
                </a:uFill>
                <a:latin typeface="Calibri" panose="020F0502020204030204" pitchFamily="34" charset="0"/>
                <a:ea typeface="Calibri" panose="020F0502020204030204" pitchFamily="34" charset="0"/>
              </a:rPr>
              <a:t> </a:t>
            </a:r>
          </a:p>
          <a:p>
            <a:pPr marL="539115" algn="l">
              <a:spcBef>
                <a:spcPts val="595"/>
              </a:spcBef>
            </a:pPr>
            <a:r>
              <a:rPr lang="fr-FR" dirty="0">
                <a:latin typeface="+mn-lt"/>
              </a:rPr>
              <a:t>En </a:t>
            </a:r>
            <a:r>
              <a:rPr lang="fr-FR" dirty="0" err="1">
                <a:latin typeface="+mn-lt"/>
              </a:rPr>
              <a:t>React</a:t>
            </a:r>
            <a:r>
              <a:rPr lang="fr-FR" dirty="0">
                <a:latin typeface="+mn-lt"/>
              </a:rPr>
              <a:t> (et plus largement en JavaScript moderne), </a:t>
            </a:r>
            <a:r>
              <a:rPr lang="fr-FR" b="1" dirty="0">
                <a:effectLst/>
                <a:latin typeface="+mn-lt"/>
              </a:rPr>
              <a:t>Babel joue le rôle de traducteur</a:t>
            </a:r>
            <a:r>
              <a:rPr lang="fr-FR" dirty="0">
                <a:latin typeface="+mn-lt"/>
              </a:rPr>
              <a:t> entre le code que tu écris avec des fonctionnalités avancées (ES6+, JSX, etc.) et le code que les navigateurs comprennent réellement.</a:t>
            </a:r>
          </a:p>
          <a:p>
            <a:pPr marL="539115" algn="l">
              <a:spcBef>
                <a:spcPts val="595"/>
              </a:spcBef>
            </a:pPr>
            <a:r>
              <a:rPr lang="fr-FR" b="1" dirty="0">
                <a:effectLst/>
                <a:latin typeface="+mn-lt"/>
                <a:ea typeface="Calibri" panose="020F0502020204030204" pitchFamily="34" charset="0"/>
              </a:rPr>
              <a:t>Babel permet la :</a:t>
            </a:r>
          </a:p>
          <a:p>
            <a:pPr marL="1200150" lvl="2"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transpilation ES6+</a:t>
            </a:r>
            <a:r>
              <a:rPr kumimoji="0" lang="fr-FR" altLang="fr-FR" b="0" i="0" u="none" strike="noStrike" cap="none" normalizeH="0" baseline="0" dirty="0">
                <a:ln>
                  <a:noFill/>
                </a:ln>
                <a:solidFill>
                  <a:schemeClr val="tx1"/>
                </a:solidFill>
                <a:effectLst/>
                <a:latin typeface="+mn-lt"/>
              </a:rPr>
              <a:t> : Babel convertit le code moderne (ES6, ES7, etc.) en JavaScript compatible avec les navigateurs plus anciens.</a:t>
            </a:r>
          </a:p>
          <a:p>
            <a:pPr marL="1200150" lvl="2"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Conversion du JSX</a:t>
            </a:r>
            <a:r>
              <a:rPr kumimoji="0" lang="fr-FR" altLang="fr-FR" b="0" i="0" u="none" strike="noStrike" cap="none" normalizeH="0" baseline="0" dirty="0">
                <a:ln>
                  <a:noFill/>
                </a:ln>
                <a:solidFill>
                  <a:schemeClr val="tx1"/>
                </a:solidFill>
                <a:effectLst/>
                <a:latin typeface="+mn-lt"/>
              </a:rPr>
              <a:t> : </a:t>
            </a:r>
            <a:r>
              <a:rPr kumimoji="0" lang="fr-FR" altLang="fr-FR" b="0" i="0" u="none" strike="noStrike" cap="none" normalizeH="0" baseline="0" dirty="0" err="1">
                <a:ln>
                  <a:noFill/>
                </a:ln>
                <a:solidFill>
                  <a:schemeClr val="tx1"/>
                </a:solidFill>
                <a:effectLst/>
                <a:latin typeface="+mn-lt"/>
              </a:rPr>
              <a:t>React</a:t>
            </a:r>
            <a:r>
              <a:rPr kumimoji="0" lang="fr-FR" altLang="fr-FR" b="0" i="0" u="none" strike="noStrike" cap="none" normalizeH="0" baseline="0" dirty="0">
                <a:ln>
                  <a:noFill/>
                </a:ln>
                <a:solidFill>
                  <a:schemeClr val="tx1"/>
                </a:solidFill>
                <a:effectLst/>
                <a:latin typeface="+mn-lt"/>
              </a:rPr>
              <a:t> utilise JSX (une syntaxe qui ressemble à du HTML dans le JavaScript). Les navigateurs ne comprennent pas JSX directement, donc Babel le transforme en appels </a:t>
            </a:r>
            <a:r>
              <a:rPr kumimoji="0" lang="fr-FR" altLang="fr-FR" b="0" i="0" u="none" strike="noStrike" cap="none" normalizeH="0" baseline="0" dirty="0" err="1">
                <a:ln>
                  <a:noFill/>
                </a:ln>
                <a:solidFill>
                  <a:schemeClr val="tx1"/>
                </a:solidFill>
                <a:effectLst/>
                <a:latin typeface="+mn-lt"/>
              </a:rPr>
              <a:t>React.createElement</a:t>
            </a:r>
            <a:r>
              <a:rPr kumimoji="0" lang="fr-FR" altLang="fr-FR" b="0" i="0" u="none" strike="noStrike" cap="none" normalizeH="0" baseline="0" dirty="0">
                <a:ln>
                  <a:noFill/>
                </a:ln>
                <a:solidFill>
                  <a:schemeClr val="tx1"/>
                </a:solidFill>
                <a:effectLst/>
                <a:latin typeface="+mn-lt"/>
              </a:rPr>
              <a:t>.</a:t>
            </a:r>
          </a:p>
          <a:p>
            <a:pPr marL="1200150" lvl="2"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Compatibilité universelle</a:t>
            </a:r>
            <a:r>
              <a:rPr kumimoji="0" lang="fr-FR" altLang="fr-FR" b="0" i="0" u="none" strike="noStrike" cap="none" normalizeH="0" baseline="0" dirty="0">
                <a:ln>
                  <a:noFill/>
                </a:ln>
                <a:solidFill>
                  <a:schemeClr val="tx1"/>
                </a:solidFill>
                <a:effectLst/>
                <a:latin typeface="+mn-lt"/>
              </a:rPr>
              <a:t> : grâce à Babel, on peut utiliser des fonctionnalités JavaScript récentes même si elles ne sont pas encore supportées par tous les navigateurs.</a:t>
            </a:r>
          </a:p>
          <a:p>
            <a:pPr marL="1200150" lvl="2" indent="-285750" algn="l">
              <a:buFont typeface="Wingdings" panose="05000000000000000000" pitchFamily="2" charset="2"/>
              <a:buChar char="§"/>
            </a:pPr>
            <a:r>
              <a:rPr kumimoji="0" lang="fr-FR" altLang="fr-FR" b="1" i="0" u="none" strike="noStrike" cap="none" normalizeH="0" baseline="0" dirty="0">
                <a:ln>
                  <a:noFill/>
                </a:ln>
                <a:solidFill>
                  <a:schemeClr val="tx1"/>
                </a:solidFill>
                <a:effectLst/>
                <a:latin typeface="+mn-lt"/>
              </a:rPr>
              <a:t>Plugins et </a:t>
            </a:r>
            <a:r>
              <a:rPr kumimoji="0" lang="fr-FR" altLang="fr-FR" b="1" i="0" u="none" strike="noStrike" cap="none" normalizeH="0" baseline="0" dirty="0" err="1">
                <a:ln>
                  <a:noFill/>
                </a:ln>
                <a:solidFill>
                  <a:schemeClr val="tx1"/>
                </a:solidFill>
                <a:effectLst/>
                <a:latin typeface="+mn-lt"/>
              </a:rPr>
              <a:t>presets</a:t>
            </a:r>
            <a:r>
              <a:rPr kumimoji="0" lang="fr-FR" altLang="fr-FR" b="0" i="0" u="none" strike="noStrike" cap="none" normalizeH="0" baseline="0" dirty="0">
                <a:ln>
                  <a:noFill/>
                </a:ln>
                <a:solidFill>
                  <a:schemeClr val="tx1"/>
                </a:solidFill>
                <a:effectLst/>
                <a:latin typeface="+mn-lt"/>
              </a:rPr>
              <a:t> : Babel est très modulable. Par exemple, @babel/preset-react gère JSX, et @babel/preset-env adapte ton code selon les navigateurs cibles.</a:t>
            </a:r>
          </a:p>
          <a:p>
            <a:pPr marL="539115" algn="l">
              <a:spcBef>
                <a:spcPts val="595"/>
              </a:spcBef>
            </a:pPr>
            <a:endParaRPr lang="fr-FR" b="1" dirty="0">
              <a:effectLst/>
              <a:latin typeface="+mn-lt"/>
              <a:ea typeface="Calibri" panose="020F0502020204030204" pitchFamily="34" charset="0"/>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4">
            <a:extLst>
              <a:ext uri="{FF2B5EF4-FFF2-40B4-BE49-F238E27FC236}">
                <a16:creationId xmlns:a16="http://schemas.microsoft.com/office/drawing/2014/main" id="{F3EFE093-45A1-014D-A621-12A3F7D8D773}"/>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E</a:t>
            </a:r>
            <a:r>
              <a:rPr lang="fr-FR" sz="2400" b="1" kern="0" spc="-5" dirty="0">
                <a:solidFill>
                  <a:srgbClr val="2E5395"/>
                </a:solidFill>
                <a:effectLst/>
                <a:latin typeface="Calibri" panose="020F0502020204030204" pitchFamily="34" charset="0"/>
                <a:ea typeface="Calibri" panose="020F0502020204030204" pitchFamily="34" charset="0"/>
              </a:rPr>
              <a:t>cosystème</a:t>
            </a:r>
            <a:r>
              <a:rPr lang="fr-FR" sz="2400" b="1" kern="0" spc="-40" dirty="0">
                <a:solidFill>
                  <a:srgbClr val="2E5395"/>
                </a:solidFill>
                <a:latin typeface="Calibri" panose="020F0502020204030204" pitchFamily="34" charset="0"/>
                <a:ea typeface="Calibri" panose="020F0502020204030204" pitchFamily="34" charset="0"/>
              </a:rPr>
              <a:t> </a:t>
            </a:r>
            <a:r>
              <a:rPr lang="fr-FR" sz="2400" b="1" spc="-5" dirty="0">
                <a:solidFill>
                  <a:srgbClr val="2E5395"/>
                </a:solidFill>
                <a:latin typeface="+mn-lt"/>
                <a:ea typeface="Calibri" panose="020F0502020204030204" pitchFamily="34" charset="0"/>
              </a:rPr>
              <a:t>REACT</a:t>
            </a:r>
            <a:endParaRPr lang="fr-FR" sz="2400" b="1" dirty="0">
              <a:solidFill>
                <a:schemeClr val="accent1">
                  <a:lumMod val="75000"/>
                </a:schemeClr>
              </a:solidFill>
              <a:latin typeface="+mn-lt"/>
            </a:endParaRPr>
          </a:p>
        </p:txBody>
      </p:sp>
    </p:spTree>
    <p:extLst>
      <p:ext uri="{BB962C8B-B14F-4D97-AF65-F5344CB8AC3E}">
        <p14:creationId xmlns:p14="http://schemas.microsoft.com/office/powerpoint/2010/main" val="321555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5093702"/>
          </a:xfrm>
          <a:prstGeom prst="rect">
            <a:avLst/>
          </a:prstGeom>
          <a:noFill/>
        </p:spPr>
        <p:txBody>
          <a:bodyPr wrap="square">
            <a:spAutoFit/>
          </a:bodyPr>
          <a:lstStyle/>
          <a:p>
            <a:pPr marL="539115" algn="just">
              <a:spcBef>
                <a:spcPts val="205"/>
              </a:spcBef>
              <a:spcAft>
                <a:spcPts val="0"/>
              </a:spcAft>
            </a:pPr>
            <a:r>
              <a:rPr lang="fr-FR" sz="1800" b="1" u="sng" spc="-10" dirty="0" err="1">
                <a:solidFill>
                  <a:srgbClr val="1F3863"/>
                </a:solidFill>
                <a:uFill>
                  <a:solidFill>
                    <a:srgbClr val="1F3863"/>
                  </a:solidFill>
                </a:uFill>
                <a:latin typeface="+mn-lt"/>
                <a:ea typeface="Calibri" panose="020F0502020204030204" pitchFamily="34" charset="0"/>
              </a:rPr>
              <a:t>Bundlers</a:t>
            </a:r>
            <a:r>
              <a:rPr lang="fr-FR" sz="1800" b="1" u="sng" spc="-10" dirty="0">
                <a:solidFill>
                  <a:srgbClr val="1F3863"/>
                </a:solidFill>
                <a:uFill>
                  <a:solidFill>
                    <a:srgbClr val="1F3863"/>
                  </a:solidFill>
                </a:uFill>
                <a:latin typeface="+mn-lt"/>
                <a:ea typeface="Calibri" panose="020F0502020204030204" pitchFamily="34" charset="0"/>
              </a:rPr>
              <a:t> </a:t>
            </a:r>
          </a:p>
          <a:p>
            <a:pPr algn="just"/>
            <a:r>
              <a:rPr lang="fr-FR" dirty="0">
                <a:latin typeface="+mn-lt"/>
              </a:rPr>
              <a:t>un </a:t>
            </a:r>
            <a:r>
              <a:rPr lang="fr-FR" b="1" dirty="0" err="1">
                <a:latin typeface="+mn-lt"/>
              </a:rPr>
              <a:t>bundler</a:t>
            </a:r>
            <a:r>
              <a:rPr lang="fr-FR" dirty="0">
                <a:latin typeface="+mn-lt"/>
              </a:rPr>
              <a:t> est un outil qui prend tous les fichiers de ton projet (JavaScript, CSS, images, etc.) et les </a:t>
            </a:r>
            <a:r>
              <a:rPr lang="fr-FR" b="1" dirty="0">
                <a:latin typeface="+mn-lt"/>
              </a:rPr>
              <a:t>regroupe en un ou plusieurs fichiers optimisés</a:t>
            </a:r>
            <a:r>
              <a:rPr lang="fr-FR" dirty="0">
                <a:latin typeface="+mn-lt"/>
              </a:rPr>
              <a:t> pour être exécutés dans le navigateur.</a:t>
            </a:r>
          </a:p>
          <a:p>
            <a:pPr algn="just"/>
            <a:endParaRPr lang="fr-FR" dirty="0">
              <a:latin typeface="+mn-lt"/>
            </a:endParaRPr>
          </a:p>
          <a:p>
            <a:pPr algn="just"/>
            <a:r>
              <a:rPr lang="fr-FR" dirty="0">
                <a:latin typeface="+mn-lt"/>
              </a:rPr>
              <a:t>Les </a:t>
            </a:r>
            <a:r>
              <a:rPr lang="fr-FR" dirty="0" err="1">
                <a:latin typeface="+mn-lt"/>
              </a:rPr>
              <a:t>Bundlers</a:t>
            </a:r>
            <a:r>
              <a:rPr lang="fr-FR" dirty="0">
                <a:latin typeface="+mn-lt"/>
              </a:rPr>
              <a:t> permettent le:</a:t>
            </a:r>
          </a:p>
          <a:p>
            <a:pPr marL="541338" lvl="0" indent="-187325" algn="just">
              <a:buFont typeface="Wingdings" panose="05000000000000000000" pitchFamily="2" charset="2"/>
              <a:buChar char="§"/>
            </a:pPr>
            <a:r>
              <a:rPr lang="fr-FR" altLang="fr-FR" b="1" dirty="0">
                <a:latin typeface="+mn-lt"/>
              </a:rPr>
              <a:t>Regroupement des modules</a:t>
            </a:r>
            <a:r>
              <a:rPr lang="fr-FR" altLang="fr-FR" dirty="0">
                <a:latin typeface="+mn-lt"/>
              </a:rPr>
              <a:t> : combine les différents fichiers et dépendances en un seul bundle.</a:t>
            </a:r>
          </a:p>
          <a:p>
            <a:pPr marL="541338" lvl="0" indent="-187325" algn="just">
              <a:buFont typeface="Wingdings" panose="05000000000000000000" pitchFamily="2" charset="2"/>
              <a:buChar char="§"/>
            </a:pPr>
            <a:r>
              <a:rPr lang="fr-FR" altLang="fr-FR" b="1" dirty="0">
                <a:latin typeface="+mn-lt"/>
              </a:rPr>
              <a:t>Résolution des dépendances</a:t>
            </a:r>
            <a:r>
              <a:rPr lang="fr-FR" altLang="fr-FR" dirty="0">
                <a:latin typeface="+mn-lt"/>
              </a:rPr>
              <a:t> : gère-les imports/exports entre fichiers (import, </a:t>
            </a:r>
            <a:r>
              <a:rPr lang="fr-FR" altLang="fr-FR" dirty="0" err="1">
                <a:latin typeface="+mn-lt"/>
              </a:rPr>
              <a:t>require</a:t>
            </a:r>
            <a:r>
              <a:rPr lang="fr-FR" altLang="fr-FR" dirty="0">
                <a:latin typeface="+mn-lt"/>
              </a:rPr>
              <a:t>).</a:t>
            </a:r>
          </a:p>
          <a:p>
            <a:pPr marL="541338" lvl="0" indent="-187325" algn="just">
              <a:buFont typeface="Wingdings" panose="05000000000000000000" pitchFamily="2" charset="2"/>
              <a:buChar char="§"/>
            </a:pPr>
            <a:r>
              <a:rPr lang="fr-FR" altLang="fr-FR" b="1" dirty="0">
                <a:latin typeface="+mn-lt"/>
              </a:rPr>
              <a:t>Optimisation</a:t>
            </a:r>
            <a:r>
              <a:rPr lang="fr-FR" altLang="fr-FR" dirty="0">
                <a:latin typeface="+mn-lt"/>
              </a:rPr>
              <a:t> : minifie le code (supprime espaces, commentaires), compresse les images, optimise les CSS.</a:t>
            </a:r>
          </a:p>
          <a:p>
            <a:pPr marL="541338" lvl="0" indent="-187325" algn="just">
              <a:buFont typeface="Wingdings" panose="05000000000000000000" pitchFamily="2" charset="2"/>
              <a:buChar char="§"/>
            </a:pPr>
            <a:r>
              <a:rPr lang="fr-FR" altLang="fr-FR" b="1" dirty="0">
                <a:latin typeface="+mn-lt"/>
              </a:rPr>
              <a:t>Compatibilité</a:t>
            </a:r>
            <a:r>
              <a:rPr lang="fr-FR" altLang="fr-FR" dirty="0">
                <a:latin typeface="+mn-lt"/>
              </a:rPr>
              <a:t> : peut travailler avec Babel pour transpiler du code ES6/JSX en JavaScript compréhensible par tous les navigateurs.</a:t>
            </a:r>
          </a:p>
          <a:p>
            <a:pPr marL="541338" lvl="0" indent="-187325" algn="just">
              <a:buFont typeface="Wingdings" panose="05000000000000000000" pitchFamily="2" charset="2"/>
              <a:buChar char="§"/>
            </a:pPr>
            <a:r>
              <a:rPr lang="fr-FR" altLang="fr-FR" b="1" dirty="0">
                <a:latin typeface="+mn-lt"/>
              </a:rPr>
              <a:t>Performance</a:t>
            </a:r>
            <a:r>
              <a:rPr lang="fr-FR" altLang="fr-FR" dirty="0">
                <a:latin typeface="+mn-lt"/>
              </a:rPr>
              <a:t> : réduit le nombre de requêtes HTTP et améliore le temps de chargement</a:t>
            </a:r>
            <a:endParaRPr lang="fr-FR" dirty="0">
              <a:latin typeface="+mn-lt"/>
            </a:endParaRPr>
          </a:p>
          <a:p>
            <a:pPr algn="just"/>
            <a:endParaRPr lang="fr-FR" b="1" dirty="0"/>
          </a:p>
          <a:p>
            <a:pPr algn="just"/>
            <a:r>
              <a:rPr lang="fr-FR" b="1" dirty="0"/>
              <a:t>Les </a:t>
            </a:r>
            <a:r>
              <a:rPr lang="fr-FR" b="1" dirty="0" err="1"/>
              <a:t>Bundlers</a:t>
            </a:r>
            <a:r>
              <a:rPr lang="fr-FR" b="1" dirty="0"/>
              <a:t> populaires avec </a:t>
            </a:r>
            <a:r>
              <a:rPr lang="fr-FR" b="1" dirty="0" err="1"/>
              <a:t>React</a:t>
            </a:r>
            <a:r>
              <a:rPr lang="fr-FR" b="1" dirty="0"/>
              <a:t> :</a:t>
            </a:r>
          </a:p>
          <a:p>
            <a:pPr marL="539750" indent="-176213" algn="just">
              <a:buFont typeface="Wingdings" panose="05000000000000000000" pitchFamily="2" charset="2"/>
              <a:buChar char="§"/>
            </a:pPr>
            <a:r>
              <a:rPr lang="fr-FR" b="1" dirty="0" err="1">
                <a:latin typeface="+mn-lt"/>
              </a:rPr>
              <a:t>Webpack</a:t>
            </a:r>
            <a:r>
              <a:rPr lang="fr-FR" dirty="0">
                <a:latin typeface="+mn-lt"/>
              </a:rPr>
              <a:t> : le plus utilisé historiquement, très puissant mais complexe à configurer.</a:t>
            </a:r>
          </a:p>
          <a:p>
            <a:pPr marL="539750" indent="-176213" algn="just">
              <a:buFont typeface="Wingdings" panose="05000000000000000000" pitchFamily="2" charset="2"/>
              <a:buChar char="§"/>
            </a:pPr>
            <a:r>
              <a:rPr lang="fr-FR" b="1" dirty="0" err="1">
                <a:latin typeface="+mn-lt"/>
              </a:rPr>
              <a:t>Parcel</a:t>
            </a:r>
            <a:r>
              <a:rPr lang="fr-FR" dirty="0">
                <a:latin typeface="+mn-lt"/>
              </a:rPr>
              <a:t> : configuration minimale, rapide et simple.</a:t>
            </a:r>
          </a:p>
          <a:p>
            <a:pPr marL="539750" indent="-176213" algn="just">
              <a:buFont typeface="Wingdings" panose="05000000000000000000" pitchFamily="2" charset="2"/>
              <a:buChar char="§"/>
            </a:pPr>
            <a:r>
              <a:rPr lang="fr-FR" b="1" dirty="0">
                <a:latin typeface="+mn-lt"/>
              </a:rPr>
              <a:t>Vite</a:t>
            </a:r>
            <a:r>
              <a:rPr lang="fr-FR" dirty="0">
                <a:latin typeface="+mn-lt"/>
              </a:rPr>
              <a:t> : moderne, ultra-rapide grâce au support natif d’ES modules et à une compilation optimisée.</a:t>
            </a:r>
          </a:p>
          <a:p>
            <a:pPr marL="539750" indent="-176213" algn="just">
              <a:buFont typeface="Wingdings" panose="05000000000000000000" pitchFamily="2" charset="2"/>
              <a:buChar char="§"/>
            </a:pPr>
            <a:r>
              <a:rPr lang="fr-FR" b="1" dirty="0" err="1">
                <a:latin typeface="+mn-lt"/>
              </a:rPr>
              <a:t>Rollup</a:t>
            </a:r>
            <a:r>
              <a:rPr lang="fr-FR" dirty="0">
                <a:latin typeface="+mn-lt"/>
              </a:rPr>
              <a:t> : souvent utilisé pour les librairies, car il produit des bundles très légers</a:t>
            </a:r>
            <a:r>
              <a:rPr lang="fr-FR" dirty="0"/>
              <a:t>.</a:t>
            </a:r>
          </a:p>
          <a:p>
            <a:pPr algn="just"/>
            <a:endParaRPr lang="fr-FR" dirty="0">
              <a:latin typeface="+mn-lt"/>
            </a:endParaRPr>
          </a:p>
          <a:p>
            <a:pPr marL="539115" algn="just">
              <a:spcBef>
                <a:spcPts val="595"/>
              </a:spcBef>
            </a:pPr>
            <a:endParaRPr lang="fr-FR" b="1" dirty="0">
              <a:effectLst/>
              <a:latin typeface="+mn-lt"/>
              <a:ea typeface="Calibri" panose="020F0502020204030204" pitchFamily="34" charset="0"/>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E</a:t>
            </a:r>
            <a:r>
              <a:rPr lang="fr-FR" sz="2400" b="1" kern="0" spc="-5" dirty="0">
                <a:solidFill>
                  <a:srgbClr val="2E5395"/>
                </a:solidFill>
                <a:effectLst/>
                <a:latin typeface="Calibri" panose="020F0502020204030204" pitchFamily="34" charset="0"/>
                <a:ea typeface="Calibri" panose="020F0502020204030204" pitchFamily="34" charset="0"/>
              </a:rPr>
              <a:t>cosystème</a:t>
            </a:r>
            <a:r>
              <a:rPr lang="fr-FR" sz="2400" b="1" kern="0" spc="-40" dirty="0">
                <a:solidFill>
                  <a:srgbClr val="2E5395"/>
                </a:solidFill>
                <a:latin typeface="Calibri" panose="020F0502020204030204" pitchFamily="34" charset="0"/>
                <a:ea typeface="Calibri" panose="020F0502020204030204" pitchFamily="34" charset="0"/>
              </a:rPr>
              <a:t> </a:t>
            </a:r>
            <a:r>
              <a:rPr lang="fr-FR" sz="2400" b="1" spc="-5" dirty="0">
                <a:solidFill>
                  <a:srgbClr val="2E5395"/>
                </a:solidFill>
                <a:latin typeface="+mn-lt"/>
                <a:ea typeface="Calibri" panose="020F0502020204030204" pitchFamily="34" charset="0"/>
              </a:rPr>
              <a:t>REACT</a:t>
            </a:r>
            <a:endParaRPr lang="fr-FR" sz="2400" b="1" dirty="0">
              <a:solidFill>
                <a:schemeClr val="accent1">
                  <a:lumMod val="75000"/>
                </a:schemeClr>
              </a:solidFill>
              <a:latin typeface="+mn-lt"/>
            </a:endParaRPr>
          </a:p>
        </p:txBody>
      </p:sp>
    </p:spTree>
    <p:extLst>
      <p:ext uri="{BB962C8B-B14F-4D97-AF65-F5344CB8AC3E}">
        <p14:creationId xmlns:p14="http://schemas.microsoft.com/office/powerpoint/2010/main" val="1975694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3959555" cy="1815882"/>
          </a:xfrm>
          <a:prstGeom prst="rect">
            <a:avLst/>
          </a:prstGeom>
          <a:noFill/>
          <a:ln>
            <a:solidFill>
              <a:schemeClr val="accent1">
                <a:lumMod val="75000"/>
              </a:schemeClr>
            </a:solidFill>
          </a:ln>
        </p:spPr>
        <p:txBody>
          <a:bodyPr wrap="square">
            <a:spAutoFit/>
          </a:bodyPr>
          <a:lstStyle/>
          <a:p>
            <a:pPr algn="just"/>
            <a:r>
              <a:rPr lang="fr-FR" dirty="0">
                <a:latin typeface="+mn-lt"/>
              </a:rPr>
              <a:t>Afin de développer une bonne application frontend, la bibliothèque </a:t>
            </a:r>
            <a:r>
              <a:rPr lang="fr-FR" dirty="0" err="1">
                <a:latin typeface="+mn-lt"/>
              </a:rPr>
              <a:t>React</a:t>
            </a:r>
            <a:r>
              <a:rPr lang="fr-FR" dirty="0">
                <a:latin typeface="+mn-lt"/>
              </a:rPr>
              <a:t> propose différents concepts comme : </a:t>
            </a:r>
            <a:r>
              <a:rPr lang="fr-FR" b="1" dirty="0">
                <a:latin typeface="+mn-lt"/>
              </a:rPr>
              <a:t>le composant d’ordre supérieur, le contexte, les accessoires de rendu, les références</a:t>
            </a:r>
            <a:r>
              <a:rPr lang="fr-FR" dirty="0">
                <a:latin typeface="+mn-lt"/>
              </a:rPr>
              <a:t>, etc. </a:t>
            </a:r>
            <a:r>
              <a:rPr lang="fr-FR" b="1" dirty="0" err="1">
                <a:latin typeface="+mn-lt"/>
              </a:rPr>
              <a:t>React</a:t>
            </a:r>
            <a:r>
              <a:rPr lang="fr-FR" b="1" dirty="0">
                <a:latin typeface="+mn-lt"/>
              </a:rPr>
              <a:t> </a:t>
            </a:r>
            <a:r>
              <a:rPr lang="fr-FR" b="1" dirty="0" err="1">
                <a:latin typeface="+mn-lt"/>
              </a:rPr>
              <a:t>Hooks</a:t>
            </a:r>
            <a:r>
              <a:rPr lang="fr-FR" b="1" dirty="0">
                <a:latin typeface="+mn-lt"/>
              </a:rPr>
              <a:t> </a:t>
            </a:r>
            <a:r>
              <a:rPr lang="fr-FR" dirty="0">
                <a:latin typeface="+mn-lt"/>
              </a:rPr>
              <a:t>est utilisé pour faire gérer de grands projets.</a:t>
            </a: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7" name="Textbox 15">
            <a:extLst>
              <a:ext uri="{FF2B5EF4-FFF2-40B4-BE49-F238E27FC236}">
                <a16:creationId xmlns:a16="http://schemas.microsoft.com/office/drawing/2014/main" id="{4F96CB2B-4CA3-F1AB-6E8C-F392D9B9A94F}"/>
              </a:ext>
            </a:extLst>
          </p:cNvPr>
          <p:cNvSpPr txBox="1"/>
          <p:nvPr/>
        </p:nvSpPr>
        <p:spPr>
          <a:xfrm>
            <a:off x="4294600" y="1277955"/>
            <a:ext cx="4410710" cy="4682170"/>
          </a:xfrm>
          <a:prstGeom prst="rect">
            <a:avLst/>
          </a:prstGeom>
          <a:solidFill>
            <a:srgbClr val="E7E6E6"/>
          </a:solidFill>
        </p:spPr>
        <p:txBody>
          <a:bodyPr wrap="square" lIns="0" tIns="0" rIns="0" bIns="0" rtlCol="0">
            <a:noAutofit/>
          </a:bodyPr>
          <a:lstStyle/>
          <a:p>
            <a:pPr marL="32385" algn="ctr">
              <a:spcBef>
                <a:spcPts val="1380"/>
              </a:spcBef>
              <a:spcAft>
                <a:spcPts val="0"/>
              </a:spcAft>
            </a:pPr>
            <a:r>
              <a:rPr lang="fr-FR" sz="1400" b="1">
                <a:solidFill>
                  <a:srgbClr val="000000"/>
                </a:solidFill>
                <a:effectLst/>
                <a:latin typeface="Calibri" panose="020F0502020204030204" pitchFamily="34" charset="0"/>
                <a:ea typeface="Calibri" panose="020F0502020204030204" pitchFamily="34" charset="0"/>
              </a:rPr>
              <a:t>Composant</a:t>
            </a:r>
            <a:r>
              <a:rPr lang="fr-FR" sz="1400" b="1" spc="-25">
                <a:solidFill>
                  <a:srgbClr val="000000"/>
                </a:solidFill>
                <a:effectLst/>
                <a:latin typeface="Calibri" panose="020F0502020204030204" pitchFamily="34" charset="0"/>
                <a:ea typeface="Calibri" panose="020F0502020204030204" pitchFamily="34" charset="0"/>
              </a:rPr>
              <a:t> </a:t>
            </a:r>
            <a:r>
              <a:rPr lang="fr-FR" sz="1400" b="1">
                <a:solidFill>
                  <a:srgbClr val="000000"/>
                </a:solidFill>
                <a:effectLst/>
                <a:latin typeface="Calibri" panose="020F0502020204030204" pitchFamily="34" charset="0"/>
                <a:ea typeface="Calibri" panose="020F0502020204030204" pitchFamily="34" charset="0"/>
              </a:rPr>
              <a:t>de</a:t>
            </a:r>
            <a:r>
              <a:rPr lang="fr-FR" sz="1400" b="1" spc="-10">
                <a:solidFill>
                  <a:srgbClr val="000000"/>
                </a:solidFill>
                <a:effectLst/>
                <a:latin typeface="Calibri" panose="020F0502020204030204" pitchFamily="34" charset="0"/>
                <a:ea typeface="Calibri" panose="020F0502020204030204" pitchFamily="34" charset="0"/>
              </a:rPr>
              <a:t> </a:t>
            </a:r>
            <a:r>
              <a:rPr lang="fr-FR" sz="1400" b="1" spc="-20">
                <a:solidFill>
                  <a:srgbClr val="000000"/>
                </a:solidFill>
                <a:effectLst/>
                <a:latin typeface="Calibri" panose="020F0502020204030204" pitchFamily="34" charset="0"/>
                <a:ea typeface="Calibri" panose="020F0502020204030204" pitchFamily="34" charset="0"/>
              </a:rPr>
              <a:t>base</a:t>
            </a:r>
            <a:endParaRPr lang="fr-FR" sz="1100">
              <a:effectLst/>
              <a:latin typeface="Calibri" panose="020F0502020204030204" pitchFamily="34" charset="0"/>
              <a:ea typeface="Calibri" panose="020F0502020204030204" pitchFamily="34" charset="0"/>
            </a:endParaRPr>
          </a:p>
        </p:txBody>
      </p:sp>
      <p:sp>
        <p:nvSpPr>
          <p:cNvPr id="9" name="ZoneTexte 8">
            <a:extLst>
              <a:ext uri="{FF2B5EF4-FFF2-40B4-BE49-F238E27FC236}">
                <a16:creationId xmlns:a16="http://schemas.microsoft.com/office/drawing/2014/main" id="{310ABA1D-5100-4C32-3C7D-7D0FDA667D8F}"/>
              </a:ext>
            </a:extLst>
          </p:cNvPr>
          <p:cNvSpPr txBox="1"/>
          <p:nvPr/>
        </p:nvSpPr>
        <p:spPr>
          <a:xfrm>
            <a:off x="4294599" y="803090"/>
            <a:ext cx="4410710" cy="338554"/>
          </a:xfrm>
          <a:prstGeom prst="rect">
            <a:avLst/>
          </a:prstGeom>
          <a:noFill/>
          <a:ln>
            <a:solidFill>
              <a:schemeClr val="tx2">
                <a:lumMod val="75000"/>
              </a:schemeClr>
            </a:solidFill>
          </a:ln>
        </p:spPr>
        <p:txBody>
          <a:bodyPr wrap="square">
            <a:spAutoFit/>
          </a:bodyPr>
          <a:lstStyle/>
          <a:p>
            <a:pPr marL="630555" algn="ctr">
              <a:spcBef>
                <a:spcPts val="1655"/>
              </a:spcBef>
              <a:spcAft>
                <a:spcPts val="0"/>
              </a:spcAft>
            </a:pPr>
            <a:r>
              <a:rPr lang="fr-FR" sz="1600" b="1" kern="0" dirty="0">
                <a:effectLst/>
                <a:latin typeface="Calibri" panose="020F0502020204030204" pitchFamily="34" charset="0"/>
                <a:ea typeface="Calibri" panose="020F0502020204030204" pitchFamily="34" charset="0"/>
              </a:rPr>
              <a:t>Application</a:t>
            </a:r>
            <a:r>
              <a:rPr lang="fr-FR" sz="1600" b="1" kern="0" spc="-40" dirty="0">
                <a:effectLst/>
                <a:latin typeface="Calibri" panose="020F0502020204030204" pitchFamily="34" charset="0"/>
                <a:ea typeface="Calibri" panose="020F0502020204030204" pitchFamily="34" charset="0"/>
              </a:rPr>
              <a:t> </a:t>
            </a:r>
            <a:r>
              <a:rPr lang="fr-FR" sz="1600" b="1" kern="0" spc="-20" dirty="0" err="1">
                <a:effectLst/>
                <a:latin typeface="Calibri" panose="020F0502020204030204" pitchFamily="34" charset="0"/>
                <a:ea typeface="Calibri" panose="020F0502020204030204" pitchFamily="34" charset="0"/>
              </a:rPr>
              <a:t>React</a:t>
            </a:r>
            <a:endParaRPr lang="fr-FR" sz="1600" b="1" kern="0" dirty="0">
              <a:effectLst/>
              <a:latin typeface="Calibri" panose="020F0502020204030204" pitchFamily="34" charset="0"/>
              <a:ea typeface="Calibri" panose="020F0502020204030204" pitchFamily="34" charset="0"/>
            </a:endParaRPr>
          </a:p>
        </p:txBody>
      </p:sp>
      <p:sp>
        <p:nvSpPr>
          <p:cNvPr id="10" name="Textbox 24">
            <a:extLst>
              <a:ext uri="{FF2B5EF4-FFF2-40B4-BE49-F238E27FC236}">
                <a16:creationId xmlns:a16="http://schemas.microsoft.com/office/drawing/2014/main" id="{5EC4B29C-6064-E50D-4C4C-9ABFC4508F95}"/>
              </a:ext>
            </a:extLst>
          </p:cNvPr>
          <p:cNvSpPr txBox="1"/>
          <p:nvPr/>
        </p:nvSpPr>
        <p:spPr>
          <a:xfrm>
            <a:off x="4700688" y="1656478"/>
            <a:ext cx="1485900" cy="364490"/>
          </a:xfrm>
          <a:prstGeom prst="rect">
            <a:avLst/>
          </a:prstGeom>
          <a:solidFill>
            <a:srgbClr val="E7E6E6"/>
          </a:solidFill>
          <a:ln w="19811">
            <a:solidFill>
              <a:srgbClr val="7E7E7E"/>
            </a:solidFill>
            <a:prstDash val="solid"/>
          </a:ln>
        </p:spPr>
        <p:txBody>
          <a:bodyPr wrap="square" lIns="0" tIns="0" rIns="0" bIns="0" rtlCol="0">
            <a:noAutofit/>
          </a:bodyPr>
          <a:lstStyle/>
          <a:p>
            <a:pPr marL="92075">
              <a:spcBef>
                <a:spcPts val="575"/>
              </a:spcBef>
              <a:spcAft>
                <a:spcPts val="0"/>
              </a:spcAft>
            </a:pPr>
            <a:r>
              <a:rPr lang="fr-FR" sz="1200" b="1" dirty="0">
                <a:solidFill>
                  <a:srgbClr val="000000"/>
                </a:solidFill>
                <a:effectLst/>
                <a:latin typeface="Calibri" panose="020F0502020204030204" pitchFamily="34" charset="0"/>
                <a:ea typeface="Calibri" panose="020F0502020204030204" pitchFamily="34" charset="0"/>
              </a:rPr>
              <a:t>Composant</a:t>
            </a:r>
            <a:r>
              <a:rPr lang="fr-FR" sz="1200" b="1" spc="-10" dirty="0">
                <a:solidFill>
                  <a:srgbClr val="000000"/>
                </a:solidFill>
                <a:effectLst/>
                <a:latin typeface="Calibri" panose="020F0502020204030204" pitchFamily="34" charset="0"/>
                <a:ea typeface="Calibri" panose="020F0502020204030204" pitchFamily="34" charset="0"/>
              </a:rPr>
              <a:t> </a:t>
            </a:r>
            <a:r>
              <a:rPr lang="fr-FR" sz="1200" b="1" dirty="0" err="1">
                <a:solidFill>
                  <a:srgbClr val="000000"/>
                </a:solidFill>
                <a:effectLst/>
                <a:latin typeface="Calibri" panose="020F0502020204030204" pitchFamily="34" charset="0"/>
                <a:ea typeface="Calibri" panose="020F0502020204030204" pitchFamily="34" charset="0"/>
              </a:rPr>
              <a:t>React</a:t>
            </a:r>
            <a:r>
              <a:rPr lang="fr-FR" sz="1200" b="1" spc="-5" dirty="0">
                <a:solidFill>
                  <a:srgbClr val="000000"/>
                </a:solidFill>
                <a:effectLst/>
                <a:latin typeface="Calibri" panose="020F0502020204030204" pitchFamily="34" charset="0"/>
                <a:ea typeface="Calibri" panose="020F0502020204030204" pitchFamily="34" charset="0"/>
              </a:rPr>
              <a:t> </a:t>
            </a:r>
            <a:r>
              <a:rPr lang="fr-FR" sz="1200" b="1" spc="-25" dirty="0">
                <a:solidFill>
                  <a:srgbClr val="000000"/>
                </a:solidFill>
                <a:effectLst/>
                <a:latin typeface="Calibri" panose="020F0502020204030204" pitchFamily="34" charset="0"/>
                <a:ea typeface="Calibri" panose="020F0502020204030204" pitchFamily="34" charset="0"/>
              </a:rPr>
              <a:t>UI</a:t>
            </a:r>
            <a:endParaRPr lang="fr-FR" sz="1100" dirty="0">
              <a:effectLst/>
              <a:latin typeface="Calibri" panose="020F0502020204030204" pitchFamily="34" charset="0"/>
              <a:ea typeface="Calibri" panose="020F0502020204030204" pitchFamily="34" charset="0"/>
            </a:endParaRPr>
          </a:p>
        </p:txBody>
      </p:sp>
      <p:sp>
        <p:nvSpPr>
          <p:cNvPr id="11" name="Textbox 24">
            <a:extLst>
              <a:ext uri="{FF2B5EF4-FFF2-40B4-BE49-F238E27FC236}">
                <a16:creationId xmlns:a16="http://schemas.microsoft.com/office/drawing/2014/main" id="{AE490B69-808A-BC00-0AB7-7D5E03381810}"/>
              </a:ext>
            </a:extLst>
          </p:cNvPr>
          <p:cNvSpPr txBox="1"/>
          <p:nvPr/>
        </p:nvSpPr>
        <p:spPr>
          <a:xfrm>
            <a:off x="6847672" y="1638292"/>
            <a:ext cx="1485900" cy="364490"/>
          </a:xfrm>
          <a:prstGeom prst="rect">
            <a:avLst/>
          </a:prstGeom>
          <a:solidFill>
            <a:srgbClr val="E7E6E6"/>
          </a:solidFill>
          <a:ln w="19811">
            <a:solidFill>
              <a:srgbClr val="7E7E7E"/>
            </a:solidFill>
            <a:prstDash val="solid"/>
          </a:ln>
        </p:spPr>
        <p:txBody>
          <a:bodyPr wrap="square" lIns="0" tIns="0" rIns="0" bIns="0" rtlCol="0">
            <a:noAutofit/>
          </a:bodyPr>
          <a:lstStyle/>
          <a:p>
            <a:pPr marL="92075">
              <a:spcBef>
                <a:spcPts val="575"/>
              </a:spcBef>
              <a:spcAft>
                <a:spcPts val="0"/>
              </a:spcAft>
            </a:pPr>
            <a:r>
              <a:rPr lang="fr-FR" sz="1200" b="1">
                <a:solidFill>
                  <a:srgbClr val="000000"/>
                </a:solidFill>
                <a:effectLst/>
                <a:latin typeface="Calibri" panose="020F0502020204030204" pitchFamily="34" charset="0"/>
                <a:ea typeface="Calibri" panose="020F0502020204030204" pitchFamily="34" charset="0"/>
              </a:rPr>
              <a:t>Composant</a:t>
            </a:r>
            <a:r>
              <a:rPr lang="fr-FR" sz="1200" b="1" spc="-10">
                <a:solidFill>
                  <a:srgbClr val="000000"/>
                </a:solidFill>
                <a:effectLst/>
                <a:latin typeface="Calibri" panose="020F0502020204030204" pitchFamily="34" charset="0"/>
                <a:ea typeface="Calibri" panose="020F0502020204030204" pitchFamily="34" charset="0"/>
              </a:rPr>
              <a:t> </a:t>
            </a:r>
            <a:r>
              <a:rPr lang="fr-FR" sz="1200" b="1">
                <a:solidFill>
                  <a:srgbClr val="000000"/>
                </a:solidFill>
                <a:effectLst/>
                <a:latin typeface="Calibri" panose="020F0502020204030204" pitchFamily="34" charset="0"/>
                <a:ea typeface="Calibri" panose="020F0502020204030204" pitchFamily="34" charset="0"/>
              </a:rPr>
              <a:t>React</a:t>
            </a:r>
            <a:r>
              <a:rPr lang="fr-FR" sz="1200" b="1" spc="-5">
                <a:solidFill>
                  <a:srgbClr val="000000"/>
                </a:solidFill>
                <a:effectLst/>
                <a:latin typeface="Calibri" panose="020F0502020204030204" pitchFamily="34" charset="0"/>
                <a:ea typeface="Calibri" panose="020F0502020204030204" pitchFamily="34" charset="0"/>
              </a:rPr>
              <a:t> </a:t>
            </a:r>
            <a:r>
              <a:rPr lang="fr-FR" sz="1200" b="1" spc="-25">
                <a:solidFill>
                  <a:srgbClr val="000000"/>
                </a:solidFill>
                <a:effectLst/>
                <a:latin typeface="Calibri" panose="020F0502020204030204" pitchFamily="34" charset="0"/>
                <a:ea typeface="Calibri" panose="020F0502020204030204" pitchFamily="34" charset="0"/>
              </a:rPr>
              <a:t>UI</a:t>
            </a:r>
            <a:endParaRPr lang="fr-FR" sz="1100">
              <a:effectLst/>
              <a:latin typeface="Calibri" panose="020F0502020204030204" pitchFamily="34" charset="0"/>
              <a:ea typeface="Calibri" panose="020F0502020204030204" pitchFamily="34" charset="0"/>
            </a:endParaRPr>
          </a:p>
        </p:txBody>
      </p:sp>
      <p:sp>
        <p:nvSpPr>
          <p:cNvPr id="12" name="Textbox 24">
            <a:extLst>
              <a:ext uri="{FF2B5EF4-FFF2-40B4-BE49-F238E27FC236}">
                <a16:creationId xmlns:a16="http://schemas.microsoft.com/office/drawing/2014/main" id="{C3E13C80-6C81-3EF7-9E42-26275B66AC14}"/>
              </a:ext>
            </a:extLst>
          </p:cNvPr>
          <p:cNvSpPr txBox="1"/>
          <p:nvPr/>
        </p:nvSpPr>
        <p:spPr>
          <a:xfrm>
            <a:off x="4698850" y="2128369"/>
            <a:ext cx="1485900" cy="364490"/>
          </a:xfrm>
          <a:prstGeom prst="rect">
            <a:avLst/>
          </a:prstGeom>
          <a:solidFill>
            <a:srgbClr val="E7E6E6"/>
          </a:solidFill>
          <a:ln w="19811">
            <a:solidFill>
              <a:srgbClr val="7E7E7E"/>
            </a:solidFill>
            <a:prstDash val="solid"/>
          </a:ln>
        </p:spPr>
        <p:txBody>
          <a:bodyPr wrap="square" lIns="0" tIns="0" rIns="0" bIns="0" rtlCol="0">
            <a:noAutofit/>
          </a:bodyPr>
          <a:lstStyle/>
          <a:p>
            <a:pPr marL="92075">
              <a:spcBef>
                <a:spcPts val="575"/>
              </a:spcBef>
              <a:spcAft>
                <a:spcPts val="0"/>
              </a:spcAft>
            </a:pPr>
            <a:r>
              <a:rPr lang="fr-FR" sz="1200" b="1" dirty="0">
                <a:solidFill>
                  <a:srgbClr val="000000"/>
                </a:solidFill>
                <a:effectLst/>
                <a:latin typeface="Calibri" panose="020F0502020204030204" pitchFamily="34" charset="0"/>
                <a:ea typeface="Calibri" panose="020F0502020204030204" pitchFamily="34" charset="0"/>
              </a:rPr>
              <a:t>Composant</a:t>
            </a:r>
            <a:r>
              <a:rPr lang="fr-FR" sz="1200" b="1" spc="-10" dirty="0">
                <a:solidFill>
                  <a:srgbClr val="000000"/>
                </a:solidFill>
                <a:effectLst/>
                <a:latin typeface="Calibri" panose="020F0502020204030204" pitchFamily="34" charset="0"/>
                <a:ea typeface="Calibri" panose="020F0502020204030204" pitchFamily="34" charset="0"/>
              </a:rPr>
              <a:t> </a:t>
            </a:r>
            <a:r>
              <a:rPr lang="fr-FR" sz="1200" b="1" dirty="0" err="1">
                <a:solidFill>
                  <a:srgbClr val="000000"/>
                </a:solidFill>
                <a:effectLst/>
                <a:latin typeface="Calibri" panose="020F0502020204030204" pitchFamily="34" charset="0"/>
                <a:ea typeface="Calibri" panose="020F0502020204030204" pitchFamily="34" charset="0"/>
              </a:rPr>
              <a:t>React</a:t>
            </a:r>
            <a:r>
              <a:rPr lang="fr-FR" sz="1200" b="1" spc="-5" dirty="0">
                <a:solidFill>
                  <a:srgbClr val="000000"/>
                </a:solidFill>
                <a:effectLst/>
                <a:latin typeface="Calibri" panose="020F0502020204030204" pitchFamily="34" charset="0"/>
                <a:ea typeface="Calibri" panose="020F0502020204030204" pitchFamily="34" charset="0"/>
              </a:rPr>
              <a:t> </a:t>
            </a:r>
            <a:r>
              <a:rPr lang="fr-FR" sz="1200" b="1" spc="-25" dirty="0">
                <a:solidFill>
                  <a:srgbClr val="000000"/>
                </a:solidFill>
                <a:effectLst/>
                <a:latin typeface="Calibri" panose="020F0502020204030204" pitchFamily="34" charset="0"/>
                <a:ea typeface="Calibri" panose="020F0502020204030204" pitchFamily="34" charset="0"/>
              </a:rPr>
              <a:t>UI</a:t>
            </a:r>
            <a:endParaRPr lang="fr-FR" sz="1100" dirty="0">
              <a:effectLst/>
              <a:latin typeface="Calibri" panose="020F0502020204030204" pitchFamily="34" charset="0"/>
              <a:ea typeface="Calibri" panose="020F0502020204030204" pitchFamily="34" charset="0"/>
            </a:endParaRPr>
          </a:p>
        </p:txBody>
      </p:sp>
      <p:sp>
        <p:nvSpPr>
          <p:cNvPr id="13" name="Textbox 24">
            <a:extLst>
              <a:ext uri="{FF2B5EF4-FFF2-40B4-BE49-F238E27FC236}">
                <a16:creationId xmlns:a16="http://schemas.microsoft.com/office/drawing/2014/main" id="{98EE4B9A-B522-45BA-27C3-57E63DAE088F}"/>
              </a:ext>
            </a:extLst>
          </p:cNvPr>
          <p:cNvSpPr txBox="1"/>
          <p:nvPr/>
        </p:nvSpPr>
        <p:spPr>
          <a:xfrm>
            <a:off x="6845834" y="2110183"/>
            <a:ext cx="1485900" cy="364490"/>
          </a:xfrm>
          <a:prstGeom prst="rect">
            <a:avLst/>
          </a:prstGeom>
          <a:solidFill>
            <a:srgbClr val="E7E6E6"/>
          </a:solidFill>
          <a:ln w="19811">
            <a:solidFill>
              <a:srgbClr val="7E7E7E"/>
            </a:solidFill>
            <a:prstDash val="solid"/>
          </a:ln>
        </p:spPr>
        <p:txBody>
          <a:bodyPr wrap="square" lIns="0" tIns="0" rIns="0" bIns="0" rtlCol="0">
            <a:noAutofit/>
          </a:bodyPr>
          <a:lstStyle/>
          <a:p>
            <a:pPr marL="92075">
              <a:spcBef>
                <a:spcPts val="575"/>
              </a:spcBef>
              <a:spcAft>
                <a:spcPts val="0"/>
              </a:spcAft>
            </a:pPr>
            <a:r>
              <a:rPr lang="fr-FR" sz="1200" b="1">
                <a:solidFill>
                  <a:srgbClr val="000000"/>
                </a:solidFill>
                <a:effectLst/>
                <a:latin typeface="Calibri" panose="020F0502020204030204" pitchFamily="34" charset="0"/>
                <a:ea typeface="Calibri" panose="020F0502020204030204" pitchFamily="34" charset="0"/>
              </a:rPr>
              <a:t>Composant</a:t>
            </a:r>
            <a:r>
              <a:rPr lang="fr-FR" sz="1200" b="1" spc="-10">
                <a:solidFill>
                  <a:srgbClr val="000000"/>
                </a:solidFill>
                <a:effectLst/>
                <a:latin typeface="Calibri" panose="020F0502020204030204" pitchFamily="34" charset="0"/>
                <a:ea typeface="Calibri" panose="020F0502020204030204" pitchFamily="34" charset="0"/>
              </a:rPr>
              <a:t> </a:t>
            </a:r>
            <a:r>
              <a:rPr lang="fr-FR" sz="1200" b="1">
                <a:solidFill>
                  <a:srgbClr val="000000"/>
                </a:solidFill>
                <a:effectLst/>
                <a:latin typeface="Calibri" panose="020F0502020204030204" pitchFamily="34" charset="0"/>
                <a:ea typeface="Calibri" panose="020F0502020204030204" pitchFamily="34" charset="0"/>
              </a:rPr>
              <a:t>React</a:t>
            </a:r>
            <a:r>
              <a:rPr lang="fr-FR" sz="1200" b="1" spc="-5">
                <a:solidFill>
                  <a:srgbClr val="000000"/>
                </a:solidFill>
                <a:effectLst/>
                <a:latin typeface="Calibri" panose="020F0502020204030204" pitchFamily="34" charset="0"/>
                <a:ea typeface="Calibri" panose="020F0502020204030204" pitchFamily="34" charset="0"/>
              </a:rPr>
              <a:t> </a:t>
            </a:r>
            <a:r>
              <a:rPr lang="fr-FR" sz="1200" b="1" spc="-25">
                <a:solidFill>
                  <a:srgbClr val="000000"/>
                </a:solidFill>
                <a:effectLst/>
                <a:latin typeface="Calibri" panose="020F0502020204030204" pitchFamily="34" charset="0"/>
                <a:ea typeface="Calibri" panose="020F0502020204030204" pitchFamily="34" charset="0"/>
              </a:rPr>
              <a:t>UI</a:t>
            </a:r>
            <a:endParaRPr lang="fr-FR" sz="1100">
              <a:effectLst/>
              <a:latin typeface="Calibri" panose="020F0502020204030204" pitchFamily="34" charset="0"/>
              <a:ea typeface="Calibri" panose="020F0502020204030204" pitchFamily="34" charset="0"/>
            </a:endParaRPr>
          </a:p>
        </p:txBody>
      </p:sp>
      <p:sp>
        <p:nvSpPr>
          <p:cNvPr id="14" name="Textbox 16">
            <a:extLst>
              <a:ext uri="{FF2B5EF4-FFF2-40B4-BE49-F238E27FC236}">
                <a16:creationId xmlns:a16="http://schemas.microsoft.com/office/drawing/2014/main" id="{563CA7FF-7A71-261A-64A4-8D6BD99978F8}"/>
              </a:ext>
            </a:extLst>
          </p:cNvPr>
          <p:cNvSpPr txBox="1"/>
          <p:nvPr/>
        </p:nvSpPr>
        <p:spPr>
          <a:xfrm>
            <a:off x="4579914" y="2640826"/>
            <a:ext cx="3931920" cy="3154045"/>
          </a:xfrm>
          <a:prstGeom prst="rect">
            <a:avLst/>
          </a:prstGeom>
          <a:solidFill>
            <a:srgbClr val="DAE2F3"/>
          </a:solidFill>
          <a:ln w="12192">
            <a:solidFill>
              <a:srgbClr val="B4C6E7"/>
            </a:solidFill>
            <a:prstDash val="solid"/>
          </a:ln>
        </p:spPr>
        <p:txBody>
          <a:bodyPr wrap="square" lIns="0" tIns="0" rIns="0" bIns="0" rtlCol="0">
            <a:noAutofit/>
          </a:bodyPr>
          <a:lstStyle/>
          <a:p>
            <a:pPr marR="130810" algn="ctr">
              <a:spcBef>
                <a:spcPts val="795"/>
              </a:spcBef>
              <a:spcAft>
                <a:spcPts val="0"/>
              </a:spcAft>
            </a:pPr>
            <a:r>
              <a:rPr lang="fr-FR" sz="1400" b="1" dirty="0">
                <a:solidFill>
                  <a:srgbClr val="000000"/>
                </a:solidFill>
                <a:effectLst/>
                <a:latin typeface="Calibri" panose="020F0502020204030204" pitchFamily="34" charset="0"/>
                <a:ea typeface="Calibri" panose="020F0502020204030204" pitchFamily="34" charset="0"/>
              </a:rPr>
              <a:t>Composant</a:t>
            </a:r>
            <a:r>
              <a:rPr lang="fr-FR" sz="1400" b="1" spc="-20" dirty="0">
                <a:solidFill>
                  <a:srgbClr val="000000"/>
                </a:solidFill>
                <a:effectLst/>
                <a:latin typeface="Calibri" panose="020F0502020204030204" pitchFamily="34" charset="0"/>
                <a:ea typeface="Calibri" panose="020F0502020204030204" pitchFamily="34" charset="0"/>
              </a:rPr>
              <a:t> </a:t>
            </a:r>
            <a:r>
              <a:rPr lang="fr-FR" sz="1400" b="1" dirty="0" err="1">
                <a:solidFill>
                  <a:srgbClr val="000000"/>
                </a:solidFill>
                <a:effectLst/>
                <a:latin typeface="Calibri" panose="020F0502020204030204" pitchFamily="34" charset="0"/>
                <a:ea typeface="Calibri" panose="020F0502020204030204" pitchFamily="34" charset="0"/>
              </a:rPr>
              <a:t>React</a:t>
            </a:r>
            <a:r>
              <a:rPr lang="fr-FR" sz="1400" b="1" spc="-20" dirty="0">
                <a:solidFill>
                  <a:srgbClr val="000000"/>
                </a:solidFill>
                <a:effectLst/>
                <a:latin typeface="Calibri" panose="020F0502020204030204" pitchFamily="34" charset="0"/>
                <a:ea typeface="Calibri" panose="020F0502020204030204" pitchFamily="34" charset="0"/>
              </a:rPr>
              <a:t> </a:t>
            </a:r>
            <a:r>
              <a:rPr lang="fr-FR" sz="1400" b="1" dirty="0">
                <a:solidFill>
                  <a:srgbClr val="000000"/>
                </a:solidFill>
                <a:effectLst/>
                <a:latin typeface="Calibri" panose="020F0502020204030204" pitchFamily="34" charset="0"/>
                <a:ea typeface="Calibri" panose="020F0502020204030204" pitchFamily="34" charset="0"/>
              </a:rPr>
              <a:t>de</a:t>
            </a:r>
            <a:r>
              <a:rPr lang="fr-FR" sz="1400" b="1" spc="-35" dirty="0">
                <a:solidFill>
                  <a:srgbClr val="000000"/>
                </a:solidFill>
                <a:effectLst/>
                <a:latin typeface="Calibri" panose="020F0502020204030204" pitchFamily="34" charset="0"/>
                <a:ea typeface="Calibri" panose="020F0502020204030204" pitchFamily="34" charset="0"/>
              </a:rPr>
              <a:t> </a:t>
            </a:r>
            <a:r>
              <a:rPr lang="fr-FR" sz="1400" b="1" dirty="0">
                <a:solidFill>
                  <a:srgbClr val="000000"/>
                </a:solidFill>
                <a:effectLst/>
                <a:latin typeface="Calibri" panose="020F0502020204030204" pitchFamily="34" charset="0"/>
                <a:ea typeface="Calibri" panose="020F0502020204030204" pitchFamily="34" charset="0"/>
              </a:rPr>
              <a:t>troisième</a:t>
            </a:r>
            <a:r>
              <a:rPr lang="fr-FR" sz="1400" b="1" spc="-15" dirty="0">
                <a:solidFill>
                  <a:srgbClr val="000000"/>
                </a:solidFill>
                <a:effectLst/>
                <a:latin typeface="Calibri" panose="020F0502020204030204" pitchFamily="34" charset="0"/>
                <a:ea typeface="Calibri" panose="020F0502020204030204" pitchFamily="34" charset="0"/>
              </a:rPr>
              <a:t> </a:t>
            </a:r>
            <a:r>
              <a:rPr lang="fr-FR" sz="1400" b="1" spc="-10" dirty="0">
                <a:solidFill>
                  <a:srgbClr val="000000"/>
                </a:solidFill>
                <a:effectLst/>
                <a:latin typeface="Calibri" panose="020F0502020204030204" pitchFamily="34" charset="0"/>
                <a:ea typeface="Calibri" panose="020F0502020204030204" pitchFamily="34" charset="0"/>
              </a:rPr>
              <a:t>niveau</a:t>
            </a:r>
            <a:endParaRPr lang="fr-FR" sz="1100" dirty="0">
              <a:effectLst/>
              <a:latin typeface="Calibri" panose="020F0502020204030204" pitchFamily="34" charset="0"/>
              <a:ea typeface="Calibri" panose="020F0502020204030204" pitchFamily="34" charset="0"/>
            </a:endParaRPr>
          </a:p>
        </p:txBody>
      </p:sp>
      <p:sp>
        <p:nvSpPr>
          <p:cNvPr id="15" name="Textbox 20">
            <a:extLst>
              <a:ext uri="{FF2B5EF4-FFF2-40B4-BE49-F238E27FC236}">
                <a16:creationId xmlns:a16="http://schemas.microsoft.com/office/drawing/2014/main" id="{290FB1D5-FF5E-DFB7-612F-0431128DA8B7}"/>
              </a:ext>
            </a:extLst>
          </p:cNvPr>
          <p:cNvSpPr txBox="1"/>
          <p:nvPr/>
        </p:nvSpPr>
        <p:spPr>
          <a:xfrm>
            <a:off x="4695810" y="2931973"/>
            <a:ext cx="3644265" cy="591820"/>
          </a:xfrm>
          <a:prstGeom prst="rect">
            <a:avLst/>
          </a:prstGeom>
          <a:solidFill>
            <a:srgbClr val="5B9BD4"/>
          </a:solidFill>
          <a:ln w="12192">
            <a:solidFill>
              <a:srgbClr val="41709C"/>
            </a:solidFill>
            <a:prstDash val="solid"/>
          </a:ln>
        </p:spPr>
        <p:txBody>
          <a:bodyPr wrap="square" lIns="0" tIns="0" rIns="0" bIns="0" rtlCol="0">
            <a:noAutofit/>
          </a:bodyPr>
          <a:lstStyle/>
          <a:p>
            <a:pPr marL="65405">
              <a:spcBef>
                <a:spcPts val="385"/>
              </a:spcBef>
              <a:spcAft>
                <a:spcPts val="0"/>
              </a:spcAft>
            </a:pPr>
            <a:r>
              <a:rPr lang="fr-FR" sz="1400" b="1">
                <a:solidFill>
                  <a:srgbClr val="000000"/>
                </a:solidFill>
                <a:effectLst/>
                <a:latin typeface="Calibri" panose="020F0502020204030204" pitchFamily="34" charset="0"/>
                <a:ea typeface="Calibri" panose="020F0502020204030204" pitchFamily="34" charset="0"/>
              </a:rPr>
              <a:t>Gestion</a:t>
            </a:r>
            <a:r>
              <a:rPr lang="fr-FR" sz="1400" b="1" spc="-10">
                <a:solidFill>
                  <a:srgbClr val="000000"/>
                </a:solidFill>
                <a:effectLst/>
                <a:latin typeface="Calibri" panose="020F0502020204030204" pitchFamily="34" charset="0"/>
                <a:ea typeface="Calibri" panose="020F0502020204030204" pitchFamily="34" charset="0"/>
              </a:rPr>
              <a:t> </a:t>
            </a:r>
            <a:r>
              <a:rPr lang="fr-FR" sz="1400" b="1">
                <a:solidFill>
                  <a:srgbClr val="000000"/>
                </a:solidFill>
                <a:effectLst/>
                <a:latin typeface="Calibri" panose="020F0502020204030204" pitchFamily="34" charset="0"/>
                <a:ea typeface="Calibri" panose="020F0502020204030204" pitchFamily="34" charset="0"/>
              </a:rPr>
              <a:t>des</a:t>
            </a:r>
            <a:r>
              <a:rPr lang="fr-FR" sz="1400" b="1" spc="-10">
                <a:solidFill>
                  <a:srgbClr val="000000"/>
                </a:solidFill>
                <a:effectLst/>
                <a:latin typeface="Calibri" panose="020F0502020204030204" pitchFamily="34" charset="0"/>
                <a:ea typeface="Calibri" panose="020F0502020204030204" pitchFamily="34" charset="0"/>
              </a:rPr>
              <a:t> routes</a:t>
            </a:r>
            <a:endParaRPr lang="fr-FR" sz="1100">
              <a:effectLst/>
              <a:latin typeface="Calibri" panose="020F0502020204030204" pitchFamily="34" charset="0"/>
              <a:ea typeface="Calibri" panose="020F0502020204030204" pitchFamily="34" charset="0"/>
            </a:endParaRPr>
          </a:p>
          <a:p>
            <a:pPr marL="65405">
              <a:spcBef>
                <a:spcPts val="90"/>
              </a:spcBef>
              <a:spcAft>
                <a:spcPts val="0"/>
              </a:spcAft>
            </a:pPr>
            <a:r>
              <a:rPr lang="fr-FR" sz="1200">
                <a:solidFill>
                  <a:srgbClr val="000000"/>
                </a:solidFill>
                <a:effectLst/>
                <a:latin typeface="Calibri" panose="020F0502020204030204" pitchFamily="34" charset="0"/>
                <a:ea typeface="Calibri" panose="020F0502020204030204" pitchFamily="34" charset="0"/>
              </a:rPr>
              <a:t>(React</a:t>
            </a:r>
            <a:r>
              <a:rPr lang="fr-FR" sz="1200" spc="5">
                <a:solidFill>
                  <a:srgbClr val="000000"/>
                </a:solidFill>
                <a:effectLst/>
                <a:latin typeface="Calibri" panose="020F0502020204030204" pitchFamily="34" charset="0"/>
                <a:ea typeface="Calibri" panose="020F0502020204030204" pitchFamily="34" charset="0"/>
              </a:rPr>
              <a:t> </a:t>
            </a:r>
            <a:r>
              <a:rPr lang="fr-FR" sz="1200" spc="-10">
                <a:solidFill>
                  <a:srgbClr val="000000"/>
                </a:solidFill>
                <a:effectLst/>
                <a:latin typeface="Calibri" panose="020F0502020204030204" pitchFamily="34" charset="0"/>
                <a:ea typeface="Calibri" panose="020F0502020204030204" pitchFamily="34" charset="0"/>
              </a:rPr>
              <a:t>Router)</a:t>
            </a:r>
            <a:endParaRPr lang="fr-FR" sz="1100">
              <a:effectLst/>
              <a:latin typeface="Calibri" panose="020F0502020204030204" pitchFamily="34" charset="0"/>
              <a:ea typeface="Calibri" panose="020F0502020204030204" pitchFamily="34" charset="0"/>
            </a:endParaRPr>
          </a:p>
        </p:txBody>
      </p:sp>
      <p:sp>
        <p:nvSpPr>
          <p:cNvPr id="16" name="Textbox 19">
            <a:extLst>
              <a:ext uri="{FF2B5EF4-FFF2-40B4-BE49-F238E27FC236}">
                <a16:creationId xmlns:a16="http://schemas.microsoft.com/office/drawing/2014/main" id="{70EB7DFE-E52D-A5AC-D465-B58B72643DC9}"/>
              </a:ext>
            </a:extLst>
          </p:cNvPr>
          <p:cNvSpPr txBox="1"/>
          <p:nvPr/>
        </p:nvSpPr>
        <p:spPr>
          <a:xfrm>
            <a:off x="4677822" y="3639870"/>
            <a:ext cx="3644265" cy="591820"/>
          </a:xfrm>
          <a:prstGeom prst="rect">
            <a:avLst/>
          </a:prstGeom>
          <a:solidFill>
            <a:srgbClr val="5B9BD4"/>
          </a:solidFill>
          <a:ln w="12192">
            <a:solidFill>
              <a:srgbClr val="41709C"/>
            </a:solidFill>
            <a:prstDash val="solid"/>
          </a:ln>
        </p:spPr>
        <p:txBody>
          <a:bodyPr wrap="square" lIns="0" tIns="0" rIns="0" bIns="0" rtlCol="0">
            <a:noAutofit/>
          </a:bodyPr>
          <a:lstStyle/>
          <a:p>
            <a:pPr marL="89535">
              <a:spcBef>
                <a:spcPts val="425"/>
              </a:spcBef>
              <a:spcAft>
                <a:spcPts val="0"/>
              </a:spcAft>
            </a:pPr>
            <a:r>
              <a:rPr lang="en-US" sz="1400" b="1">
                <a:solidFill>
                  <a:srgbClr val="000000"/>
                </a:solidFill>
                <a:effectLst/>
                <a:latin typeface="Calibri" panose="020F0502020204030204" pitchFamily="34" charset="0"/>
                <a:ea typeface="Calibri" panose="020F0502020204030204" pitchFamily="34" charset="0"/>
              </a:rPr>
              <a:t>Animation</a:t>
            </a:r>
            <a:r>
              <a:rPr lang="en-US" sz="1400" b="1" spc="-15">
                <a:solidFill>
                  <a:srgbClr val="000000"/>
                </a:solidFill>
                <a:effectLst/>
                <a:latin typeface="Calibri" panose="020F0502020204030204" pitchFamily="34" charset="0"/>
                <a:ea typeface="Calibri" panose="020F0502020204030204" pitchFamily="34" charset="0"/>
              </a:rPr>
              <a:t> </a:t>
            </a:r>
            <a:r>
              <a:rPr lang="en-US" sz="1400" b="1" spc="-10">
                <a:solidFill>
                  <a:srgbClr val="000000"/>
                </a:solidFill>
                <a:effectLst/>
                <a:latin typeface="Calibri" panose="020F0502020204030204" pitchFamily="34" charset="0"/>
                <a:ea typeface="Calibri" panose="020F0502020204030204" pitchFamily="34" charset="0"/>
              </a:rPr>
              <a:t>React</a:t>
            </a:r>
            <a:endParaRPr lang="fr-FR" sz="1100">
              <a:effectLst/>
              <a:latin typeface="Calibri" panose="020F0502020204030204" pitchFamily="34" charset="0"/>
              <a:ea typeface="Calibri" panose="020F0502020204030204" pitchFamily="34" charset="0"/>
            </a:endParaRPr>
          </a:p>
          <a:p>
            <a:pPr marL="89535">
              <a:spcBef>
                <a:spcPts val="90"/>
              </a:spcBef>
              <a:spcAft>
                <a:spcPts val="0"/>
              </a:spcAft>
            </a:pPr>
            <a:r>
              <a:rPr lang="en-US" sz="1200">
                <a:solidFill>
                  <a:srgbClr val="000000"/>
                </a:solidFill>
                <a:effectLst/>
                <a:latin typeface="Calibri" panose="020F0502020204030204" pitchFamily="34" charset="0"/>
                <a:ea typeface="Calibri" panose="020F0502020204030204" pitchFamily="34" charset="0"/>
              </a:rPr>
              <a:t>(React-transition-group,</a:t>
            </a:r>
            <a:r>
              <a:rPr lang="en-US" sz="1200" spc="-55">
                <a:solidFill>
                  <a:srgbClr val="000000"/>
                </a:solidFill>
                <a:effectLst/>
                <a:latin typeface="Calibri" panose="020F0502020204030204" pitchFamily="34" charset="0"/>
                <a:ea typeface="Calibri" panose="020F0502020204030204" pitchFamily="34" charset="0"/>
              </a:rPr>
              <a:t> </a:t>
            </a:r>
            <a:r>
              <a:rPr lang="en-US" sz="1200">
                <a:solidFill>
                  <a:srgbClr val="000000"/>
                </a:solidFill>
                <a:effectLst/>
                <a:latin typeface="Calibri" panose="020F0502020204030204" pitchFamily="34" charset="0"/>
                <a:ea typeface="Calibri" panose="020F0502020204030204" pitchFamily="34" charset="0"/>
              </a:rPr>
              <a:t>react-animations,</a:t>
            </a:r>
            <a:r>
              <a:rPr lang="en-US" sz="1200" spc="-40">
                <a:solidFill>
                  <a:srgbClr val="000000"/>
                </a:solidFill>
                <a:effectLst/>
                <a:latin typeface="Calibri" panose="020F0502020204030204" pitchFamily="34" charset="0"/>
                <a:ea typeface="Calibri" panose="020F0502020204030204" pitchFamily="34" charset="0"/>
              </a:rPr>
              <a:t> </a:t>
            </a:r>
            <a:r>
              <a:rPr lang="en-US" sz="1200" spc="-10">
                <a:solidFill>
                  <a:srgbClr val="000000"/>
                </a:solidFill>
                <a:effectLst/>
                <a:latin typeface="Calibri" panose="020F0502020204030204" pitchFamily="34" charset="0"/>
                <a:ea typeface="Calibri" panose="020F0502020204030204" pitchFamily="34" charset="0"/>
              </a:rPr>
              <a:t>ect…)</a:t>
            </a:r>
            <a:endParaRPr lang="fr-FR" sz="1100">
              <a:effectLst/>
              <a:latin typeface="Calibri" panose="020F0502020204030204" pitchFamily="34" charset="0"/>
              <a:ea typeface="Calibri" panose="020F0502020204030204" pitchFamily="34" charset="0"/>
            </a:endParaRPr>
          </a:p>
        </p:txBody>
      </p:sp>
      <p:sp>
        <p:nvSpPr>
          <p:cNvPr id="18" name="Textbox 18">
            <a:extLst>
              <a:ext uri="{FF2B5EF4-FFF2-40B4-BE49-F238E27FC236}">
                <a16:creationId xmlns:a16="http://schemas.microsoft.com/office/drawing/2014/main" id="{7E352D55-FF57-EF68-B1F5-18FA396D7BA0}"/>
              </a:ext>
            </a:extLst>
          </p:cNvPr>
          <p:cNvSpPr txBox="1"/>
          <p:nvPr/>
        </p:nvSpPr>
        <p:spPr>
          <a:xfrm>
            <a:off x="4677822" y="4355969"/>
            <a:ext cx="3644265" cy="591820"/>
          </a:xfrm>
          <a:prstGeom prst="rect">
            <a:avLst/>
          </a:prstGeom>
          <a:solidFill>
            <a:srgbClr val="5B9BD4"/>
          </a:solidFill>
          <a:ln w="12192">
            <a:solidFill>
              <a:srgbClr val="41709C"/>
            </a:solidFill>
            <a:prstDash val="solid"/>
          </a:ln>
        </p:spPr>
        <p:txBody>
          <a:bodyPr wrap="square" lIns="0" tIns="0" rIns="0" bIns="0" rtlCol="0">
            <a:noAutofit/>
          </a:bodyPr>
          <a:lstStyle/>
          <a:p>
            <a:pPr marL="71755">
              <a:spcBef>
                <a:spcPts val="460"/>
              </a:spcBef>
              <a:spcAft>
                <a:spcPts val="0"/>
              </a:spcAft>
            </a:pPr>
            <a:r>
              <a:rPr lang="fr-FR" sz="1400" b="1">
                <a:solidFill>
                  <a:srgbClr val="000000"/>
                </a:solidFill>
                <a:effectLst/>
                <a:latin typeface="Calibri" panose="020F0502020204030204" pitchFamily="34" charset="0"/>
                <a:ea typeface="Calibri" panose="020F0502020204030204" pitchFamily="34" charset="0"/>
              </a:rPr>
              <a:t>Gestion</a:t>
            </a:r>
            <a:r>
              <a:rPr lang="fr-FR" sz="1400" b="1" spc="-5">
                <a:solidFill>
                  <a:srgbClr val="000000"/>
                </a:solidFill>
                <a:effectLst/>
                <a:latin typeface="Calibri" panose="020F0502020204030204" pitchFamily="34" charset="0"/>
                <a:ea typeface="Calibri" panose="020F0502020204030204" pitchFamily="34" charset="0"/>
              </a:rPr>
              <a:t> </a:t>
            </a:r>
            <a:r>
              <a:rPr lang="fr-FR" sz="1400" b="1">
                <a:solidFill>
                  <a:srgbClr val="000000"/>
                </a:solidFill>
                <a:effectLst/>
                <a:latin typeface="Calibri" panose="020F0502020204030204" pitchFamily="34" charset="0"/>
                <a:ea typeface="Calibri" panose="020F0502020204030204" pitchFamily="34" charset="0"/>
              </a:rPr>
              <a:t>avancée</a:t>
            </a:r>
            <a:r>
              <a:rPr lang="fr-FR" sz="1400" b="1" spc="-5">
                <a:solidFill>
                  <a:srgbClr val="000000"/>
                </a:solidFill>
                <a:effectLst/>
                <a:latin typeface="Calibri" panose="020F0502020204030204" pitchFamily="34" charset="0"/>
                <a:ea typeface="Calibri" panose="020F0502020204030204" pitchFamily="34" charset="0"/>
              </a:rPr>
              <a:t> </a:t>
            </a:r>
            <a:r>
              <a:rPr lang="fr-FR" sz="1400" b="1">
                <a:solidFill>
                  <a:srgbClr val="000000"/>
                </a:solidFill>
                <a:effectLst/>
                <a:latin typeface="Calibri" panose="020F0502020204030204" pitchFamily="34" charset="0"/>
                <a:ea typeface="Calibri" panose="020F0502020204030204" pitchFamily="34" charset="0"/>
              </a:rPr>
              <a:t>de</a:t>
            </a:r>
            <a:r>
              <a:rPr lang="fr-FR" sz="1400" b="1" spc="-5">
                <a:solidFill>
                  <a:srgbClr val="000000"/>
                </a:solidFill>
                <a:effectLst/>
                <a:latin typeface="Calibri" panose="020F0502020204030204" pitchFamily="34" charset="0"/>
                <a:ea typeface="Calibri" panose="020F0502020204030204" pitchFamily="34" charset="0"/>
              </a:rPr>
              <a:t> </a:t>
            </a:r>
            <a:r>
              <a:rPr lang="fr-FR" sz="1400" b="1">
                <a:solidFill>
                  <a:srgbClr val="000000"/>
                </a:solidFill>
                <a:effectLst/>
                <a:latin typeface="Calibri" panose="020F0502020204030204" pitchFamily="34" charset="0"/>
                <a:ea typeface="Calibri" panose="020F0502020204030204" pitchFamily="34" charset="0"/>
              </a:rPr>
              <a:t>l’état</a:t>
            </a:r>
            <a:r>
              <a:rPr lang="fr-FR" sz="1400" b="1" spc="-5">
                <a:solidFill>
                  <a:srgbClr val="000000"/>
                </a:solidFill>
                <a:effectLst/>
                <a:latin typeface="Calibri" panose="020F0502020204030204" pitchFamily="34" charset="0"/>
                <a:ea typeface="Calibri" panose="020F0502020204030204" pitchFamily="34" charset="0"/>
              </a:rPr>
              <a:t> </a:t>
            </a:r>
            <a:r>
              <a:rPr lang="fr-FR" sz="1400" b="1">
                <a:solidFill>
                  <a:srgbClr val="000000"/>
                </a:solidFill>
                <a:effectLst/>
                <a:latin typeface="Calibri" panose="020F0502020204030204" pitchFamily="34" charset="0"/>
                <a:ea typeface="Calibri" panose="020F0502020204030204" pitchFamily="34" charset="0"/>
              </a:rPr>
              <a:t>de</a:t>
            </a:r>
            <a:r>
              <a:rPr lang="fr-FR" sz="1400" b="1" spc="-5">
                <a:solidFill>
                  <a:srgbClr val="000000"/>
                </a:solidFill>
                <a:effectLst/>
                <a:latin typeface="Calibri" panose="020F0502020204030204" pitchFamily="34" charset="0"/>
                <a:ea typeface="Calibri" panose="020F0502020204030204" pitchFamily="34" charset="0"/>
              </a:rPr>
              <a:t> </a:t>
            </a:r>
            <a:r>
              <a:rPr lang="fr-FR" sz="1400" b="1" spc="-20">
                <a:solidFill>
                  <a:srgbClr val="000000"/>
                </a:solidFill>
                <a:effectLst/>
                <a:latin typeface="Calibri" panose="020F0502020204030204" pitchFamily="34" charset="0"/>
                <a:ea typeface="Calibri" panose="020F0502020204030204" pitchFamily="34" charset="0"/>
              </a:rPr>
              <a:t>React</a:t>
            </a:r>
            <a:endParaRPr lang="fr-FR" sz="1100">
              <a:effectLst/>
              <a:latin typeface="Calibri" panose="020F0502020204030204" pitchFamily="34" charset="0"/>
              <a:ea typeface="Calibri" panose="020F0502020204030204" pitchFamily="34" charset="0"/>
            </a:endParaRPr>
          </a:p>
          <a:p>
            <a:pPr marL="71755">
              <a:spcBef>
                <a:spcPts val="90"/>
              </a:spcBef>
              <a:spcAft>
                <a:spcPts val="0"/>
              </a:spcAft>
            </a:pPr>
            <a:r>
              <a:rPr lang="fr-FR" sz="1200">
                <a:solidFill>
                  <a:srgbClr val="000000"/>
                </a:solidFill>
                <a:effectLst/>
                <a:latin typeface="Calibri" panose="020F0502020204030204" pitchFamily="34" charset="0"/>
                <a:ea typeface="Calibri" panose="020F0502020204030204" pitchFamily="34" charset="0"/>
              </a:rPr>
              <a:t>(Redux,</a:t>
            </a:r>
            <a:r>
              <a:rPr lang="fr-FR" sz="1200" spc="-15">
                <a:solidFill>
                  <a:srgbClr val="000000"/>
                </a:solidFill>
                <a:effectLst/>
                <a:latin typeface="Calibri" panose="020F0502020204030204" pitchFamily="34" charset="0"/>
                <a:ea typeface="Calibri" panose="020F0502020204030204" pitchFamily="34" charset="0"/>
              </a:rPr>
              <a:t> </a:t>
            </a:r>
            <a:r>
              <a:rPr lang="fr-FR" sz="1200">
                <a:solidFill>
                  <a:srgbClr val="000000"/>
                </a:solidFill>
                <a:effectLst/>
                <a:latin typeface="Calibri" panose="020F0502020204030204" pitchFamily="34" charset="0"/>
                <a:ea typeface="Calibri" panose="020F0502020204030204" pitchFamily="34" charset="0"/>
              </a:rPr>
              <a:t>MobX,</a:t>
            </a:r>
            <a:r>
              <a:rPr lang="fr-FR" sz="1200" spc="-20">
                <a:solidFill>
                  <a:srgbClr val="000000"/>
                </a:solidFill>
                <a:effectLst/>
                <a:latin typeface="Calibri" panose="020F0502020204030204" pitchFamily="34" charset="0"/>
                <a:ea typeface="Calibri" panose="020F0502020204030204" pitchFamily="34" charset="0"/>
              </a:rPr>
              <a:t> </a:t>
            </a:r>
            <a:r>
              <a:rPr lang="fr-FR" sz="1200" spc="-10">
                <a:solidFill>
                  <a:srgbClr val="000000"/>
                </a:solidFill>
                <a:effectLst/>
                <a:latin typeface="Calibri" panose="020F0502020204030204" pitchFamily="34" charset="0"/>
                <a:ea typeface="Calibri" panose="020F0502020204030204" pitchFamily="34" charset="0"/>
              </a:rPr>
              <a:t>ect…)</a:t>
            </a:r>
            <a:endParaRPr lang="fr-FR" sz="1100">
              <a:effectLst/>
              <a:latin typeface="Calibri" panose="020F0502020204030204" pitchFamily="34" charset="0"/>
              <a:ea typeface="Calibri" panose="020F0502020204030204" pitchFamily="34" charset="0"/>
            </a:endParaRPr>
          </a:p>
        </p:txBody>
      </p:sp>
      <p:sp>
        <p:nvSpPr>
          <p:cNvPr id="19" name="Textbox 17">
            <a:extLst>
              <a:ext uri="{FF2B5EF4-FFF2-40B4-BE49-F238E27FC236}">
                <a16:creationId xmlns:a16="http://schemas.microsoft.com/office/drawing/2014/main" id="{90BEF11F-ACE0-DFB0-FC51-4103942EE09A}"/>
              </a:ext>
            </a:extLst>
          </p:cNvPr>
          <p:cNvSpPr txBox="1"/>
          <p:nvPr/>
        </p:nvSpPr>
        <p:spPr>
          <a:xfrm>
            <a:off x="4677822" y="5017934"/>
            <a:ext cx="3644265" cy="589915"/>
          </a:xfrm>
          <a:prstGeom prst="rect">
            <a:avLst/>
          </a:prstGeom>
          <a:solidFill>
            <a:srgbClr val="5B9BD4"/>
          </a:solidFill>
          <a:ln w="12192">
            <a:solidFill>
              <a:srgbClr val="41709C"/>
            </a:solidFill>
            <a:prstDash val="solid"/>
          </a:ln>
        </p:spPr>
        <p:txBody>
          <a:bodyPr wrap="square" lIns="0" tIns="0" rIns="0" bIns="0" rtlCol="0">
            <a:noAutofit/>
          </a:bodyPr>
          <a:lstStyle/>
          <a:p>
            <a:pPr marL="62230">
              <a:spcBef>
                <a:spcPts val="185"/>
              </a:spcBef>
              <a:spcAft>
                <a:spcPts val="0"/>
              </a:spcAft>
            </a:pPr>
            <a:r>
              <a:rPr lang="en-US" sz="1400" b="1" dirty="0">
                <a:solidFill>
                  <a:srgbClr val="000000"/>
                </a:solidFill>
                <a:effectLst/>
                <a:latin typeface="Calibri" panose="020F0502020204030204" pitchFamily="34" charset="0"/>
                <a:ea typeface="Calibri" panose="020F0502020204030204" pitchFamily="34" charset="0"/>
              </a:rPr>
              <a:t>Gestion</a:t>
            </a:r>
            <a:r>
              <a:rPr lang="en-US" sz="1400" b="1" spc="-10" dirty="0">
                <a:solidFill>
                  <a:srgbClr val="000000"/>
                </a:solidFill>
                <a:effectLst/>
                <a:latin typeface="Calibri" panose="020F0502020204030204" pitchFamily="34" charset="0"/>
                <a:ea typeface="Calibri" panose="020F0502020204030204" pitchFamily="34" charset="0"/>
              </a:rPr>
              <a:t> </a:t>
            </a:r>
            <a:r>
              <a:rPr lang="en-US" sz="1400" b="1" dirty="0">
                <a:solidFill>
                  <a:srgbClr val="000000"/>
                </a:solidFill>
                <a:effectLst/>
                <a:latin typeface="Calibri" panose="020F0502020204030204" pitchFamily="34" charset="0"/>
                <a:ea typeface="Calibri" panose="020F0502020204030204" pitchFamily="34" charset="0"/>
              </a:rPr>
              <a:t>des</a:t>
            </a:r>
            <a:r>
              <a:rPr lang="en-US" sz="1400" b="1" spc="-10" dirty="0">
                <a:solidFill>
                  <a:srgbClr val="000000"/>
                </a:solidFill>
                <a:effectLst/>
                <a:latin typeface="Calibri" panose="020F0502020204030204" pitchFamily="34" charset="0"/>
                <a:ea typeface="Calibri" panose="020F0502020204030204" pitchFamily="34" charset="0"/>
              </a:rPr>
              <a:t> </a:t>
            </a:r>
            <a:r>
              <a:rPr lang="en-US" sz="1400" b="1" dirty="0">
                <a:solidFill>
                  <a:srgbClr val="000000"/>
                </a:solidFill>
                <a:effectLst/>
                <a:latin typeface="Calibri" panose="020F0502020204030204" pitchFamily="34" charset="0"/>
                <a:ea typeface="Calibri" panose="020F0502020204030204" pitchFamily="34" charset="0"/>
              </a:rPr>
              <a:t>API</a:t>
            </a:r>
            <a:r>
              <a:rPr lang="en-US" sz="1400" b="1" spc="-10" dirty="0">
                <a:solidFill>
                  <a:srgbClr val="000000"/>
                </a:solidFill>
                <a:effectLst/>
                <a:latin typeface="Calibri" panose="020F0502020204030204" pitchFamily="34" charset="0"/>
                <a:ea typeface="Calibri" panose="020F0502020204030204" pitchFamily="34" charset="0"/>
              </a:rPr>
              <a:t> </a:t>
            </a:r>
            <a:r>
              <a:rPr lang="en-US" sz="1400" b="1" dirty="0">
                <a:solidFill>
                  <a:srgbClr val="000000"/>
                </a:solidFill>
                <a:effectLst/>
                <a:latin typeface="Calibri" panose="020F0502020204030204" pitchFamily="34" charset="0"/>
                <a:ea typeface="Calibri" panose="020F0502020204030204" pitchFamily="34" charset="0"/>
              </a:rPr>
              <a:t>React</a:t>
            </a:r>
            <a:r>
              <a:rPr lang="en-US" sz="1400" b="1" spc="-25" dirty="0">
                <a:solidFill>
                  <a:srgbClr val="000000"/>
                </a:solidFill>
                <a:effectLst/>
                <a:latin typeface="Calibri" panose="020F0502020204030204" pitchFamily="34" charset="0"/>
                <a:ea typeface="Calibri" panose="020F0502020204030204" pitchFamily="34" charset="0"/>
              </a:rPr>
              <a:t> </a:t>
            </a:r>
            <a:r>
              <a:rPr lang="en-US" sz="1400" b="1" spc="-20" dirty="0">
                <a:solidFill>
                  <a:srgbClr val="000000"/>
                </a:solidFill>
                <a:effectLst/>
                <a:latin typeface="Calibri" panose="020F0502020204030204" pitchFamily="34" charset="0"/>
                <a:ea typeface="Calibri" panose="020F0502020204030204" pitchFamily="34" charset="0"/>
              </a:rPr>
              <a:t>REST</a:t>
            </a:r>
            <a:endParaRPr lang="fr-FR" sz="1100" dirty="0">
              <a:effectLst/>
              <a:latin typeface="Calibri" panose="020F0502020204030204" pitchFamily="34" charset="0"/>
              <a:ea typeface="Calibri" panose="020F0502020204030204" pitchFamily="34" charset="0"/>
            </a:endParaRPr>
          </a:p>
          <a:p>
            <a:pPr marL="62230">
              <a:spcBef>
                <a:spcPts val="90"/>
              </a:spcBef>
              <a:spcAft>
                <a:spcPts val="0"/>
              </a:spcAft>
            </a:pPr>
            <a:r>
              <a:rPr lang="en-US" sz="1200" dirty="0">
                <a:solidFill>
                  <a:srgbClr val="000000"/>
                </a:solidFill>
                <a:effectLst/>
                <a:latin typeface="Calibri" panose="020F0502020204030204" pitchFamily="34" charset="0"/>
                <a:ea typeface="Calibri" panose="020F0502020204030204" pitchFamily="34" charset="0"/>
              </a:rPr>
              <a:t>(JavaScript</a:t>
            </a:r>
            <a:r>
              <a:rPr lang="en-US" sz="1200" spc="-25" dirty="0">
                <a:solidFill>
                  <a:srgbClr val="000000"/>
                </a:solidFill>
                <a:effectLst/>
                <a:latin typeface="Calibri" panose="020F0502020204030204" pitchFamily="34" charset="0"/>
                <a:ea typeface="Calibri" panose="020F0502020204030204" pitchFamily="34" charset="0"/>
              </a:rPr>
              <a:t> </a:t>
            </a:r>
            <a:r>
              <a:rPr lang="en-US" sz="1200" dirty="0">
                <a:solidFill>
                  <a:srgbClr val="000000"/>
                </a:solidFill>
                <a:effectLst/>
                <a:latin typeface="Calibri" panose="020F0502020204030204" pitchFamily="34" charset="0"/>
                <a:ea typeface="Calibri" panose="020F0502020204030204" pitchFamily="34" charset="0"/>
              </a:rPr>
              <a:t>Fetch,</a:t>
            </a:r>
            <a:r>
              <a:rPr lang="en-US" sz="1200" spc="-30" dirty="0">
                <a:solidFill>
                  <a:srgbClr val="000000"/>
                </a:solidFill>
                <a:effectLst/>
                <a:latin typeface="Calibri" panose="020F0502020204030204" pitchFamily="34" charset="0"/>
                <a:ea typeface="Calibri" panose="020F0502020204030204" pitchFamily="34" charset="0"/>
              </a:rPr>
              <a:t> </a:t>
            </a:r>
            <a:r>
              <a:rPr lang="en-US" sz="1200" spc="-30" dirty="0" err="1">
                <a:solidFill>
                  <a:srgbClr val="000000"/>
                </a:solidFill>
                <a:effectLst/>
                <a:latin typeface="Calibri" panose="020F0502020204030204" pitchFamily="34" charset="0"/>
                <a:ea typeface="Calibri" panose="020F0502020204030204" pitchFamily="34" charset="0"/>
              </a:rPr>
              <a:t>Axios</a:t>
            </a:r>
            <a:r>
              <a:rPr lang="en-US" sz="1200" spc="-30" dirty="0">
                <a:solidFill>
                  <a:srgbClr val="000000"/>
                </a:solidFill>
                <a:effectLst/>
                <a:latin typeface="Calibri" panose="020F0502020204030204" pitchFamily="34" charset="0"/>
                <a:ea typeface="Calibri" panose="020F0502020204030204" pitchFamily="34" charset="0"/>
              </a:rPr>
              <a:t> </a:t>
            </a:r>
            <a:r>
              <a:rPr lang="en-US" sz="1200" spc="-10" dirty="0" err="1">
                <a:solidFill>
                  <a:srgbClr val="000000"/>
                </a:solidFill>
                <a:effectLst/>
                <a:latin typeface="Calibri" panose="020F0502020204030204" pitchFamily="34" charset="0"/>
                <a:ea typeface="Calibri" panose="020F0502020204030204" pitchFamily="34" charset="0"/>
              </a:rPr>
              <a:t>ect</a:t>
            </a:r>
            <a:r>
              <a:rPr lang="en-US" sz="1200" spc="-10" dirty="0">
                <a:solidFill>
                  <a:srgbClr val="000000"/>
                </a:solidFill>
                <a:effectLst/>
                <a:latin typeface="Calibri" panose="020F0502020204030204" pitchFamily="34" charset="0"/>
                <a:ea typeface="Calibri" panose="020F0502020204030204" pitchFamily="34" charset="0"/>
              </a:rPr>
              <a:t>…)</a:t>
            </a:r>
            <a:endParaRPr lang="fr-FR" sz="1100" dirty="0">
              <a:effectLst/>
              <a:latin typeface="Calibri" panose="020F0502020204030204" pitchFamily="34" charset="0"/>
              <a:ea typeface="Calibri" panose="020F0502020204030204" pitchFamily="34" charset="0"/>
            </a:endParaRPr>
          </a:p>
        </p:txBody>
      </p:sp>
      <p:sp>
        <p:nvSpPr>
          <p:cNvPr id="21" name="ZoneTexte 20">
            <a:extLst>
              <a:ext uri="{FF2B5EF4-FFF2-40B4-BE49-F238E27FC236}">
                <a16:creationId xmlns:a16="http://schemas.microsoft.com/office/drawing/2014/main" id="{672B38E4-B4FB-9E9D-9636-725756731565}"/>
              </a:ext>
            </a:extLst>
          </p:cNvPr>
          <p:cNvSpPr txBox="1"/>
          <p:nvPr/>
        </p:nvSpPr>
        <p:spPr>
          <a:xfrm>
            <a:off x="88900" y="2777964"/>
            <a:ext cx="3959555" cy="3600986"/>
          </a:xfrm>
          <a:prstGeom prst="rect">
            <a:avLst/>
          </a:prstGeom>
          <a:noFill/>
          <a:ln>
            <a:solidFill>
              <a:schemeClr val="accent1">
                <a:lumMod val="75000"/>
              </a:schemeClr>
            </a:solidFill>
          </a:ln>
        </p:spPr>
        <p:txBody>
          <a:bodyPr wrap="square">
            <a:spAutoFit/>
          </a:bodyPr>
          <a:lstStyle/>
          <a:p>
            <a:pPr marL="166688" lvl="0" indent="-166688" algn="just" rtl="0">
              <a:spcBef>
                <a:spcPts val="600"/>
              </a:spcBef>
              <a:spcAft>
                <a:spcPts val="0"/>
              </a:spcAft>
              <a:buSzPts val="1200"/>
              <a:buFont typeface="Calibri" panose="020F0502020204030204" pitchFamily="34" charset="0"/>
              <a:buAutoNum type="arabicPeriod"/>
              <a:tabLst>
                <a:tab pos="363538" algn="l"/>
                <a:tab pos="1176338" algn="l"/>
              </a:tabLst>
            </a:pPr>
            <a:r>
              <a:rPr lang="fr-FR" spc="0" dirty="0">
                <a:effectLst/>
                <a:latin typeface="Calibri" panose="020F0502020204030204" pitchFamily="34" charset="0"/>
                <a:ea typeface="Calibri" panose="020F0502020204030204" pitchFamily="34" charset="0"/>
              </a:rPr>
              <a:t>L’application</a:t>
            </a:r>
            <a:r>
              <a:rPr lang="fr-FR" spc="-20" dirty="0">
                <a:effectLst/>
                <a:latin typeface="Calibri" panose="020F0502020204030204" pitchFamily="34" charset="0"/>
                <a:ea typeface="Calibri" panose="020F0502020204030204" pitchFamily="34" charset="0"/>
              </a:rPr>
              <a:t> </a:t>
            </a:r>
            <a:r>
              <a:rPr lang="fr-FR" spc="0" dirty="0" err="1">
                <a:effectLst/>
                <a:latin typeface="Calibri" panose="020F0502020204030204" pitchFamily="34" charset="0"/>
                <a:ea typeface="Calibri" panose="020F0502020204030204" pitchFamily="34" charset="0"/>
              </a:rPr>
              <a:t>React</a:t>
            </a:r>
            <a:r>
              <a:rPr lang="fr-FR" spc="-1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commence</a:t>
            </a:r>
            <a:r>
              <a:rPr lang="fr-FR" spc="-5"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à</a:t>
            </a:r>
            <a:r>
              <a:rPr lang="fr-FR" spc="-25"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démarrer</a:t>
            </a:r>
            <a:r>
              <a:rPr lang="fr-FR" spc="-2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avec</a:t>
            </a:r>
            <a:r>
              <a:rPr lang="fr-FR" spc="-25"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un</a:t>
            </a:r>
            <a:r>
              <a:rPr lang="fr-FR" spc="-1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seul</a:t>
            </a:r>
            <a:r>
              <a:rPr lang="fr-FR" spc="-1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composant</a:t>
            </a:r>
            <a:r>
              <a:rPr lang="fr-FR" spc="-2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racine</a:t>
            </a:r>
            <a:r>
              <a:rPr lang="fr-FR" spc="-5" dirty="0">
                <a:effectLst/>
                <a:latin typeface="Calibri" panose="020F0502020204030204" pitchFamily="34" charset="0"/>
                <a:ea typeface="Calibri" panose="020F0502020204030204" pitchFamily="34" charset="0"/>
              </a:rPr>
              <a:t> </a:t>
            </a:r>
            <a:r>
              <a:rPr lang="fr-FR" spc="-50" dirty="0">
                <a:effectLst/>
                <a:latin typeface="Calibri" panose="020F0502020204030204" pitchFamily="34" charset="0"/>
                <a:ea typeface="Calibri" panose="020F0502020204030204" pitchFamily="34" charset="0"/>
              </a:rPr>
              <a:t>;</a:t>
            </a:r>
            <a:endParaRPr lang="fr-FR" dirty="0">
              <a:latin typeface="Calibri" panose="020F0502020204030204" pitchFamily="34" charset="0"/>
              <a:ea typeface="Calibri" panose="020F0502020204030204" pitchFamily="34" charset="0"/>
            </a:endParaRPr>
          </a:p>
          <a:p>
            <a:pPr marL="166688" lvl="0" indent="-166688" algn="just" rtl="0">
              <a:spcBef>
                <a:spcPts val="600"/>
              </a:spcBef>
              <a:spcAft>
                <a:spcPts val="0"/>
              </a:spcAft>
              <a:buSzPts val="1200"/>
              <a:buFont typeface="Calibri" panose="020F0502020204030204" pitchFamily="34" charset="0"/>
              <a:buAutoNum type="arabicPeriod"/>
              <a:tabLst>
                <a:tab pos="363538" algn="l"/>
                <a:tab pos="1176338" algn="l"/>
              </a:tabLst>
            </a:pPr>
            <a:r>
              <a:rPr lang="fr-FR" spc="0" dirty="0">
                <a:effectLst/>
                <a:latin typeface="Calibri" panose="020F0502020204030204" pitchFamily="34" charset="0"/>
                <a:ea typeface="Calibri" panose="020F0502020204030204" pitchFamily="34" charset="0"/>
              </a:rPr>
              <a:t>Le</a:t>
            </a:r>
            <a:r>
              <a:rPr lang="fr-FR" spc="-1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composant</a:t>
            </a:r>
            <a:r>
              <a:rPr lang="fr-FR" spc="-15"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racine</a:t>
            </a:r>
            <a:r>
              <a:rPr lang="fr-FR" spc="-15"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est</a:t>
            </a:r>
            <a:r>
              <a:rPr lang="fr-FR" spc="-25"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créé</a:t>
            </a:r>
            <a:r>
              <a:rPr lang="fr-FR" spc="-5"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grâce</a:t>
            </a:r>
            <a:r>
              <a:rPr lang="fr-FR" spc="-1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à</a:t>
            </a:r>
            <a:r>
              <a:rPr lang="fr-FR" spc="-2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un</a:t>
            </a:r>
            <a:r>
              <a:rPr lang="fr-FR" spc="-5"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ou</a:t>
            </a:r>
            <a:r>
              <a:rPr lang="fr-FR" spc="-15"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plusieurs</a:t>
            </a:r>
            <a:r>
              <a:rPr lang="fr-FR" spc="-1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composants</a:t>
            </a:r>
            <a:r>
              <a:rPr lang="fr-FR" spc="-10" dirty="0">
                <a:effectLst/>
                <a:latin typeface="Calibri" panose="020F0502020204030204" pitchFamily="34" charset="0"/>
                <a:ea typeface="Calibri" panose="020F0502020204030204" pitchFamily="34" charset="0"/>
              </a:rPr>
              <a:t> </a:t>
            </a:r>
            <a:r>
              <a:rPr lang="fr-FR" spc="-50" dirty="0">
                <a:effectLst/>
                <a:latin typeface="Calibri" panose="020F0502020204030204" pitchFamily="34" charset="0"/>
                <a:ea typeface="Calibri" panose="020F0502020204030204" pitchFamily="34" charset="0"/>
              </a:rPr>
              <a:t>;</a:t>
            </a:r>
            <a:endParaRPr lang="fr-FR" dirty="0">
              <a:latin typeface="Calibri" panose="020F0502020204030204" pitchFamily="34" charset="0"/>
              <a:ea typeface="Calibri" panose="020F0502020204030204" pitchFamily="34" charset="0"/>
            </a:endParaRPr>
          </a:p>
          <a:p>
            <a:pPr marL="166688" lvl="0" indent="-166688" algn="just" rtl="0">
              <a:spcBef>
                <a:spcPts val="600"/>
              </a:spcBef>
              <a:spcAft>
                <a:spcPts val="0"/>
              </a:spcAft>
              <a:buSzPts val="1200"/>
              <a:buFont typeface="Calibri" panose="020F0502020204030204" pitchFamily="34" charset="0"/>
              <a:buAutoNum type="arabicPeriod"/>
              <a:tabLst>
                <a:tab pos="363538" algn="l"/>
                <a:tab pos="1176338" algn="l"/>
              </a:tabLst>
            </a:pPr>
            <a:r>
              <a:rPr lang="fr-FR" spc="0" dirty="0">
                <a:effectLst/>
                <a:latin typeface="Calibri" panose="020F0502020204030204" pitchFamily="34" charset="0"/>
                <a:ea typeface="Calibri" panose="020F0502020204030204" pitchFamily="34" charset="0"/>
              </a:rPr>
              <a:t>Chaque composant est formé</a:t>
            </a:r>
            <a:r>
              <a:rPr lang="fr-FR" spc="13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comme un composant de composants plus petits au lieu de dépendre d’un autre composant ;</a:t>
            </a:r>
          </a:p>
          <a:p>
            <a:pPr marL="166688" lvl="0" indent="-166688" algn="just" rtl="0">
              <a:spcBef>
                <a:spcPts val="600"/>
              </a:spcBef>
              <a:spcAft>
                <a:spcPts val="0"/>
              </a:spcAft>
              <a:buSzPts val="1200"/>
              <a:buFont typeface="Calibri" panose="020F0502020204030204" pitchFamily="34" charset="0"/>
              <a:buAutoNum type="arabicPeriod"/>
              <a:tabLst>
                <a:tab pos="363538" algn="l"/>
                <a:tab pos="1176338" algn="l"/>
              </a:tabLst>
            </a:pPr>
            <a:r>
              <a:rPr lang="fr-FR" spc="0" dirty="0">
                <a:effectLst/>
                <a:latin typeface="Calibri" panose="020F0502020204030204" pitchFamily="34" charset="0"/>
                <a:ea typeface="Calibri" panose="020F0502020204030204" pitchFamily="34" charset="0"/>
              </a:rPr>
              <a:t>La</a:t>
            </a:r>
            <a:r>
              <a:rPr lang="fr-FR" spc="40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grande</a:t>
            </a:r>
            <a:r>
              <a:rPr lang="fr-FR" spc="40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partie</a:t>
            </a:r>
            <a:r>
              <a:rPr lang="fr-FR" spc="40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des</a:t>
            </a:r>
            <a:r>
              <a:rPr lang="fr-FR" spc="40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composants</a:t>
            </a:r>
            <a:r>
              <a:rPr lang="fr-FR" spc="40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sont</a:t>
            </a:r>
            <a:r>
              <a:rPr lang="fr-FR" spc="40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des</a:t>
            </a:r>
            <a:r>
              <a:rPr lang="fr-FR" spc="40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composants</a:t>
            </a:r>
            <a:r>
              <a:rPr lang="fr-FR" spc="40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d’interface</a:t>
            </a:r>
            <a:r>
              <a:rPr lang="fr-FR" spc="200" dirty="0">
                <a:effectLst/>
                <a:latin typeface="Calibri" panose="020F0502020204030204" pitchFamily="34" charset="0"/>
                <a:ea typeface="Calibri" panose="020F0502020204030204" pitchFamily="34" charset="0"/>
              </a:rPr>
              <a:t> </a:t>
            </a:r>
            <a:r>
              <a:rPr lang="fr-FR" spc="0" dirty="0">
                <a:effectLst/>
                <a:latin typeface="Calibri" panose="020F0502020204030204" pitchFamily="34" charset="0"/>
                <a:ea typeface="Calibri" panose="020F0502020204030204" pitchFamily="34" charset="0"/>
              </a:rPr>
              <a:t>utilisateur ;</a:t>
            </a:r>
          </a:p>
          <a:p>
            <a:pPr marL="166688" lvl="0" indent="-166688" algn="just" rtl="0">
              <a:spcBef>
                <a:spcPts val="600"/>
              </a:spcBef>
              <a:spcAft>
                <a:spcPts val="0"/>
              </a:spcAft>
              <a:buSzPts val="1200"/>
              <a:buFont typeface="Calibri" panose="020F0502020204030204" pitchFamily="34" charset="0"/>
              <a:buAutoNum type="arabicPeriod"/>
              <a:tabLst>
                <a:tab pos="363538" algn="l"/>
                <a:tab pos="1176338" algn="l"/>
              </a:tabLst>
            </a:pPr>
            <a:r>
              <a:rPr lang="fr-FR" spc="0" dirty="0">
                <a:effectLst/>
                <a:latin typeface="Calibri" panose="020F0502020204030204" pitchFamily="34" charset="0"/>
                <a:ea typeface="Calibri" panose="020F0502020204030204" pitchFamily="34" charset="0"/>
              </a:rPr>
              <a:t>L’application </a:t>
            </a:r>
            <a:r>
              <a:rPr lang="fr-FR" spc="0" dirty="0" err="1">
                <a:effectLst/>
                <a:latin typeface="Calibri" panose="020F0502020204030204" pitchFamily="34" charset="0"/>
                <a:ea typeface="Calibri" panose="020F0502020204030204" pitchFamily="34" charset="0"/>
              </a:rPr>
              <a:t>React</a:t>
            </a:r>
            <a:r>
              <a:rPr lang="fr-FR" spc="0" dirty="0">
                <a:effectLst/>
                <a:latin typeface="Calibri" panose="020F0502020204030204" pitchFamily="34" charset="0"/>
                <a:ea typeface="Calibri" panose="020F0502020204030204" pitchFamily="34" charset="0"/>
              </a:rPr>
              <a:t> a la possibilité d’ajouter un composant tiers à des fins spécifiques comme le routage, l’animation, la gestion de l’état, etc.</a:t>
            </a:r>
          </a:p>
        </p:txBody>
      </p:sp>
      <p:sp>
        <p:nvSpPr>
          <p:cNvPr id="6" name="Rectangle 4">
            <a:extLst>
              <a:ext uri="{FF2B5EF4-FFF2-40B4-BE49-F238E27FC236}">
                <a16:creationId xmlns:a16="http://schemas.microsoft.com/office/drawing/2014/main" id="{B4353632-3C5A-03B1-B15C-853F24DB76A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Architecture</a:t>
            </a:r>
            <a:endParaRPr lang="fr-FR" sz="2400" b="1" dirty="0">
              <a:solidFill>
                <a:schemeClr val="accent1">
                  <a:lumMod val="75000"/>
                </a:schemeClr>
              </a:solidFill>
              <a:latin typeface="+mn-lt"/>
            </a:endParaRPr>
          </a:p>
        </p:txBody>
      </p:sp>
    </p:spTree>
    <p:extLst>
      <p:ext uri="{BB962C8B-B14F-4D97-AF65-F5344CB8AC3E}">
        <p14:creationId xmlns:p14="http://schemas.microsoft.com/office/powerpoint/2010/main" val="975488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par>
                          <p:cTn id="39" fill="hold">
                            <p:stCondLst>
                              <p:cond delay="0"/>
                            </p:stCondLst>
                            <p:childTnLst>
                              <p:par>
                                <p:cTn id="40" presetID="1" presetClass="entr" presetSubtype="0" fill="hold" grpId="0" nodeType="after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2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14" grpId="0" animBg="1"/>
      <p:bldP spid="15" grpId="0" animBg="1"/>
      <p:bldP spid="16" grpId="0" animBg="1"/>
      <p:bldP spid="18"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338554"/>
          </a:xfrm>
          <a:prstGeom prst="rect">
            <a:avLst/>
          </a:prstGeom>
          <a:noFill/>
        </p:spPr>
        <p:txBody>
          <a:bodyPr wrap="square">
            <a:spAutoFit/>
          </a:bodyPr>
          <a:lstStyle/>
          <a:p>
            <a:pPr algn="l"/>
            <a:r>
              <a:rPr lang="fr-FR" b="1" dirty="0"/>
              <a:t>Créer votre toute première application React.js </a:t>
            </a:r>
            <a:r>
              <a:rPr lang="fr-FR" i="1" dirty="0"/>
              <a:t>(TP1)</a:t>
            </a:r>
            <a:endParaRPr lang="fr-FR" dirty="0"/>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EC20DEE1-F124-CFDF-C057-A2FEE1D40345}"/>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TP - architecture</a:t>
            </a:r>
            <a:endParaRPr lang="fr-FR" sz="2400" b="1" dirty="0">
              <a:solidFill>
                <a:schemeClr val="accent1">
                  <a:lumMod val="75000"/>
                </a:schemeClr>
              </a:solidFill>
              <a:latin typeface="+mn-lt"/>
            </a:endParaRPr>
          </a:p>
        </p:txBody>
      </p:sp>
      <p:pic>
        <p:nvPicPr>
          <p:cNvPr id="7" name="Image 6">
            <a:extLst>
              <a:ext uri="{FF2B5EF4-FFF2-40B4-BE49-F238E27FC236}">
                <a16:creationId xmlns:a16="http://schemas.microsoft.com/office/drawing/2014/main" id="{376BC6BE-A867-F989-32AB-84CD473A2926}"/>
              </a:ext>
            </a:extLst>
          </p:cNvPr>
          <p:cNvPicPr>
            <a:picLocks/>
          </p:cNvPicPr>
          <p:nvPr/>
        </p:nvPicPr>
        <p:blipFill>
          <a:blip r:embed="rId3" cstate="print"/>
          <a:stretch>
            <a:fillRect/>
          </a:stretch>
        </p:blipFill>
        <p:spPr>
          <a:xfrm>
            <a:off x="251818" y="1358323"/>
            <a:ext cx="2290445" cy="4493895"/>
          </a:xfrm>
          <a:prstGeom prst="rect">
            <a:avLst/>
          </a:prstGeom>
        </p:spPr>
      </p:pic>
      <p:sp>
        <p:nvSpPr>
          <p:cNvPr id="2" name="Rectangle 1">
            <a:extLst>
              <a:ext uri="{FF2B5EF4-FFF2-40B4-BE49-F238E27FC236}">
                <a16:creationId xmlns:a16="http://schemas.microsoft.com/office/drawing/2014/main" id="{E5780E68-7532-4E85-6A52-AB3445F6377B}"/>
              </a:ext>
            </a:extLst>
          </p:cNvPr>
          <p:cNvSpPr/>
          <p:nvPr/>
        </p:nvSpPr>
        <p:spPr>
          <a:xfrm>
            <a:off x="4362680" y="1553378"/>
            <a:ext cx="4717820" cy="2640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fr-FR" sz="1200" dirty="0" err="1"/>
              <a:t>Node_modules</a:t>
            </a:r>
            <a:r>
              <a:rPr lang="fr-FR" sz="1200" dirty="0"/>
              <a:t> contient les librairie javascript installées via </a:t>
            </a:r>
            <a:r>
              <a:rPr lang="fr-FR" sz="1200" dirty="0" err="1"/>
              <a:t>npm</a:t>
            </a:r>
            <a:r>
              <a:rPr lang="fr-FR" sz="1200" dirty="0"/>
              <a:t> ou </a:t>
            </a:r>
            <a:r>
              <a:rPr lang="fr-FR" sz="1200" dirty="0" err="1"/>
              <a:t>yarn</a:t>
            </a:r>
            <a:r>
              <a:rPr lang="fr-FR" sz="1200" dirty="0"/>
              <a:t> </a:t>
            </a:r>
          </a:p>
        </p:txBody>
      </p:sp>
      <p:cxnSp>
        <p:nvCxnSpPr>
          <p:cNvPr id="10" name="Connecteur droit avec flèche 9">
            <a:extLst>
              <a:ext uri="{FF2B5EF4-FFF2-40B4-BE49-F238E27FC236}">
                <a16:creationId xmlns:a16="http://schemas.microsoft.com/office/drawing/2014/main" id="{B546D410-86AA-4BE7-00B9-CB585A0DA100}"/>
              </a:ext>
            </a:extLst>
          </p:cNvPr>
          <p:cNvCxnSpPr>
            <a:cxnSpLocks/>
            <a:stCxn id="2" idx="1"/>
          </p:cNvCxnSpPr>
          <p:nvPr/>
        </p:nvCxnSpPr>
        <p:spPr>
          <a:xfrm flipH="1">
            <a:off x="1454227" y="1685391"/>
            <a:ext cx="2908453"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BEE6259-47AE-61B8-68D4-09838D424028}"/>
              </a:ext>
            </a:extLst>
          </p:cNvPr>
          <p:cNvSpPr/>
          <p:nvPr/>
        </p:nvSpPr>
        <p:spPr>
          <a:xfrm>
            <a:off x="328936" y="1552965"/>
            <a:ext cx="1125291" cy="264439"/>
          </a:xfrm>
          <a:prstGeom prst="rect">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74337EBD-07E6-146A-456A-FBA53100E10E}"/>
              </a:ext>
            </a:extLst>
          </p:cNvPr>
          <p:cNvSpPr/>
          <p:nvPr/>
        </p:nvSpPr>
        <p:spPr>
          <a:xfrm>
            <a:off x="415235" y="2144472"/>
            <a:ext cx="961874" cy="264439"/>
          </a:xfrm>
          <a:prstGeom prst="rect">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52B87E6D-E94B-A871-A7B4-D9C0901957E4}"/>
              </a:ext>
            </a:extLst>
          </p:cNvPr>
          <p:cNvSpPr/>
          <p:nvPr/>
        </p:nvSpPr>
        <p:spPr>
          <a:xfrm>
            <a:off x="4362680" y="1873190"/>
            <a:ext cx="4717820" cy="8730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Wingdings" panose="05000000000000000000" pitchFamily="2" charset="2"/>
              <a:buChar char="§"/>
            </a:pPr>
            <a:r>
              <a:rPr lang="fr-FR" sz="1200" dirty="0" err="1"/>
              <a:t>Index,html</a:t>
            </a:r>
            <a:r>
              <a:rPr lang="fr-FR" sz="1200" dirty="0"/>
              <a:t> est le </a:t>
            </a:r>
            <a:r>
              <a:rPr lang="fr-FR" sz="1200" b="1" dirty="0">
                <a:solidFill>
                  <a:srgbClr val="00CC00"/>
                </a:solidFill>
              </a:rPr>
              <a:t>point de départ </a:t>
            </a:r>
            <a:r>
              <a:rPr lang="fr-FR" sz="1200" dirty="0"/>
              <a:t>de l’application</a:t>
            </a:r>
          </a:p>
          <a:p>
            <a:pPr marL="171450" indent="-171450" algn="just">
              <a:buFont typeface="Wingdings" panose="05000000000000000000" pitchFamily="2" charset="2"/>
              <a:buChar char="§"/>
            </a:pPr>
            <a:r>
              <a:rPr lang="fr-FR" sz="1200" b="1" u="sng" dirty="0">
                <a:solidFill>
                  <a:srgbClr val="00CC00"/>
                </a:solidFill>
              </a:rPr>
              <a:t>Le Nom de ce fichier ne doit pas être modifié</a:t>
            </a:r>
          </a:p>
          <a:p>
            <a:pPr marL="171450" indent="-171450" algn="just">
              <a:buFont typeface="Wingdings" panose="05000000000000000000" pitchFamily="2" charset="2"/>
              <a:buChar char="§"/>
            </a:pPr>
            <a:r>
              <a:rPr lang="fr-FR" sz="1200" dirty="0"/>
              <a:t> Ce fichier contient </a:t>
            </a:r>
            <a:r>
              <a:rPr lang="fr-FR" sz="1200" b="1" dirty="0">
                <a:solidFill>
                  <a:srgbClr val="00CC00"/>
                </a:solidFill>
              </a:rPr>
              <a:t>une balise &lt;div&gt; avec id comme racine (root), </a:t>
            </a:r>
            <a:r>
              <a:rPr lang="fr-FR" sz="1200" dirty="0"/>
              <a:t>tous les composants (</a:t>
            </a:r>
            <a:r>
              <a:rPr lang="fr-FR" sz="1200" dirty="0" err="1"/>
              <a:t>React</a:t>
            </a:r>
            <a:r>
              <a:rPr lang="fr-FR" sz="1200" dirty="0"/>
              <a:t> components) seront rendus dans ce fichier</a:t>
            </a:r>
          </a:p>
        </p:txBody>
      </p:sp>
      <p:cxnSp>
        <p:nvCxnSpPr>
          <p:cNvPr id="15" name="Connecteur droit avec flèche 14">
            <a:extLst>
              <a:ext uri="{FF2B5EF4-FFF2-40B4-BE49-F238E27FC236}">
                <a16:creationId xmlns:a16="http://schemas.microsoft.com/office/drawing/2014/main" id="{C61490C5-23E4-86D2-82C0-80D779822E96}"/>
              </a:ext>
            </a:extLst>
          </p:cNvPr>
          <p:cNvCxnSpPr>
            <a:cxnSpLocks/>
            <a:stCxn id="14" idx="1"/>
            <a:endCxn id="13" idx="3"/>
          </p:cNvCxnSpPr>
          <p:nvPr/>
        </p:nvCxnSpPr>
        <p:spPr>
          <a:xfrm flipH="1" flipV="1">
            <a:off x="1377109" y="2276692"/>
            <a:ext cx="2985571" cy="3302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16DEA52F-AC55-CB59-DA6C-CF9DFDD54D12}"/>
              </a:ext>
            </a:extLst>
          </p:cNvPr>
          <p:cNvSpPr/>
          <p:nvPr/>
        </p:nvSpPr>
        <p:spPr>
          <a:xfrm>
            <a:off x="4362680" y="2900393"/>
            <a:ext cx="4717820" cy="344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fr-FR" sz="1200" dirty="0">
                <a:effectLst/>
                <a:latin typeface="Calibri" panose="020F0502020204030204" pitchFamily="34" charset="0"/>
                <a:ea typeface="Calibri" panose="020F0502020204030204" pitchFamily="34" charset="0"/>
              </a:rPr>
              <a:t>Le dossier </a:t>
            </a:r>
            <a:r>
              <a:rPr lang="fr-FR" sz="1200" b="1" dirty="0">
                <a:effectLst/>
                <a:latin typeface="Calibri" panose="020F0502020204030204" pitchFamily="34" charset="0"/>
                <a:ea typeface="Calibri" panose="020F0502020204030204" pitchFamily="34" charset="0"/>
              </a:rPr>
              <a:t>src </a:t>
            </a:r>
            <a:r>
              <a:rPr lang="fr-FR" sz="1200" dirty="0">
                <a:effectLst/>
                <a:latin typeface="Calibri" panose="020F0502020204030204" pitchFamily="34" charset="0"/>
                <a:ea typeface="Calibri" panose="020F0502020204030204" pitchFamily="34" charset="0"/>
              </a:rPr>
              <a:t>est l’endroit où toute l’application sera développée</a:t>
            </a:r>
          </a:p>
        </p:txBody>
      </p:sp>
      <p:sp>
        <p:nvSpPr>
          <p:cNvPr id="21" name="Rectangle 20">
            <a:extLst>
              <a:ext uri="{FF2B5EF4-FFF2-40B4-BE49-F238E27FC236}">
                <a16:creationId xmlns:a16="http://schemas.microsoft.com/office/drawing/2014/main" id="{B9A8828C-4EA5-8B99-3DF7-6AA8DB5DBA37}"/>
              </a:ext>
            </a:extLst>
          </p:cNvPr>
          <p:cNvSpPr/>
          <p:nvPr/>
        </p:nvSpPr>
        <p:spPr>
          <a:xfrm>
            <a:off x="4362680" y="3359056"/>
            <a:ext cx="4717820" cy="113582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just">
              <a:buFont typeface="Wingdings" panose="05000000000000000000" pitchFamily="2" charset="2"/>
              <a:buChar char="§"/>
            </a:pPr>
            <a:r>
              <a:rPr lang="fr-FR" sz="1200" dirty="0">
                <a:effectLst/>
                <a:ea typeface="Calibri" panose="020F0502020204030204" pitchFamily="34" charset="0"/>
              </a:rPr>
              <a:t>le fichier index.js </a:t>
            </a:r>
            <a:r>
              <a:rPr lang="fr-FR" sz="1200" dirty="0">
                <a:solidFill>
                  <a:srgbClr val="00CC00"/>
                </a:solidFill>
                <a:effectLst/>
                <a:ea typeface="Calibri" panose="020F0502020204030204" pitchFamily="34" charset="0"/>
              </a:rPr>
              <a:t>qui est le fichier qui charge notre premier composant</a:t>
            </a:r>
            <a:r>
              <a:rPr lang="fr-FR" sz="1200" dirty="0">
                <a:effectLst/>
                <a:ea typeface="Calibri" panose="020F0502020204030204" pitchFamily="34" charset="0"/>
              </a:rPr>
              <a:t>, le composant </a:t>
            </a:r>
            <a:r>
              <a:rPr lang="fr-FR" sz="1200" b="1" dirty="0">
                <a:solidFill>
                  <a:srgbClr val="00CC00"/>
                </a:solidFill>
                <a:effectLst/>
                <a:ea typeface="Calibri" panose="020F0502020204030204" pitchFamily="34" charset="0"/>
              </a:rPr>
              <a:t>App</a:t>
            </a:r>
            <a:r>
              <a:rPr lang="fr-FR" sz="1200" dirty="0">
                <a:effectLst/>
                <a:ea typeface="Calibri" panose="020F0502020204030204" pitchFamily="34" charset="0"/>
              </a:rPr>
              <a:t> qui est ensuite greffer a la div avec la racine root qui se trouve dans le fichier </a:t>
            </a:r>
            <a:r>
              <a:rPr lang="fr-FR" sz="1200" dirty="0" err="1">
                <a:effectLst/>
                <a:ea typeface="Calibri" panose="020F0502020204030204" pitchFamily="34" charset="0"/>
              </a:rPr>
              <a:t>index.hmtl</a:t>
            </a:r>
            <a:r>
              <a:rPr lang="fr-FR" sz="1200" dirty="0">
                <a:effectLst/>
                <a:ea typeface="Calibri" panose="020F0502020204030204" pitchFamily="34" charset="0"/>
              </a:rPr>
              <a:t> au niveau du dossier public.</a:t>
            </a:r>
          </a:p>
          <a:p>
            <a:pPr marL="171450" indent="-171450" algn="just">
              <a:buFont typeface="Wingdings" panose="05000000000000000000" pitchFamily="2" charset="2"/>
              <a:buChar char="§"/>
            </a:pPr>
            <a:r>
              <a:rPr lang="fr-FR" sz="1200" b="1" u="sng" dirty="0">
                <a:solidFill>
                  <a:srgbClr val="00CC00"/>
                </a:solidFill>
              </a:rPr>
              <a:t>Le Nom de ce fichier ne doit pas être modifié</a:t>
            </a:r>
          </a:p>
          <a:p>
            <a:pPr marL="171450" indent="-171450" algn="just">
              <a:buFont typeface="Wingdings" panose="05000000000000000000" pitchFamily="2" charset="2"/>
              <a:buChar char="§"/>
            </a:pPr>
            <a:r>
              <a:rPr lang="fr-FR" sz="1200" dirty="0">
                <a:effectLst/>
                <a:ea typeface="Calibri" panose="020F0502020204030204" pitchFamily="34" charset="0"/>
              </a:rPr>
              <a:t>C’est le point d’entré javascript</a:t>
            </a:r>
          </a:p>
        </p:txBody>
      </p:sp>
      <p:sp>
        <p:nvSpPr>
          <p:cNvPr id="24" name="Rectangle 23">
            <a:extLst>
              <a:ext uri="{FF2B5EF4-FFF2-40B4-BE49-F238E27FC236}">
                <a16:creationId xmlns:a16="http://schemas.microsoft.com/office/drawing/2014/main" id="{1805199A-D2DC-19C4-1085-BEE4B119F419}"/>
              </a:ext>
            </a:extLst>
          </p:cNvPr>
          <p:cNvSpPr/>
          <p:nvPr/>
        </p:nvSpPr>
        <p:spPr>
          <a:xfrm>
            <a:off x="347296" y="3156186"/>
            <a:ext cx="961874" cy="264439"/>
          </a:xfrm>
          <a:prstGeom prst="rect">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Rectangle 27">
            <a:extLst>
              <a:ext uri="{FF2B5EF4-FFF2-40B4-BE49-F238E27FC236}">
                <a16:creationId xmlns:a16="http://schemas.microsoft.com/office/drawing/2014/main" id="{5D73B94C-B6C6-AE97-FA28-08954EFB912B}"/>
              </a:ext>
            </a:extLst>
          </p:cNvPr>
          <p:cNvSpPr/>
          <p:nvPr/>
        </p:nvSpPr>
        <p:spPr>
          <a:xfrm>
            <a:off x="411560" y="4167904"/>
            <a:ext cx="961874" cy="264439"/>
          </a:xfrm>
          <a:prstGeom prst="rect">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Rectangle 33">
            <a:extLst>
              <a:ext uri="{FF2B5EF4-FFF2-40B4-BE49-F238E27FC236}">
                <a16:creationId xmlns:a16="http://schemas.microsoft.com/office/drawing/2014/main" id="{3512E9A1-98CB-B232-0CA5-D3BD3C54FCE5}"/>
              </a:ext>
            </a:extLst>
          </p:cNvPr>
          <p:cNvSpPr/>
          <p:nvPr/>
        </p:nvSpPr>
        <p:spPr>
          <a:xfrm>
            <a:off x="4362680" y="4601076"/>
            <a:ext cx="4717820" cy="4159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fr-FR" sz="1200" dirty="0">
                <a:effectLst/>
                <a:latin typeface="Calibri" panose="020F0502020204030204" pitchFamily="34" charset="0"/>
                <a:ea typeface="Calibri" panose="020F0502020204030204" pitchFamily="34" charset="0"/>
              </a:rPr>
              <a:t>Le fichier .</a:t>
            </a:r>
            <a:r>
              <a:rPr lang="fr-FR" sz="1200" dirty="0" err="1">
                <a:effectLst/>
                <a:latin typeface="Calibri" panose="020F0502020204030204" pitchFamily="34" charset="0"/>
                <a:ea typeface="Calibri" panose="020F0502020204030204" pitchFamily="34" charset="0"/>
              </a:rPr>
              <a:t>gitignore</a:t>
            </a:r>
            <a:r>
              <a:rPr lang="fr-FR" sz="1200" dirty="0">
                <a:effectLst/>
                <a:latin typeface="Calibri" panose="020F0502020204030204" pitchFamily="34" charset="0"/>
                <a:ea typeface="Calibri" panose="020F0502020204030204" pitchFamily="34" charset="0"/>
              </a:rPr>
              <a:t> a pour rôle de signifier a git les fichiers qui ne doivent pas être pusher sur le repo distant</a:t>
            </a:r>
          </a:p>
        </p:txBody>
      </p:sp>
      <p:sp>
        <p:nvSpPr>
          <p:cNvPr id="35" name="Rectangle 34">
            <a:extLst>
              <a:ext uri="{FF2B5EF4-FFF2-40B4-BE49-F238E27FC236}">
                <a16:creationId xmlns:a16="http://schemas.microsoft.com/office/drawing/2014/main" id="{751C3275-0F16-E49D-E6F5-4C4D619548DB}"/>
              </a:ext>
            </a:extLst>
          </p:cNvPr>
          <p:cNvSpPr/>
          <p:nvPr/>
        </p:nvSpPr>
        <p:spPr>
          <a:xfrm>
            <a:off x="4362680" y="5136676"/>
            <a:ext cx="4717820" cy="7155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91440" algn="l">
              <a:spcBef>
                <a:spcPts val="600"/>
              </a:spcBef>
              <a:spcAft>
                <a:spcPts val="0"/>
              </a:spcAft>
            </a:pPr>
            <a:r>
              <a:rPr lang="fr-FR" sz="1200" dirty="0">
                <a:effectLst/>
                <a:latin typeface="Calibri" panose="020F0502020204030204" pitchFamily="34" charset="0"/>
                <a:ea typeface="Calibri" panose="020F0502020204030204" pitchFamily="34" charset="0"/>
              </a:rPr>
              <a:t>Le</a:t>
            </a:r>
            <a:r>
              <a:rPr lang="fr-FR" sz="1200" spc="-5" dirty="0">
                <a:effectLst/>
                <a:latin typeface="Calibri" panose="020F0502020204030204" pitchFamily="34" charset="0"/>
                <a:ea typeface="Calibri" panose="020F0502020204030204" pitchFamily="34" charset="0"/>
              </a:rPr>
              <a:t> </a:t>
            </a:r>
            <a:r>
              <a:rPr lang="fr-FR" sz="1200" dirty="0">
                <a:effectLst/>
                <a:latin typeface="Calibri" panose="020F0502020204030204" pitchFamily="34" charset="0"/>
                <a:ea typeface="Calibri" panose="020F0502020204030204" pitchFamily="34" charset="0"/>
              </a:rPr>
              <a:t>fichier </a:t>
            </a:r>
            <a:r>
              <a:rPr lang="fr-FR" sz="1200" dirty="0" err="1">
                <a:effectLst/>
                <a:latin typeface="Calibri" panose="020F0502020204030204" pitchFamily="34" charset="0"/>
                <a:ea typeface="Calibri" panose="020F0502020204030204" pitchFamily="34" charset="0"/>
              </a:rPr>
              <a:t>package.json</a:t>
            </a:r>
            <a:r>
              <a:rPr lang="fr-FR" sz="1200" dirty="0">
                <a:effectLst/>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contient les versions des librairies </a:t>
            </a:r>
            <a:r>
              <a:rPr lang="fr-FR" sz="1200" dirty="0" err="1">
                <a:latin typeface="Calibri" panose="020F0502020204030204" pitchFamily="34" charset="0"/>
                <a:ea typeface="Calibri" panose="020F0502020204030204" pitchFamily="34" charset="0"/>
              </a:rPr>
              <a:t>react</a:t>
            </a:r>
            <a:r>
              <a:rPr lang="fr-FR" sz="1200" dirty="0">
                <a:latin typeface="Calibri" panose="020F0502020204030204" pitchFamily="34" charset="0"/>
                <a:ea typeface="Calibri" panose="020F0502020204030204" pitchFamily="34" charset="0"/>
              </a:rPr>
              <a:t> utilisées</a:t>
            </a:r>
          </a:p>
          <a:p>
            <a:pPr marR="91440" algn="l">
              <a:spcBef>
                <a:spcPts val="600"/>
              </a:spcBef>
              <a:spcAft>
                <a:spcPts val="0"/>
              </a:spcAft>
            </a:pPr>
            <a:r>
              <a:rPr lang="fr-FR" sz="1200" dirty="0">
                <a:effectLst/>
                <a:latin typeface="Calibri" panose="020F0502020204030204" pitchFamily="34" charset="0"/>
                <a:ea typeface="Calibri" panose="020F0502020204030204" pitchFamily="34" charset="0"/>
              </a:rPr>
              <a:t>Les dépen</a:t>
            </a:r>
            <a:r>
              <a:rPr lang="fr-FR" sz="1200" dirty="0">
                <a:latin typeface="Calibri" panose="020F0502020204030204" pitchFamily="34" charset="0"/>
                <a:ea typeface="Calibri" panose="020F0502020204030204" pitchFamily="34" charset="0"/>
              </a:rPr>
              <a:t>dances utilisées pour développer l’application</a:t>
            </a:r>
          </a:p>
          <a:p>
            <a:pPr marR="91440" algn="l">
              <a:spcBef>
                <a:spcPts val="600"/>
              </a:spcBef>
              <a:spcAft>
                <a:spcPts val="0"/>
              </a:spcAft>
            </a:pPr>
            <a:r>
              <a:rPr lang="fr-FR" sz="1200" dirty="0">
                <a:effectLst/>
                <a:latin typeface="Calibri" panose="020F0502020204030204" pitchFamily="34" charset="0"/>
                <a:ea typeface="Calibri" panose="020F0502020204030204" pitchFamily="34" charset="0"/>
              </a:rPr>
              <a:t>Les scri</a:t>
            </a:r>
            <a:r>
              <a:rPr lang="fr-FR" sz="1200" dirty="0">
                <a:latin typeface="Calibri" panose="020F0502020204030204" pitchFamily="34" charset="0"/>
                <a:ea typeface="Calibri" panose="020F0502020204030204" pitchFamily="34" charset="0"/>
              </a:rPr>
              <a:t>pts pour démarrer, </a:t>
            </a:r>
            <a:r>
              <a:rPr lang="fr-FR" sz="1200" dirty="0" err="1">
                <a:latin typeface="Calibri" panose="020F0502020204030204" pitchFamily="34" charset="0"/>
                <a:ea typeface="Calibri" panose="020F0502020204030204" pitchFamily="34" charset="0"/>
              </a:rPr>
              <a:t>build</a:t>
            </a:r>
            <a:r>
              <a:rPr lang="fr-FR" sz="1200" dirty="0">
                <a:latin typeface="Calibri" panose="020F0502020204030204" pitchFamily="34" charset="0"/>
                <a:ea typeface="Calibri" panose="020F0502020204030204" pitchFamily="34" charset="0"/>
              </a:rPr>
              <a:t> …</a:t>
            </a:r>
            <a:endParaRPr lang="fr-FR" sz="1200" dirty="0">
              <a:effectLst/>
              <a:latin typeface="Calibri" panose="020F0502020204030204" pitchFamily="34" charset="0"/>
              <a:ea typeface="Calibri" panose="020F0502020204030204" pitchFamily="34" charset="0"/>
            </a:endParaRPr>
          </a:p>
        </p:txBody>
      </p:sp>
      <p:sp>
        <p:nvSpPr>
          <p:cNvPr id="36" name="Rectangle 35">
            <a:extLst>
              <a:ext uri="{FF2B5EF4-FFF2-40B4-BE49-F238E27FC236}">
                <a16:creationId xmlns:a16="http://schemas.microsoft.com/office/drawing/2014/main" id="{D49597A1-F0D7-0ADC-E522-AA6012544D46}"/>
              </a:ext>
            </a:extLst>
          </p:cNvPr>
          <p:cNvSpPr/>
          <p:nvPr/>
        </p:nvSpPr>
        <p:spPr>
          <a:xfrm>
            <a:off x="4362680" y="5960156"/>
            <a:ext cx="4717820" cy="344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fr-FR" sz="1200" dirty="0">
                <a:effectLst/>
                <a:latin typeface="Calibri" panose="020F0502020204030204" pitchFamily="34" charset="0"/>
                <a:ea typeface="Calibri" panose="020F0502020204030204" pitchFamily="34" charset="0"/>
              </a:rPr>
              <a:t>Le</a:t>
            </a:r>
            <a:r>
              <a:rPr lang="fr-FR" sz="1200" spc="-20" dirty="0">
                <a:effectLst/>
                <a:latin typeface="Calibri" panose="020F0502020204030204" pitchFamily="34" charset="0"/>
                <a:ea typeface="Calibri" panose="020F0502020204030204" pitchFamily="34" charset="0"/>
              </a:rPr>
              <a:t> </a:t>
            </a:r>
            <a:r>
              <a:rPr lang="fr-FR" sz="1200" dirty="0">
                <a:effectLst/>
                <a:latin typeface="Calibri" panose="020F0502020204030204" pitchFamily="34" charset="0"/>
                <a:ea typeface="Calibri" panose="020F0502020204030204" pitchFamily="34" charset="0"/>
              </a:rPr>
              <a:t>fichier </a:t>
            </a:r>
            <a:r>
              <a:rPr lang="fr-FR" sz="1200" dirty="0" err="1">
                <a:effectLst/>
                <a:latin typeface="Calibri" panose="020F0502020204030204" pitchFamily="34" charset="0"/>
                <a:ea typeface="Calibri" panose="020F0502020204030204" pitchFamily="34" charset="0"/>
              </a:rPr>
              <a:t>Readme</a:t>
            </a:r>
            <a:r>
              <a:rPr lang="fr-FR" sz="1200" spc="-10" dirty="0">
                <a:effectLst/>
                <a:latin typeface="Calibri" panose="020F0502020204030204" pitchFamily="34" charset="0"/>
                <a:ea typeface="Calibri" panose="020F0502020204030204" pitchFamily="34" charset="0"/>
              </a:rPr>
              <a:t> </a:t>
            </a:r>
            <a:r>
              <a:rPr lang="fr-FR" sz="1200" dirty="0">
                <a:effectLst/>
                <a:latin typeface="Calibri" panose="020F0502020204030204" pitchFamily="34" charset="0"/>
                <a:ea typeface="Calibri" panose="020F0502020204030204" pitchFamily="34" charset="0"/>
              </a:rPr>
              <a:t>permet</a:t>
            </a:r>
            <a:r>
              <a:rPr lang="fr-FR" sz="1200" spc="-15" dirty="0">
                <a:effectLst/>
                <a:latin typeface="Calibri" panose="020F0502020204030204" pitchFamily="34" charset="0"/>
                <a:ea typeface="Calibri" panose="020F0502020204030204" pitchFamily="34" charset="0"/>
              </a:rPr>
              <a:t> </a:t>
            </a:r>
            <a:r>
              <a:rPr lang="fr-FR" sz="1200" dirty="0">
                <a:effectLst/>
                <a:latin typeface="Calibri" panose="020F0502020204030204" pitchFamily="34" charset="0"/>
                <a:ea typeface="Calibri" panose="020F0502020204030204" pitchFamily="34" charset="0"/>
              </a:rPr>
              <a:t>de</a:t>
            </a:r>
            <a:r>
              <a:rPr lang="fr-FR" sz="1200" spc="-15" dirty="0">
                <a:effectLst/>
                <a:latin typeface="Calibri" panose="020F0502020204030204" pitchFamily="34" charset="0"/>
                <a:ea typeface="Calibri" panose="020F0502020204030204" pitchFamily="34" charset="0"/>
              </a:rPr>
              <a:t> </a:t>
            </a:r>
            <a:r>
              <a:rPr lang="fr-FR" sz="1200" dirty="0">
                <a:effectLst/>
                <a:latin typeface="Calibri" panose="020F0502020204030204" pitchFamily="34" charset="0"/>
                <a:ea typeface="Calibri" panose="020F0502020204030204" pitchFamily="34" charset="0"/>
              </a:rPr>
              <a:t>documenter</a:t>
            </a:r>
            <a:r>
              <a:rPr lang="fr-FR" sz="1200" spc="-5" dirty="0">
                <a:effectLst/>
                <a:latin typeface="Calibri" panose="020F0502020204030204" pitchFamily="34" charset="0"/>
                <a:ea typeface="Calibri" panose="020F0502020204030204" pitchFamily="34" charset="0"/>
              </a:rPr>
              <a:t> </a:t>
            </a:r>
            <a:r>
              <a:rPr lang="fr-FR" sz="1200" spc="-5" dirty="0">
                <a:latin typeface="Calibri" panose="020F0502020204030204" pitchFamily="34" charset="0"/>
                <a:ea typeface="Calibri" panose="020F0502020204030204" pitchFamily="34" charset="0"/>
              </a:rPr>
              <a:t>l’</a:t>
            </a:r>
            <a:r>
              <a:rPr lang="fr-FR" sz="1200" dirty="0">
                <a:effectLst/>
                <a:latin typeface="Calibri" panose="020F0502020204030204" pitchFamily="34" charset="0"/>
                <a:ea typeface="Calibri" panose="020F0502020204030204" pitchFamily="34" charset="0"/>
              </a:rPr>
              <a:t>application</a:t>
            </a:r>
          </a:p>
        </p:txBody>
      </p:sp>
      <p:sp>
        <p:nvSpPr>
          <p:cNvPr id="37" name="Rectangle 36">
            <a:extLst>
              <a:ext uri="{FF2B5EF4-FFF2-40B4-BE49-F238E27FC236}">
                <a16:creationId xmlns:a16="http://schemas.microsoft.com/office/drawing/2014/main" id="{AA2C7AFD-E216-C7B2-2C10-F71C88C278AC}"/>
              </a:ext>
            </a:extLst>
          </p:cNvPr>
          <p:cNvSpPr/>
          <p:nvPr/>
        </p:nvSpPr>
        <p:spPr>
          <a:xfrm>
            <a:off x="347296" y="4968924"/>
            <a:ext cx="961874" cy="264439"/>
          </a:xfrm>
          <a:prstGeom prst="rect">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1" name="Connecteur droit avec flèche 40">
            <a:extLst>
              <a:ext uri="{FF2B5EF4-FFF2-40B4-BE49-F238E27FC236}">
                <a16:creationId xmlns:a16="http://schemas.microsoft.com/office/drawing/2014/main" id="{410C653B-45A4-051A-49D5-DEAC11F5421D}"/>
              </a:ext>
            </a:extLst>
          </p:cNvPr>
          <p:cNvCxnSpPr>
            <a:cxnSpLocks/>
            <a:stCxn id="35" idx="1"/>
          </p:cNvCxnSpPr>
          <p:nvPr/>
        </p:nvCxnSpPr>
        <p:spPr>
          <a:xfrm flipH="1">
            <a:off x="1288054" y="5494447"/>
            <a:ext cx="3074626" cy="31497"/>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81A30C8C-607D-DE1D-529A-B523CA1EA049}"/>
              </a:ext>
            </a:extLst>
          </p:cNvPr>
          <p:cNvSpPr/>
          <p:nvPr/>
        </p:nvSpPr>
        <p:spPr>
          <a:xfrm>
            <a:off x="328018" y="5388323"/>
            <a:ext cx="961874" cy="234785"/>
          </a:xfrm>
          <a:prstGeom prst="rect">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Rectangle 43">
            <a:extLst>
              <a:ext uri="{FF2B5EF4-FFF2-40B4-BE49-F238E27FC236}">
                <a16:creationId xmlns:a16="http://schemas.microsoft.com/office/drawing/2014/main" id="{97D096C6-4E0E-8E44-5E2A-D1F814F93C08}"/>
              </a:ext>
            </a:extLst>
          </p:cNvPr>
          <p:cNvSpPr/>
          <p:nvPr/>
        </p:nvSpPr>
        <p:spPr>
          <a:xfrm>
            <a:off x="326180" y="5643273"/>
            <a:ext cx="961874" cy="234785"/>
          </a:xfrm>
          <a:prstGeom prst="rect">
            <a:avLst/>
          </a:prstGeom>
          <a:noFill/>
          <a:ln w="349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2" name="Connecteur : en angle 51">
            <a:extLst>
              <a:ext uri="{FF2B5EF4-FFF2-40B4-BE49-F238E27FC236}">
                <a16:creationId xmlns:a16="http://schemas.microsoft.com/office/drawing/2014/main" id="{B0EADEFE-6E3A-43F8-53F6-9CE42B8F906E}"/>
              </a:ext>
            </a:extLst>
          </p:cNvPr>
          <p:cNvCxnSpPr>
            <a:stCxn id="20" idx="1"/>
            <a:endCxn id="24" idx="3"/>
          </p:cNvCxnSpPr>
          <p:nvPr/>
        </p:nvCxnSpPr>
        <p:spPr>
          <a:xfrm rot="10800000" flipV="1">
            <a:off x="1309170" y="3072620"/>
            <a:ext cx="3053510" cy="215785"/>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Connecteur : en angle 52">
            <a:extLst>
              <a:ext uri="{FF2B5EF4-FFF2-40B4-BE49-F238E27FC236}">
                <a16:creationId xmlns:a16="http://schemas.microsoft.com/office/drawing/2014/main" id="{60945655-F550-CD97-3AC0-0482BC2C5C21}"/>
              </a:ext>
            </a:extLst>
          </p:cNvPr>
          <p:cNvCxnSpPr>
            <a:cxnSpLocks/>
            <a:stCxn id="21" idx="1"/>
            <a:endCxn id="28" idx="3"/>
          </p:cNvCxnSpPr>
          <p:nvPr/>
        </p:nvCxnSpPr>
        <p:spPr>
          <a:xfrm rot="10800000" flipV="1">
            <a:off x="1373434" y="3926968"/>
            <a:ext cx="2989246" cy="373156"/>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Connecteur : en angle 55">
            <a:extLst>
              <a:ext uri="{FF2B5EF4-FFF2-40B4-BE49-F238E27FC236}">
                <a16:creationId xmlns:a16="http://schemas.microsoft.com/office/drawing/2014/main" id="{BD3BA2AD-4AE6-2D01-13D7-1EFCD2C711D7}"/>
              </a:ext>
            </a:extLst>
          </p:cNvPr>
          <p:cNvCxnSpPr>
            <a:cxnSpLocks/>
            <a:stCxn id="34" idx="1"/>
            <a:endCxn id="37" idx="3"/>
          </p:cNvCxnSpPr>
          <p:nvPr/>
        </p:nvCxnSpPr>
        <p:spPr>
          <a:xfrm rot="10800000" flipV="1">
            <a:off x="1309170" y="4809048"/>
            <a:ext cx="3053510" cy="292096"/>
          </a:xfrm>
          <a:prstGeom prst="bentConnector3">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eur : en angle 58">
            <a:extLst>
              <a:ext uri="{FF2B5EF4-FFF2-40B4-BE49-F238E27FC236}">
                <a16:creationId xmlns:a16="http://schemas.microsoft.com/office/drawing/2014/main" id="{459A7146-5924-E149-A786-5B0551E3819D}"/>
              </a:ext>
            </a:extLst>
          </p:cNvPr>
          <p:cNvCxnSpPr>
            <a:cxnSpLocks/>
            <a:stCxn id="36" idx="1"/>
            <a:endCxn id="44" idx="3"/>
          </p:cNvCxnSpPr>
          <p:nvPr/>
        </p:nvCxnSpPr>
        <p:spPr>
          <a:xfrm rot="10800000">
            <a:off x="1288054" y="5760666"/>
            <a:ext cx="3074626" cy="371718"/>
          </a:xfrm>
          <a:prstGeom prst="bentConnector3">
            <a:avLst>
              <a:gd name="adj1" fmla="val 50000"/>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55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P spid="13" grpId="0" animBg="1"/>
      <p:bldP spid="14" grpId="0" animBg="1"/>
      <p:bldP spid="20" grpId="0" animBg="1"/>
      <p:bldP spid="21" grpId="0" animBg="1"/>
      <p:bldP spid="24" grpId="0" animBg="1"/>
      <p:bldP spid="28" grpId="0" animBg="1"/>
      <p:bldP spid="34" grpId="0" animBg="1"/>
      <p:bldP spid="35" grpId="0" animBg="1"/>
      <p:bldP spid="36" grpId="0" animBg="1"/>
      <p:bldP spid="37" grpId="0" animBg="1"/>
      <p:bldP spid="43" grpId="0" animBg="1"/>
      <p:bldP spid="4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1154162"/>
          </a:xfrm>
          <a:prstGeom prst="rect">
            <a:avLst/>
          </a:prstGeom>
          <a:noFill/>
        </p:spPr>
        <p:txBody>
          <a:bodyPr wrap="square">
            <a:spAutoFit/>
          </a:bodyPr>
          <a:lstStyle/>
          <a:p>
            <a:pPr algn="just"/>
            <a:r>
              <a:rPr lang="fr-FR" dirty="0"/>
              <a:t>Quand vous créez un projet </a:t>
            </a:r>
            <a:r>
              <a:rPr lang="fr-FR" dirty="0" err="1"/>
              <a:t>React</a:t>
            </a:r>
            <a:r>
              <a:rPr lang="fr-FR" dirty="0"/>
              <a:t> avec </a:t>
            </a:r>
            <a:r>
              <a:rPr lang="fr-FR" b="1" dirty="0" err="1"/>
              <a:t>create</a:t>
            </a:r>
            <a:r>
              <a:rPr lang="fr-FR" b="1" dirty="0"/>
              <a:t>-</a:t>
            </a:r>
            <a:r>
              <a:rPr lang="fr-FR" b="1" dirty="0" err="1"/>
              <a:t>react</a:t>
            </a:r>
            <a:r>
              <a:rPr lang="fr-FR" b="1" dirty="0"/>
              <a:t>-app</a:t>
            </a:r>
            <a:r>
              <a:rPr lang="fr-FR" dirty="0"/>
              <a:t>, il y a deux fichiers principaux, le fichier </a:t>
            </a:r>
            <a:r>
              <a:rPr lang="fr-FR" b="1" dirty="0"/>
              <a:t>public/index.html </a:t>
            </a:r>
            <a:r>
              <a:rPr lang="fr-FR" dirty="0"/>
              <a:t>et le fichier </a:t>
            </a:r>
            <a:r>
              <a:rPr lang="fr-FR" b="1" dirty="0"/>
              <a:t>src/index.js</a:t>
            </a:r>
            <a:endParaRPr lang="fr-FR" dirty="0"/>
          </a:p>
          <a:p>
            <a:pPr algn="just"/>
            <a:endParaRPr lang="fr-FR" dirty="0">
              <a:latin typeface="+mn-lt"/>
            </a:endParaRPr>
          </a:p>
          <a:p>
            <a:pPr marL="539115" algn="just">
              <a:spcBef>
                <a:spcPts val="595"/>
              </a:spcBef>
            </a:pPr>
            <a:endParaRPr lang="fr-FR" b="1" dirty="0">
              <a:effectLst/>
              <a:latin typeface="+mn-lt"/>
              <a:ea typeface="Calibri" panose="020F0502020204030204" pitchFamily="34" charset="0"/>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TP- explication du code</a:t>
            </a:r>
            <a:endParaRPr lang="fr-FR" sz="2400" b="1" dirty="0">
              <a:solidFill>
                <a:schemeClr val="accent1">
                  <a:lumMod val="75000"/>
                </a:schemeClr>
              </a:solidFill>
              <a:latin typeface="+mn-lt"/>
            </a:endParaRPr>
          </a:p>
        </p:txBody>
      </p:sp>
      <p:sp>
        <p:nvSpPr>
          <p:cNvPr id="7" name="ZoneTexte 6">
            <a:extLst>
              <a:ext uri="{FF2B5EF4-FFF2-40B4-BE49-F238E27FC236}">
                <a16:creationId xmlns:a16="http://schemas.microsoft.com/office/drawing/2014/main" id="{D1623B63-DB56-EEDF-C19D-10E48FB394DA}"/>
              </a:ext>
            </a:extLst>
          </p:cNvPr>
          <p:cNvSpPr txBox="1"/>
          <p:nvPr/>
        </p:nvSpPr>
        <p:spPr>
          <a:xfrm>
            <a:off x="88900" y="2019383"/>
            <a:ext cx="2797519" cy="4124719"/>
          </a:xfrm>
          <a:prstGeom prst="rect">
            <a:avLst/>
          </a:prstGeom>
          <a:noFill/>
          <a:ln>
            <a:solidFill>
              <a:schemeClr val="accent1">
                <a:lumMod val="75000"/>
              </a:schemeClr>
            </a:solidFill>
          </a:ln>
        </p:spPr>
        <p:txBody>
          <a:bodyPr wrap="square">
            <a:spAutoFit/>
          </a:bodyPr>
          <a:lstStyle/>
          <a:p>
            <a:pPr algn="l">
              <a:spcBef>
                <a:spcPts val="1305"/>
              </a:spcBef>
              <a:spcAft>
                <a:spcPts val="0"/>
              </a:spcAft>
            </a:pPr>
            <a:r>
              <a:rPr lang="fr-FR" sz="1200" dirty="0">
                <a:solidFill>
                  <a:srgbClr val="800000"/>
                </a:solidFill>
                <a:effectLst/>
                <a:latin typeface="+mn-lt"/>
                <a:ea typeface="Calibri" panose="020F0502020204030204" pitchFamily="34" charset="0"/>
              </a:rPr>
              <a:t>&lt;!DOCTYPE</a:t>
            </a:r>
            <a:r>
              <a:rPr lang="fr-FR" sz="1200" spc="-55" dirty="0">
                <a:solidFill>
                  <a:srgbClr val="800000"/>
                </a:solidFill>
                <a:effectLst/>
                <a:latin typeface="+mn-lt"/>
                <a:ea typeface="Calibri" panose="020F0502020204030204" pitchFamily="34" charset="0"/>
              </a:rPr>
              <a:t> </a:t>
            </a:r>
            <a:r>
              <a:rPr lang="fr-FR" sz="1200" spc="-20" dirty="0">
                <a:solidFill>
                  <a:srgbClr val="FF0000"/>
                </a:solidFill>
                <a:effectLst/>
                <a:latin typeface="+mn-lt"/>
                <a:ea typeface="Calibri" panose="020F0502020204030204" pitchFamily="34" charset="0"/>
              </a:rPr>
              <a:t>html</a:t>
            </a:r>
            <a:r>
              <a:rPr lang="fr-FR" sz="1200" spc="-2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algn="l">
              <a:spcBef>
                <a:spcPts val="125"/>
              </a:spcBef>
              <a:spcAft>
                <a:spcPts val="0"/>
              </a:spcAft>
            </a:pPr>
            <a:r>
              <a:rPr lang="fr-FR" sz="1200" dirty="0">
                <a:solidFill>
                  <a:srgbClr val="800000"/>
                </a:solidFill>
                <a:effectLst/>
                <a:latin typeface="+mn-lt"/>
                <a:ea typeface="Calibri" panose="020F0502020204030204" pitchFamily="34" charset="0"/>
              </a:rPr>
              <a:t>&lt;html</a:t>
            </a:r>
            <a:r>
              <a:rPr lang="fr-FR" sz="1200" spc="-20" dirty="0">
                <a:solidFill>
                  <a:srgbClr val="800000"/>
                </a:solidFill>
                <a:effectLst/>
                <a:latin typeface="+mn-lt"/>
                <a:ea typeface="Calibri" panose="020F0502020204030204" pitchFamily="34" charset="0"/>
              </a:rPr>
              <a:t> </a:t>
            </a:r>
            <a:r>
              <a:rPr lang="fr-FR" sz="1200" spc="-10" dirty="0" err="1">
                <a:solidFill>
                  <a:srgbClr val="FF0000"/>
                </a:solidFill>
                <a:effectLst/>
                <a:latin typeface="+mn-lt"/>
                <a:ea typeface="Calibri" panose="020F0502020204030204" pitchFamily="34" charset="0"/>
              </a:rPr>
              <a:t>lang</a:t>
            </a:r>
            <a:r>
              <a:rPr lang="fr-FR" sz="1200" spc="-10" dirty="0">
                <a:effectLst/>
                <a:latin typeface="+mn-lt"/>
                <a:ea typeface="Calibri" panose="020F0502020204030204" pitchFamily="34" charset="0"/>
              </a:rPr>
              <a:t>=</a:t>
            </a:r>
            <a:r>
              <a:rPr lang="fr-FR" sz="1200" spc="-10" dirty="0">
                <a:solidFill>
                  <a:srgbClr val="0000FF"/>
                </a:solidFill>
                <a:effectLst/>
                <a:latin typeface="+mn-lt"/>
                <a:ea typeface="Calibri" panose="020F0502020204030204" pitchFamily="34" charset="0"/>
              </a:rPr>
              <a:t>"en"</a:t>
            </a:r>
            <a:r>
              <a:rPr lang="fr-FR" sz="1200" spc="-1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363538" algn="l">
              <a:spcBef>
                <a:spcPts val="140"/>
              </a:spcBef>
              <a:spcAft>
                <a:spcPts val="0"/>
              </a:spcAft>
            </a:pPr>
            <a:r>
              <a:rPr lang="en-US" sz="1200" spc="-10" dirty="0">
                <a:solidFill>
                  <a:srgbClr val="800000"/>
                </a:solidFill>
                <a:effectLst/>
                <a:latin typeface="+mn-lt"/>
                <a:ea typeface="Calibri" panose="020F0502020204030204" pitchFamily="34" charset="0"/>
              </a:rPr>
              <a:t>&lt;head&gt;</a:t>
            </a:r>
            <a:endParaRPr lang="fr-FR" sz="1200" dirty="0">
              <a:effectLst/>
              <a:latin typeface="+mn-lt"/>
              <a:ea typeface="Calibri" panose="020F0502020204030204" pitchFamily="34" charset="0"/>
            </a:endParaRPr>
          </a:p>
          <a:p>
            <a:pPr marL="628650" algn="l">
              <a:spcBef>
                <a:spcPts val="140"/>
              </a:spcBef>
              <a:spcAft>
                <a:spcPts val="0"/>
              </a:spcAft>
            </a:pPr>
            <a:r>
              <a:rPr lang="en-US" sz="1200" dirty="0">
                <a:solidFill>
                  <a:srgbClr val="800000"/>
                </a:solidFill>
                <a:effectLst/>
                <a:latin typeface="+mn-lt"/>
                <a:ea typeface="Calibri" panose="020F0502020204030204" pitchFamily="34" charset="0"/>
              </a:rPr>
              <a:t>&lt;meta</a:t>
            </a:r>
            <a:r>
              <a:rPr lang="en-US" sz="1200" spc="-50" dirty="0">
                <a:solidFill>
                  <a:srgbClr val="800000"/>
                </a:solidFill>
                <a:effectLst/>
                <a:latin typeface="+mn-lt"/>
                <a:ea typeface="Calibri" panose="020F0502020204030204" pitchFamily="34" charset="0"/>
              </a:rPr>
              <a:t> </a:t>
            </a:r>
            <a:r>
              <a:rPr lang="en-US" sz="1200" dirty="0">
                <a:solidFill>
                  <a:srgbClr val="FF0000"/>
                </a:solidFill>
                <a:effectLst/>
                <a:latin typeface="+mn-lt"/>
                <a:ea typeface="Calibri" panose="020F0502020204030204" pitchFamily="34" charset="0"/>
              </a:rPr>
              <a:t>charset</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"utf-8"</a:t>
            </a:r>
            <a:r>
              <a:rPr lang="en-US" sz="1200" spc="-35" dirty="0">
                <a:solidFill>
                  <a:srgbClr val="0000FF"/>
                </a:solidFill>
                <a:effectLst/>
                <a:latin typeface="+mn-lt"/>
                <a:ea typeface="Calibri" panose="020F0502020204030204" pitchFamily="34" charset="0"/>
              </a:rPr>
              <a:t> </a:t>
            </a:r>
            <a:r>
              <a:rPr lang="en-US" sz="1200" spc="-25"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628650" algn="l">
              <a:spcBef>
                <a:spcPts val="145"/>
              </a:spcBef>
              <a:spcAft>
                <a:spcPts val="0"/>
              </a:spcAft>
            </a:pPr>
            <a:r>
              <a:rPr lang="en-US" sz="1200" dirty="0">
                <a:solidFill>
                  <a:srgbClr val="800000"/>
                </a:solidFill>
                <a:effectLst/>
                <a:latin typeface="+mn-lt"/>
                <a:ea typeface="Calibri" panose="020F0502020204030204" pitchFamily="34" charset="0"/>
              </a:rPr>
              <a:t>&lt;link</a:t>
            </a:r>
            <a:r>
              <a:rPr lang="en-US" sz="1200" spc="-85"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rel</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"icon"</a:t>
            </a:r>
            <a:r>
              <a:rPr lang="en-US" sz="1200" spc="-80" dirty="0">
                <a:solidFill>
                  <a:srgbClr val="0000FF"/>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href</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"%PUBLIC_URL%/favicon.ico"</a:t>
            </a:r>
            <a:r>
              <a:rPr lang="en-US" sz="1200" spc="-50" dirty="0">
                <a:solidFill>
                  <a:srgbClr val="0000FF"/>
                </a:solidFill>
                <a:effectLst/>
                <a:latin typeface="+mn-lt"/>
                <a:ea typeface="Calibri" panose="020F0502020204030204" pitchFamily="34" charset="0"/>
              </a:rPr>
              <a:t> </a:t>
            </a:r>
            <a:r>
              <a:rPr lang="en-US" sz="1200" spc="-25"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628650" algn="l">
              <a:spcBef>
                <a:spcPts val="125"/>
              </a:spcBef>
              <a:spcAft>
                <a:spcPts val="0"/>
              </a:spcAft>
            </a:pPr>
            <a:r>
              <a:rPr lang="en-US" sz="1200" dirty="0">
                <a:solidFill>
                  <a:srgbClr val="800000"/>
                </a:solidFill>
                <a:effectLst/>
                <a:latin typeface="+mn-lt"/>
                <a:ea typeface="Calibri" panose="020F0502020204030204" pitchFamily="34" charset="0"/>
              </a:rPr>
              <a:t>&lt;link</a:t>
            </a:r>
            <a:r>
              <a:rPr lang="en-US" sz="1200" spc="-105"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rel</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"apple-touch-icon"</a:t>
            </a:r>
            <a:r>
              <a:rPr lang="en-US" sz="1200" spc="-90" dirty="0">
                <a:solidFill>
                  <a:srgbClr val="0000FF"/>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href</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"%PUBLIC_URL%/logo192.png"</a:t>
            </a:r>
            <a:r>
              <a:rPr lang="en-US" sz="1200" spc="-85" dirty="0">
                <a:solidFill>
                  <a:srgbClr val="0000FF"/>
                </a:solidFill>
                <a:effectLst/>
                <a:latin typeface="+mn-lt"/>
                <a:ea typeface="Calibri" panose="020F0502020204030204" pitchFamily="34" charset="0"/>
              </a:rPr>
              <a:t> </a:t>
            </a:r>
            <a:r>
              <a:rPr lang="en-US" sz="1200" spc="-25"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628650" algn="l">
              <a:spcBef>
                <a:spcPts val="140"/>
              </a:spcBef>
              <a:spcAft>
                <a:spcPts val="0"/>
              </a:spcAft>
            </a:pPr>
            <a:r>
              <a:rPr lang="en-US" sz="1200" dirty="0">
                <a:solidFill>
                  <a:srgbClr val="800000"/>
                </a:solidFill>
                <a:effectLst/>
                <a:latin typeface="+mn-lt"/>
                <a:ea typeface="Calibri" panose="020F0502020204030204" pitchFamily="34" charset="0"/>
              </a:rPr>
              <a:t>&lt;link</a:t>
            </a:r>
            <a:r>
              <a:rPr lang="en-US" sz="1200" spc="-100"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rel</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"manifest"</a:t>
            </a:r>
            <a:r>
              <a:rPr lang="en-US" sz="1200" spc="-90" dirty="0">
                <a:solidFill>
                  <a:srgbClr val="0000FF"/>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href</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"%PUBLIC_URL%/</a:t>
            </a:r>
            <a:r>
              <a:rPr lang="en-US" sz="1200" dirty="0" err="1">
                <a:solidFill>
                  <a:srgbClr val="0000FF"/>
                </a:solidFill>
                <a:effectLst/>
                <a:latin typeface="+mn-lt"/>
                <a:ea typeface="Calibri" panose="020F0502020204030204" pitchFamily="34" charset="0"/>
              </a:rPr>
              <a:t>manifest.json</a:t>
            </a:r>
            <a:r>
              <a:rPr lang="en-US" sz="1200" dirty="0">
                <a:solidFill>
                  <a:srgbClr val="0000FF"/>
                </a:solidFill>
                <a:effectLst/>
                <a:latin typeface="+mn-lt"/>
                <a:ea typeface="Calibri" panose="020F0502020204030204" pitchFamily="34" charset="0"/>
              </a:rPr>
              <a:t>"</a:t>
            </a:r>
            <a:r>
              <a:rPr lang="en-US" sz="1200" spc="-60" dirty="0">
                <a:solidFill>
                  <a:srgbClr val="0000FF"/>
                </a:solidFill>
                <a:effectLst/>
                <a:latin typeface="+mn-lt"/>
                <a:ea typeface="Calibri" panose="020F0502020204030204" pitchFamily="34" charset="0"/>
              </a:rPr>
              <a:t> </a:t>
            </a:r>
            <a:r>
              <a:rPr lang="en-US" sz="1200" spc="-25"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628650" algn="l">
              <a:spcBef>
                <a:spcPts val="140"/>
              </a:spcBef>
              <a:spcAft>
                <a:spcPts val="0"/>
              </a:spcAft>
            </a:pPr>
            <a:r>
              <a:rPr lang="en-US" sz="1200" dirty="0">
                <a:solidFill>
                  <a:srgbClr val="800000"/>
                </a:solidFill>
                <a:effectLst/>
                <a:latin typeface="+mn-lt"/>
                <a:ea typeface="Calibri" panose="020F0502020204030204" pitchFamily="34" charset="0"/>
              </a:rPr>
              <a:t>&lt;title&gt;</a:t>
            </a:r>
            <a:r>
              <a:rPr lang="en-US" sz="1200" dirty="0">
                <a:effectLst/>
                <a:latin typeface="+mn-lt"/>
                <a:ea typeface="Calibri" panose="020F0502020204030204" pitchFamily="34" charset="0"/>
              </a:rPr>
              <a:t>React</a:t>
            </a:r>
            <a:r>
              <a:rPr lang="en-US" sz="1200" spc="-65" dirty="0">
                <a:effectLst/>
                <a:latin typeface="+mn-lt"/>
                <a:ea typeface="Calibri" panose="020F0502020204030204" pitchFamily="34" charset="0"/>
              </a:rPr>
              <a:t> </a:t>
            </a:r>
            <a:r>
              <a:rPr lang="en-US" sz="1200" spc="-10" dirty="0">
                <a:effectLst/>
                <a:latin typeface="+mn-lt"/>
                <a:ea typeface="Calibri" panose="020F0502020204030204" pitchFamily="34" charset="0"/>
              </a:rPr>
              <a:t>App</a:t>
            </a:r>
            <a:r>
              <a:rPr lang="en-US" sz="1200" spc="-10" dirty="0">
                <a:solidFill>
                  <a:srgbClr val="800000"/>
                </a:solidFill>
                <a:effectLst/>
                <a:latin typeface="+mn-lt"/>
                <a:ea typeface="Calibri" panose="020F0502020204030204" pitchFamily="34" charset="0"/>
              </a:rPr>
              <a:t>&lt;/title&gt;</a:t>
            </a:r>
            <a:endParaRPr lang="fr-FR" sz="1200" dirty="0">
              <a:effectLst/>
              <a:latin typeface="+mn-lt"/>
              <a:ea typeface="Calibri" panose="020F0502020204030204" pitchFamily="34" charset="0"/>
            </a:endParaRPr>
          </a:p>
          <a:p>
            <a:pPr marL="363538" algn="l">
              <a:spcBef>
                <a:spcPts val="140"/>
              </a:spcBef>
              <a:spcAft>
                <a:spcPts val="0"/>
              </a:spcAft>
            </a:pPr>
            <a:r>
              <a:rPr lang="fr-FR" sz="1200" spc="-10" dirty="0">
                <a:solidFill>
                  <a:srgbClr val="800000"/>
                </a:solidFill>
                <a:effectLst/>
                <a:latin typeface="+mn-lt"/>
                <a:ea typeface="Calibri" panose="020F0502020204030204" pitchFamily="34" charset="0"/>
              </a:rPr>
              <a:t>&lt;/</a:t>
            </a:r>
            <a:r>
              <a:rPr lang="fr-FR" sz="1200" spc="-10" dirty="0" err="1">
                <a:solidFill>
                  <a:srgbClr val="800000"/>
                </a:solidFill>
                <a:effectLst/>
                <a:latin typeface="+mn-lt"/>
                <a:ea typeface="Calibri" panose="020F0502020204030204" pitchFamily="34" charset="0"/>
              </a:rPr>
              <a:t>head</a:t>
            </a:r>
            <a:r>
              <a:rPr lang="fr-FR" sz="1200" spc="-1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363538" algn="l">
              <a:spcBef>
                <a:spcPts val="130"/>
              </a:spcBef>
              <a:spcAft>
                <a:spcPts val="0"/>
              </a:spcAft>
            </a:pPr>
            <a:r>
              <a:rPr lang="en-US" sz="1200" spc="-10" dirty="0">
                <a:solidFill>
                  <a:srgbClr val="800000"/>
                </a:solidFill>
                <a:effectLst/>
                <a:latin typeface="+mn-lt"/>
                <a:ea typeface="Calibri" panose="020F0502020204030204" pitchFamily="34" charset="0"/>
              </a:rPr>
              <a:t>&lt;body&gt;</a:t>
            </a:r>
            <a:endParaRPr lang="fr-FR" sz="1200" dirty="0">
              <a:effectLst/>
              <a:latin typeface="+mn-lt"/>
              <a:ea typeface="Calibri" panose="020F0502020204030204" pitchFamily="34" charset="0"/>
            </a:endParaRPr>
          </a:p>
          <a:p>
            <a:pPr marL="608013" marR="121285" indent="20638" algn="l">
              <a:lnSpc>
                <a:spcPct val="110000"/>
              </a:lnSpc>
              <a:spcBef>
                <a:spcPts val="140"/>
              </a:spcBef>
              <a:spcAft>
                <a:spcPts val="0"/>
              </a:spcAft>
            </a:pPr>
            <a:endParaRPr lang="fr-FR" sz="1200" dirty="0">
              <a:effectLst/>
              <a:latin typeface="+mn-lt"/>
              <a:ea typeface="Calibri" panose="020F0502020204030204" pitchFamily="34" charset="0"/>
            </a:endParaRPr>
          </a:p>
          <a:p>
            <a:pPr marL="539750" algn="l">
              <a:lnSpc>
                <a:spcPts val="1285"/>
              </a:lnSpc>
            </a:pPr>
            <a:r>
              <a:rPr lang="en-US" sz="1200" b="1" dirty="0">
                <a:solidFill>
                  <a:srgbClr val="800000"/>
                </a:solidFill>
                <a:effectLst/>
                <a:latin typeface="+mn-lt"/>
                <a:ea typeface="Calibri" panose="020F0502020204030204" pitchFamily="34" charset="0"/>
              </a:rPr>
              <a:t>&lt;div</a:t>
            </a:r>
            <a:r>
              <a:rPr lang="en-US" sz="1200" b="1" spc="-20" dirty="0">
                <a:solidFill>
                  <a:srgbClr val="800000"/>
                </a:solidFill>
                <a:effectLst/>
                <a:latin typeface="+mn-lt"/>
                <a:ea typeface="Calibri" panose="020F0502020204030204" pitchFamily="34" charset="0"/>
              </a:rPr>
              <a:t> </a:t>
            </a:r>
            <a:r>
              <a:rPr lang="en-US" sz="1200" b="1" spc="-10" dirty="0">
                <a:solidFill>
                  <a:srgbClr val="FF0000"/>
                </a:solidFill>
                <a:effectLst/>
                <a:latin typeface="+mn-lt"/>
                <a:ea typeface="Calibri" panose="020F0502020204030204" pitchFamily="34" charset="0"/>
              </a:rPr>
              <a:t>id</a:t>
            </a:r>
            <a:r>
              <a:rPr lang="en-US" sz="1200" b="1" spc="-10" dirty="0">
                <a:effectLst/>
                <a:latin typeface="+mn-lt"/>
                <a:ea typeface="Calibri" panose="020F0502020204030204" pitchFamily="34" charset="0"/>
              </a:rPr>
              <a:t>=</a:t>
            </a:r>
            <a:r>
              <a:rPr lang="en-US" sz="1200" b="1" spc="-10" dirty="0">
                <a:solidFill>
                  <a:srgbClr val="0000FF"/>
                </a:solidFill>
                <a:effectLst/>
                <a:latin typeface="+mn-lt"/>
                <a:ea typeface="Calibri" panose="020F0502020204030204" pitchFamily="34" charset="0"/>
              </a:rPr>
              <a:t>"</a:t>
            </a:r>
            <a:r>
              <a:rPr lang="en-US" sz="1200" b="1" spc="-10" dirty="0">
                <a:solidFill>
                  <a:srgbClr val="00CC00"/>
                </a:solidFill>
                <a:effectLst/>
                <a:latin typeface="+mn-lt"/>
                <a:ea typeface="Calibri" panose="020F0502020204030204" pitchFamily="34" charset="0"/>
              </a:rPr>
              <a:t>root</a:t>
            </a:r>
            <a:r>
              <a:rPr lang="en-US" sz="1200" b="1" spc="-10" dirty="0">
                <a:solidFill>
                  <a:srgbClr val="0000FF"/>
                </a:solidFill>
                <a:effectLst/>
                <a:latin typeface="+mn-lt"/>
                <a:ea typeface="Calibri" panose="020F0502020204030204" pitchFamily="34" charset="0"/>
              </a:rPr>
              <a:t>"</a:t>
            </a:r>
            <a:r>
              <a:rPr lang="en-US" sz="1200" b="1" spc="-10" dirty="0">
                <a:solidFill>
                  <a:srgbClr val="800000"/>
                </a:solidFill>
                <a:effectLst/>
                <a:latin typeface="+mn-lt"/>
                <a:ea typeface="Calibri" panose="020F0502020204030204" pitchFamily="34" charset="0"/>
              </a:rPr>
              <a:t>&gt;&lt;/div&gt;</a:t>
            </a:r>
            <a:endParaRPr lang="fr-FR" sz="1200" b="1" dirty="0">
              <a:effectLst/>
              <a:latin typeface="+mn-lt"/>
              <a:ea typeface="Calibri" panose="020F0502020204030204" pitchFamily="34" charset="0"/>
            </a:endParaRPr>
          </a:p>
          <a:p>
            <a:pPr marL="363538" algn="l">
              <a:spcBef>
                <a:spcPts val="130"/>
              </a:spcBef>
              <a:spcAft>
                <a:spcPts val="0"/>
              </a:spcAft>
            </a:pPr>
            <a:endParaRPr lang="en-US" sz="1200" spc="-10" dirty="0">
              <a:solidFill>
                <a:srgbClr val="800000"/>
              </a:solidFill>
              <a:effectLst/>
              <a:latin typeface="+mn-lt"/>
              <a:ea typeface="Calibri" panose="020F0502020204030204" pitchFamily="34" charset="0"/>
            </a:endParaRPr>
          </a:p>
          <a:p>
            <a:pPr marL="363538" algn="l">
              <a:spcBef>
                <a:spcPts val="130"/>
              </a:spcBef>
              <a:spcAft>
                <a:spcPts val="0"/>
              </a:spcAft>
            </a:pPr>
            <a:r>
              <a:rPr lang="en-US" sz="1200" spc="-10" dirty="0">
                <a:solidFill>
                  <a:srgbClr val="800000"/>
                </a:solidFill>
                <a:effectLst/>
                <a:latin typeface="+mn-lt"/>
                <a:ea typeface="Calibri" panose="020F0502020204030204" pitchFamily="34" charset="0"/>
              </a:rPr>
              <a:t>&lt;/body&gt;</a:t>
            </a:r>
            <a:endParaRPr lang="fr-FR" sz="1200" dirty="0">
              <a:effectLst/>
              <a:latin typeface="+mn-lt"/>
              <a:ea typeface="Calibri" panose="020F0502020204030204" pitchFamily="34" charset="0"/>
            </a:endParaRPr>
          </a:p>
          <a:p>
            <a:pPr algn="l"/>
            <a:r>
              <a:rPr lang="fr-FR" sz="1200" spc="-10" dirty="0">
                <a:solidFill>
                  <a:srgbClr val="800000"/>
                </a:solidFill>
                <a:effectLst/>
                <a:latin typeface="+mn-lt"/>
                <a:ea typeface="Calibri" panose="020F0502020204030204" pitchFamily="34" charset="0"/>
                <a:cs typeface="Calibri" panose="020F0502020204030204" pitchFamily="34" charset="0"/>
              </a:rPr>
              <a:t>&lt;/html&gt;</a:t>
            </a:r>
            <a:endParaRPr lang="fr-FR" sz="1200" dirty="0">
              <a:latin typeface="+mn-lt"/>
            </a:endParaRPr>
          </a:p>
        </p:txBody>
      </p:sp>
      <p:sp>
        <p:nvSpPr>
          <p:cNvPr id="9" name="ZoneTexte 8">
            <a:extLst>
              <a:ext uri="{FF2B5EF4-FFF2-40B4-BE49-F238E27FC236}">
                <a16:creationId xmlns:a16="http://schemas.microsoft.com/office/drawing/2014/main" id="{19F7D2A4-2B50-7EE2-3314-17F5AE0CD763}"/>
              </a:ext>
            </a:extLst>
          </p:cNvPr>
          <p:cNvSpPr txBox="1"/>
          <p:nvPr/>
        </p:nvSpPr>
        <p:spPr>
          <a:xfrm>
            <a:off x="88900" y="1585217"/>
            <a:ext cx="2797519" cy="338554"/>
          </a:xfrm>
          <a:prstGeom prst="rect">
            <a:avLst/>
          </a:prstGeom>
          <a:noFill/>
          <a:ln>
            <a:solidFill>
              <a:schemeClr val="accent1"/>
            </a:solidFill>
          </a:ln>
        </p:spPr>
        <p:txBody>
          <a:bodyPr wrap="square">
            <a:spAutoFit/>
          </a:bodyPr>
          <a:lstStyle/>
          <a:p>
            <a:pPr marL="88900">
              <a:spcBef>
                <a:spcPts val="600"/>
              </a:spcBef>
              <a:spcAft>
                <a:spcPts val="0"/>
              </a:spcAft>
            </a:pPr>
            <a:r>
              <a:rPr lang="fr-FR" sz="1600" b="1" dirty="0">
                <a:effectLst/>
                <a:latin typeface="Calibri" panose="020F0502020204030204" pitchFamily="34" charset="0"/>
                <a:ea typeface="Calibri" panose="020F0502020204030204" pitchFamily="34" charset="0"/>
              </a:rPr>
              <a:t>1- Fichier public/index.html</a:t>
            </a:r>
            <a:r>
              <a:rPr lang="fr-FR" sz="1600" b="1" spc="-5" dirty="0">
                <a:effectLst/>
                <a:latin typeface="Calibri" panose="020F0502020204030204" pitchFamily="34" charset="0"/>
                <a:ea typeface="Calibri" panose="020F0502020204030204" pitchFamily="34" charset="0"/>
              </a:rPr>
              <a:t> </a:t>
            </a:r>
            <a:endParaRPr lang="fr-FR" sz="1400" dirty="0">
              <a:effectLst/>
              <a:latin typeface="Calibri" panose="020F0502020204030204" pitchFamily="34" charset="0"/>
              <a:ea typeface="Calibri" panose="020F0502020204030204" pitchFamily="34" charset="0"/>
            </a:endParaRPr>
          </a:p>
        </p:txBody>
      </p:sp>
      <p:sp>
        <p:nvSpPr>
          <p:cNvPr id="12" name="ZoneTexte 11">
            <a:extLst>
              <a:ext uri="{FF2B5EF4-FFF2-40B4-BE49-F238E27FC236}">
                <a16:creationId xmlns:a16="http://schemas.microsoft.com/office/drawing/2014/main" id="{F22183E8-E027-74B9-DA6F-C006C5C6AA85}"/>
              </a:ext>
            </a:extLst>
          </p:cNvPr>
          <p:cNvSpPr txBox="1"/>
          <p:nvPr/>
        </p:nvSpPr>
        <p:spPr>
          <a:xfrm>
            <a:off x="5993940" y="1585217"/>
            <a:ext cx="2941120" cy="338554"/>
          </a:xfrm>
          <a:prstGeom prst="rect">
            <a:avLst/>
          </a:prstGeom>
          <a:noFill/>
          <a:ln>
            <a:solidFill>
              <a:schemeClr val="accent1"/>
            </a:solidFill>
          </a:ln>
        </p:spPr>
        <p:txBody>
          <a:bodyPr wrap="square">
            <a:spAutoFit/>
          </a:bodyPr>
          <a:lstStyle/>
          <a:p>
            <a:pPr>
              <a:spcBef>
                <a:spcPts val="600"/>
              </a:spcBef>
              <a:spcAft>
                <a:spcPts val="0"/>
              </a:spcAft>
            </a:pPr>
            <a:r>
              <a:rPr lang="fr-FR" sz="1600" b="1" dirty="0">
                <a:effectLst/>
                <a:latin typeface="Calibri" panose="020F0502020204030204" pitchFamily="34" charset="0"/>
                <a:ea typeface="Calibri" panose="020F0502020204030204" pitchFamily="34" charset="0"/>
              </a:rPr>
              <a:t>3- Le composant src/App.js </a:t>
            </a:r>
            <a:endParaRPr lang="fr-FR" sz="1400" dirty="0">
              <a:effectLst/>
              <a:latin typeface="Calibri" panose="020F0502020204030204" pitchFamily="34" charset="0"/>
              <a:ea typeface="Calibri" panose="020F0502020204030204" pitchFamily="34" charset="0"/>
            </a:endParaRPr>
          </a:p>
        </p:txBody>
      </p:sp>
      <p:sp>
        <p:nvSpPr>
          <p:cNvPr id="15" name="ZoneTexte 14">
            <a:extLst>
              <a:ext uri="{FF2B5EF4-FFF2-40B4-BE49-F238E27FC236}">
                <a16:creationId xmlns:a16="http://schemas.microsoft.com/office/drawing/2014/main" id="{9CD2A094-7405-2FEE-8043-439A6208AC9F}"/>
              </a:ext>
              <a:ext uri="{C183D7F6-B498-43B3-948B-1728B52AA6E4}">
                <adec:decorative xmlns:adec="http://schemas.microsoft.com/office/drawing/2017/decorative" val="0"/>
              </a:ext>
            </a:extLst>
          </p:cNvPr>
          <p:cNvSpPr txBox="1"/>
          <p:nvPr/>
        </p:nvSpPr>
        <p:spPr>
          <a:xfrm>
            <a:off x="5993941" y="2035428"/>
            <a:ext cx="2941120" cy="4557658"/>
          </a:xfrm>
          <a:prstGeom prst="rect">
            <a:avLst/>
          </a:prstGeom>
          <a:noFill/>
          <a:ln>
            <a:solidFill>
              <a:schemeClr val="accent1">
                <a:lumMod val="75000"/>
              </a:schemeClr>
            </a:solidFill>
          </a:ln>
        </p:spPr>
        <p:txBody>
          <a:bodyPr wrap="none">
            <a:noAutofit/>
          </a:bodyPr>
          <a:lstStyle/>
          <a:p>
            <a:pPr marR="2602230" algn="l">
              <a:lnSpc>
                <a:spcPct val="110000"/>
              </a:lnSpc>
              <a:spcBef>
                <a:spcPts val="730"/>
              </a:spcBef>
              <a:spcAft>
                <a:spcPts val="0"/>
              </a:spcAft>
            </a:pPr>
            <a:r>
              <a:rPr lang="en-US" sz="1100" dirty="0">
                <a:solidFill>
                  <a:srgbClr val="0000FF"/>
                </a:solidFill>
                <a:effectLst/>
                <a:latin typeface="+mn-lt"/>
                <a:ea typeface="Calibri" panose="020F0502020204030204" pitchFamily="34" charset="0"/>
              </a:rPr>
              <a:t>import</a:t>
            </a:r>
            <a:r>
              <a:rPr lang="en-US" sz="1100" spc="-55" dirty="0">
                <a:solidFill>
                  <a:srgbClr val="0000FF"/>
                </a:solidFill>
                <a:effectLst/>
                <a:latin typeface="+mn-lt"/>
                <a:ea typeface="Calibri" panose="020F0502020204030204" pitchFamily="34" charset="0"/>
              </a:rPr>
              <a:t> </a:t>
            </a:r>
            <a:r>
              <a:rPr lang="en-US" sz="1100" dirty="0">
                <a:effectLst/>
                <a:latin typeface="+mn-lt"/>
                <a:ea typeface="Calibri" panose="020F0502020204030204" pitchFamily="34" charset="0"/>
              </a:rPr>
              <a:t>logo</a:t>
            </a:r>
            <a:r>
              <a:rPr lang="en-US" sz="1100" spc="-55" dirty="0">
                <a:effectLst/>
                <a:latin typeface="+mn-lt"/>
                <a:ea typeface="Calibri" panose="020F0502020204030204" pitchFamily="34" charset="0"/>
              </a:rPr>
              <a:t> </a:t>
            </a:r>
            <a:r>
              <a:rPr lang="en-US" sz="1100" dirty="0">
                <a:solidFill>
                  <a:srgbClr val="0000FF"/>
                </a:solidFill>
                <a:effectLst/>
                <a:latin typeface="+mn-lt"/>
                <a:ea typeface="Calibri" panose="020F0502020204030204" pitchFamily="34" charset="0"/>
              </a:rPr>
              <a:t>from</a:t>
            </a:r>
            <a:r>
              <a:rPr lang="en-US" sz="1100" spc="-50" dirty="0">
                <a:solidFill>
                  <a:srgbClr val="0000FF"/>
                </a:solidFill>
                <a:effectLst/>
                <a:latin typeface="+mn-lt"/>
                <a:ea typeface="Calibri" panose="020F0502020204030204" pitchFamily="34" charset="0"/>
              </a:rPr>
              <a:t> </a:t>
            </a:r>
            <a:r>
              <a:rPr lang="en-US" sz="1100" dirty="0">
                <a:solidFill>
                  <a:srgbClr val="A21515"/>
                </a:solidFill>
                <a:effectLst/>
                <a:latin typeface="+mn-lt"/>
                <a:ea typeface="Calibri" panose="020F0502020204030204" pitchFamily="34" charset="0"/>
              </a:rPr>
              <a:t>'./</a:t>
            </a:r>
            <a:r>
              <a:rPr lang="en-US" sz="1100" dirty="0" err="1">
                <a:solidFill>
                  <a:srgbClr val="A21515"/>
                </a:solidFill>
                <a:effectLst/>
                <a:latin typeface="+mn-lt"/>
                <a:ea typeface="Calibri" panose="020F0502020204030204" pitchFamily="34" charset="0"/>
              </a:rPr>
              <a:t>logo.svg</a:t>
            </a:r>
            <a:r>
              <a:rPr lang="en-US" sz="1100" dirty="0">
                <a:solidFill>
                  <a:srgbClr val="A21515"/>
                </a:solidFill>
                <a:effectLst/>
                <a:latin typeface="+mn-lt"/>
                <a:ea typeface="Calibri" panose="020F0502020204030204" pitchFamily="34" charset="0"/>
              </a:rPr>
              <a:t>’</a:t>
            </a:r>
            <a:r>
              <a:rPr lang="en-US" sz="1100" dirty="0">
                <a:effectLst/>
                <a:latin typeface="+mn-lt"/>
                <a:ea typeface="Calibri" panose="020F0502020204030204" pitchFamily="34" charset="0"/>
              </a:rPr>
              <a:t>; </a:t>
            </a:r>
          </a:p>
          <a:p>
            <a:pPr marR="2602230" algn="l">
              <a:lnSpc>
                <a:spcPct val="110000"/>
              </a:lnSpc>
              <a:spcBef>
                <a:spcPts val="730"/>
              </a:spcBef>
              <a:spcAft>
                <a:spcPts val="0"/>
              </a:spcAft>
            </a:pPr>
            <a:r>
              <a:rPr lang="en-US" sz="1100" dirty="0">
                <a:solidFill>
                  <a:srgbClr val="0000FF"/>
                </a:solidFill>
                <a:effectLst/>
                <a:latin typeface="+mn-lt"/>
                <a:ea typeface="Calibri" panose="020F0502020204030204" pitchFamily="34" charset="0"/>
              </a:rPr>
              <a:t>import </a:t>
            </a:r>
            <a:r>
              <a:rPr lang="en-US" sz="1100" dirty="0">
                <a:solidFill>
                  <a:srgbClr val="A21515"/>
                </a:solidFill>
                <a:effectLst/>
                <a:latin typeface="+mn-lt"/>
                <a:ea typeface="Calibri" panose="020F0502020204030204" pitchFamily="34" charset="0"/>
              </a:rPr>
              <a:t>'./App.css’</a:t>
            </a:r>
            <a:r>
              <a:rPr lang="en-US" sz="1100" dirty="0">
                <a:effectLst/>
                <a:latin typeface="+mn-lt"/>
                <a:ea typeface="Calibri" panose="020F0502020204030204" pitchFamily="34" charset="0"/>
              </a:rPr>
              <a:t>;</a:t>
            </a:r>
            <a:endParaRPr lang="fr-FR" sz="1100" dirty="0">
              <a:effectLst/>
              <a:latin typeface="+mn-lt"/>
              <a:ea typeface="Calibri" panose="020F0502020204030204" pitchFamily="34" charset="0"/>
            </a:endParaRPr>
          </a:p>
          <a:p>
            <a:pPr marL="265113" marR="3679190" algn="l" defTabSz="3590925">
              <a:lnSpc>
                <a:spcPct val="110000"/>
              </a:lnSpc>
              <a:spcAft>
                <a:spcPts val="0"/>
              </a:spcAft>
            </a:pPr>
            <a:r>
              <a:rPr lang="en-US" sz="1100" dirty="0">
                <a:solidFill>
                  <a:srgbClr val="0000FF"/>
                </a:solidFill>
                <a:effectLst/>
                <a:latin typeface="+mn-lt"/>
                <a:ea typeface="Calibri" panose="020F0502020204030204" pitchFamily="34" charset="0"/>
              </a:rPr>
              <a:t>Function </a:t>
            </a:r>
            <a:r>
              <a:rPr lang="en-US" sz="1100" spc="-80" dirty="0">
                <a:solidFill>
                  <a:srgbClr val="0000FF"/>
                </a:solidFill>
                <a:effectLst/>
                <a:latin typeface="+mn-lt"/>
                <a:ea typeface="Calibri" panose="020F0502020204030204" pitchFamily="34" charset="0"/>
              </a:rPr>
              <a:t> </a:t>
            </a:r>
            <a:r>
              <a:rPr lang="en-US" sz="1100" b="1" dirty="0">
                <a:solidFill>
                  <a:srgbClr val="00CC00"/>
                </a:solidFill>
                <a:effectLst/>
                <a:latin typeface="+mn-lt"/>
                <a:ea typeface="Calibri" panose="020F0502020204030204" pitchFamily="34" charset="0"/>
              </a:rPr>
              <a:t>App()</a:t>
            </a:r>
            <a:r>
              <a:rPr lang="en-US" sz="1100" b="1" spc="-95" dirty="0">
                <a:solidFill>
                  <a:srgbClr val="00CC00"/>
                </a:solidFill>
                <a:effectLst/>
                <a:latin typeface="+mn-lt"/>
                <a:ea typeface="Calibri" panose="020F0502020204030204" pitchFamily="34" charset="0"/>
              </a:rPr>
              <a:t> </a:t>
            </a:r>
            <a:r>
              <a:rPr lang="en-US" sz="1100" b="1" dirty="0">
                <a:solidFill>
                  <a:srgbClr val="00CC00"/>
                </a:solidFill>
                <a:effectLst/>
                <a:latin typeface="+mn-lt"/>
                <a:ea typeface="Calibri" panose="020F0502020204030204" pitchFamily="34" charset="0"/>
              </a:rPr>
              <a:t>{</a:t>
            </a:r>
          </a:p>
          <a:p>
            <a:pPr marL="363538" marR="3679190" algn="l">
              <a:lnSpc>
                <a:spcPct val="110000"/>
              </a:lnSpc>
              <a:spcAft>
                <a:spcPts val="0"/>
              </a:spcAft>
            </a:pPr>
            <a:r>
              <a:rPr lang="en-US" sz="1100" dirty="0">
                <a:solidFill>
                  <a:srgbClr val="0000FF"/>
                </a:solidFill>
                <a:effectLst/>
                <a:latin typeface="+mn-lt"/>
                <a:ea typeface="Calibri" panose="020F0502020204030204" pitchFamily="34" charset="0"/>
              </a:rPr>
              <a:t>return </a:t>
            </a:r>
            <a:r>
              <a:rPr lang="en-US" sz="1100" dirty="0">
                <a:effectLst/>
                <a:latin typeface="+mn-lt"/>
                <a:ea typeface="Calibri" panose="020F0502020204030204" pitchFamily="34" charset="0"/>
              </a:rPr>
              <a:t>(</a:t>
            </a:r>
            <a:endParaRPr lang="fr-FR" sz="1100" dirty="0">
              <a:effectLst/>
              <a:latin typeface="+mn-lt"/>
              <a:ea typeface="Calibri" panose="020F0502020204030204" pitchFamily="34" charset="0"/>
            </a:endParaRPr>
          </a:p>
          <a:p>
            <a:pPr marL="539750" algn="l">
              <a:lnSpc>
                <a:spcPts val="1285"/>
              </a:lnSpc>
            </a:pPr>
            <a:r>
              <a:rPr lang="en-US" sz="1100" dirty="0">
                <a:solidFill>
                  <a:srgbClr val="800000"/>
                </a:solidFill>
                <a:effectLst/>
                <a:latin typeface="+mn-lt"/>
                <a:ea typeface="Calibri" panose="020F0502020204030204" pitchFamily="34" charset="0"/>
              </a:rPr>
              <a:t>&lt;div</a:t>
            </a:r>
            <a:r>
              <a:rPr lang="en-US" sz="1100" spc="-20" dirty="0">
                <a:solidFill>
                  <a:srgbClr val="800000"/>
                </a:solidFill>
                <a:effectLst/>
                <a:latin typeface="+mn-lt"/>
                <a:ea typeface="Calibri" panose="020F0502020204030204" pitchFamily="34" charset="0"/>
              </a:rPr>
              <a:t> </a:t>
            </a:r>
            <a:r>
              <a:rPr lang="en-US" sz="1100" spc="-10" dirty="0" err="1">
                <a:solidFill>
                  <a:srgbClr val="FF0000"/>
                </a:solidFill>
                <a:effectLst/>
                <a:latin typeface="+mn-lt"/>
                <a:ea typeface="Calibri" panose="020F0502020204030204" pitchFamily="34" charset="0"/>
              </a:rPr>
              <a:t>className</a:t>
            </a:r>
            <a:r>
              <a:rPr lang="en-US" sz="1100" spc="-10" dirty="0">
                <a:effectLst/>
                <a:latin typeface="+mn-lt"/>
                <a:ea typeface="Calibri" panose="020F0502020204030204" pitchFamily="34" charset="0"/>
              </a:rPr>
              <a:t>=</a:t>
            </a:r>
            <a:r>
              <a:rPr lang="en-US" sz="1100" spc="-10" dirty="0">
                <a:solidFill>
                  <a:srgbClr val="A21515"/>
                </a:solidFill>
                <a:effectLst/>
                <a:latin typeface="+mn-lt"/>
                <a:ea typeface="Calibri" panose="020F0502020204030204" pitchFamily="34" charset="0"/>
              </a:rPr>
              <a:t>"App"</a:t>
            </a:r>
            <a:r>
              <a:rPr lang="en-US" sz="1100" spc="-10" dirty="0">
                <a:solidFill>
                  <a:srgbClr val="800000"/>
                </a:solidFill>
                <a:effectLst/>
                <a:latin typeface="+mn-lt"/>
                <a:ea typeface="Calibri" panose="020F0502020204030204" pitchFamily="34" charset="0"/>
              </a:rPr>
              <a:t>&gt;</a:t>
            </a:r>
            <a:endParaRPr lang="fr-FR" sz="1100" dirty="0">
              <a:effectLst/>
              <a:latin typeface="+mn-lt"/>
              <a:ea typeface="Calibri" panose="020F0502020204030204" pitchFamily="34" charset="0"/>
            </a:endParaRPr>
          </a:p>
          <a:p>
            <a:pPr marL="715963" algn="l">
              <a:spcBef>
                <a:spcPts val="125"/>
              </a:spcBef>
              <a:spcAft>
                <a:spcPts val="0"/>
              </a:spcAft>
            </a:pPr>
            <a:r>
              <a:rPr lang="en-US" sz="1100" dirty="0">
                <a:solidFill>
                  <a:srgbClr val="800000"/>
                </a:solidFill>
                <a:effectLst/>
                <a:latin typeface="+mn-lt"/>
                <a:ea typeface="Calibri" panose="020F0502020204030204" pitchFamily="34" charset="0"/>
              </a:rPr>
              <a:t>&lt;header</a:t>
            </a:r>
            <a:r>
              <a:rPr lang="en-US" sz="1100" spc="-110" dirty="0">
                <a:solidFill>
                  <a:srgbClr val="800000"/>
                </a:solidFill>
                <a:effectLst/>
                <a:latin typeface="+mn-lt"/>
                <a:ea typeface="Calibri" panose="020F0502020204030204" pitchFamily="34" charset="0"/>
              </a:rPr>
              <a:t> </a:t>
            </a:r>
            <a:r>
              <a:rPr lang="en-US" sz="1100" dirty="0" err="1">
                <a:solidFill>
                  <a:srgbClr val="FF0000"/>
                </a:solidFill>
                <a:effectLst/>
                <a:latin typeface="+mn-lt"/>
                <a:ea typeface="Calibri" panose="020F0502020204030204" pitchFamily="34" charset="0"/>
              </a:rPr>
              <a:t>className</a:t>
            </a:r>
            <a:r>
              <a:rPr lang="en-US" sz="1100" dirty="0">
                <a:effectLst/>
                <a:latin typeface="+mn-lt"/>
                <a:ea typeface="Calibri" panose="020F0502020204030204" pitchFamily="34" charset="0"/>
              </a:rPr>
              <a:t>=</a:t>
            </a:r>
            <a:r>
              <a:rPr lang="en-US" sz="1100" dirty="0">
                <a:solidFill>
                  <a:srgbClr val="A21515"/>
                </a:solidFill>
                <a:effectLst/>
                <a:latin typeface="+mn-lt"/>
                <a:ea typeface="Calibri" panose="020F0502020204030204" pitchFamily="34" charset="0"/>
              </a:rPr>
              <a:t>"App-</a:t>
            </a:r>
            <a:r>
              <a:rPr lang="en-US" sz="1100" spc="-10" dirty="0">
                <a:solidFill>
                  <a:srgbClr val="A21515"/>
                </a:solidFill>
                <a:effectLst/>
                <a:latin typeface="+mn-lt"/>
                <a:ea typeface="Calibri" panose="020F0502020204030204" pitchFamily="34" charset="0"/>
              </a:rPr>
              <a:t>header"</a:t>
            </a:r>
            <a:r>
              <a:rPr lang="en-US" sz="1100" spc="-10" dirty="0">
                <a:solidFill>
                  <a:srgbClr val="800000"/>
                </a:solidFill>
                <a:effectLst/>
                <a:latin typeface="+mn-lt"/>
                <a:ea typeface="Calibri" panose="020F0502020204030204" pitchFamily="34" charset="0"/>
              </a:rPr>
              <a:t>&gt;</a:t>
            </a:r>
            <a:endParaRPr lang="fr-FR" sz="1100" dirty="0">
              <a:effectLst/>
              <a:latin typeface="+mn-lt"/>
              <a:ea typeface="Calibri" panose="020F0502020204030204" pitchFamily="34" charset="0"/>
            </a:endParaRPr>
          </a:p>
          <a:p>
            <a:pPr marL="1079500" algn="l">
              <a:spcBef>
                <a:spcPts val="130"/>
              </a:spcBef>
              <a:spcAft>
                <a:spcPts val="0"/>
              </a:spcAft>
            </a:pPr>
            <a:r>
              <a:rPr lang="en-US" sz="1100" dirty="0">
                <a:solidFill>
                  <a:srgbClr val="800000"/>
                </a:solidFill>
                <a:effectLst/>
                <a:latin typeface="+mn-lt"/>
                <a:ea typeface="Calibri" panose="020F0502020204030204" pitchFamily="34" charset="0"/>
              </a:rPr>
              <a:t>&lt;</a:t>
            </a:r>
            <a:r>
              <a:rPr lang="en-US" sz="1100" dirty="0" err="1">
                <a:solidFill>
                  <a:srgbClr val="800000"/>
                </a:solidFill>
                <a:effectLst/>
                <a:latin typeface="+mn-lt"/>
                <a:ea typeface="Calibri" panose="020F0502020204030204" pitchFamily="34" charset="0"/>
              </a:rPr>
              <a:t>img</a:t>
            </a:r>
            <a:r>
              <a:rPr lang="en-US" sz="1100" spc="-50" dirty="0">
                <a:solidFill>
                  <a:srgbClr val="800000"/>
                </a:solidFill>
                <a:effectLst/>
                <a:latin typeface="+mn-lt"/>
                <a:ea typeface="Calibri" panose="020F0502020204030204" pitchFamily="34" charset="0"/>
              </a:rPr>
              <a:t> </a:t>
            </a:r>
            <a:r>
              <a:rPr lang="en-US" sz="1100" dirty="0" err="1">
                <a:solidFill>
                  <a:srgbClr val="FF0000"/>
                </a:solidFill>
                <a:effectLst/>
                <a:latin typeface="+mn-lt"/>
                <a:ea typeface="Calibri" panose="020F0502020204030204" pitchFamily="34" charset="0"/>
              </a:rPr>
              <a:t>src</a:t>
            </a:r>
            <a:r>
              <a:rPr lang="en-US" sz="1100" dirty="0">
                <a:effectLst/>
                <a:latin typeface="+mn-lt"/>
                <a:ea typeface="Calibri" panose="020F0502020204030204" pitchFamily="34" charset="0"/>
              </a:rPr>
              <a:t>=</a:t>
            </a:r>
            <a:r>
              <a:rPr lang="en-US" sz="1100" dirty="0">
                <a:solidFill>
                  <a:srgbClr val="0000FF"/>
                </a:solidFill>
                <a:effectLst/>
                <a:latin typeface="+mn-lt"/>
                <a:ea typeface="Calibri" panose="020F0502020204030204" pitchFamily="34" charset="0"/>
              </a:rPr>
              <a:t>{</a:t>
            </a:r>
            <a:r>
              <a:rPr lang="en-US" sz="1100" dirty="0">
                <a:effectLst/>
                <a:latin typeface="+mn-lt"/>
                <a:ea typeface="Calibri" panose="020F0502020204030204" pitchFamily="34" charset="0"/>
              </a:rPr>
              <a:t>logo</a:t>
            </a:r>
            <a:r>
              <a:rPr lang="en-US" sz="1100" dirty="0">
                <a:solidFill>
                  <a:srgbClr val="0000FF"/>
                </a:solidFill>
                <a:effectLst/>
                <a:latin typeface="+mn-lt"/>
                <a:ea typeface="Calibri" panose="020F0502020204030204" pitchFamily="34" charset="0"/>
              </a:rPr>
              <a:t>}</a:t>
            </a:r>
            <a:r>
              <a:rPr lang="en-US" sz="1100" spc="-50" dirty="0">
                <a:solidFill>
                  <a:srgbClr val="0000FF"/>
                </a:solidFill>
                <a:effectLst/>
                <a:latin typeface="+mn-lt"/>
                <a:ea typeface="Calibri" panose="020F0502020204030204" pitchFamily="34" charset="0"/>
              </a:rPr>
              <a:t> </a:t>
            </a:r>
            <a:r>
              <a:rPr lang="en-US" sz="1100" dirty="0" err="1">
                <a:solidFill>
                  <a:srgbClr val="FF0000"/>
                </a:solidFill>
                <a:effectLst/>
                <a:latin typeface="+mn-lt"/>
                <a:ea typeface="Calibri" panose="020F0502020204030204" pitchFamily="34" charset="0"/>
              </a:rPr>
              <a:t>className</a:t>
            </a:r>
            <a:r>
              <a:rPr lang="en-US" sz="1100" dirty="0">
                <a:effectLst/>
                <a:latin typeface="+mn-lt"/>
                <a:ea typeface="Calibri" panose="020F0502020204030204" pitchFamily="34" charset="0"/>
              </a:rPr>
              <a:t>=</a:t>
            </a:r>
          </a:p>
          <a:p>
            <a:pPr marL="1079500" algn="l">
              <a:spcBef>
                <a:spcPts val="130"/>
              </a:spcBef>
              <a:spcAft>
                <a:spcPts val="0"/>
              </a:spcAft>
            </a:pPr>
            <a:r>
              <a:rPr lang="en-US" sz="1100" dirty="0">
                <a:solidFill>
                  <a:srgbClr val="A21515"/>
                </a:solidFill>
                <a:effectLst/>
                <a:latin typeface="+mn-lt"/>
                <a:ea typeface="Calibri" panose="020F0502020204030204" pitchFamily="34" charset="0"/>
              </a:rPr>
              <a:t>"App-logo"</a:t>
            </a:r>
            <a:r>
              <a:rPr lang="en-US" sz="1100" spc="-60" dirty="0">
                <a:solidFill>
                  <a:srgbClr val="A21515"/>
                </a:solidFill>
                <a:effectLst/>
                <a:latin typeface="+mn-lt"/>
                <a:ea typeface="Calibri" panose="020F0502020204030204" pitchFamily="34" charset="0"/>
              </a:rPr>
              <a:t> </a:t>
            </a:r>
            <a:r>
              <a:rPr lang="en-US" sz="1100" dirty="0">
                <a:solidFill>
                  <a:srgbClr val="FF0000"/>
                </a:solidFill>
                <a:effectLst/>
                <a:latin typeface="+mn-lt"/>
                <a:ea typeface="Calibri" panose="020F0502020204030204" pitchFamily="34" charset="0"/>
              </a:rPr>
              <a:t>alt</a:t>
            </a:r>
            <a:r>
              <a:rPr lang="en-US" sz="1100" dirty="0">
                <a:effectLst/>
                <a:latin typeface="+mn-lt"/>
                <a:ea typeface="Calibri" panose="020F0502020204030204" pitchFamily="34" charset="0"/>
              </a:rPr>
              <a:t>=</a:t>
            </a:r>
            <a:r>
              <a:rPr lang="en-US" sz="1100" dirty="0">
                <a:solidFill>
                  <a:srgbClr val="A21515"/>
                </a:solidFill>
                <a:effectLst/>
                <a:latin typeface="+mn-lt"/>
                <a:ea typeface="Calibri" panose="020F0502020204030204" pitchFamily="34" charset="0"/>
              </a:rPr>
              <a:t>"logo"</a:t>
            </a:r>
            <a:r>
              <a:rPr lang="en-US" sz="1100" spc="-45" dirty="0">
                <a:solidFill>
                  <a:srgbClr val="A21515"/>
                </a:solidFill>
                <a:effectLst/>
                <a:latin typeface="+mn-lt"/>
                <a:ea typeface="Calibri" panose="020F0502020204030204" pitchFamily="34" charset="0"/>
              </a:rPr>
              <a:t> </a:t>
            </a:r>
            <a:r>
              <a:rPr lang="en-US" sz="1100" spc="-25" dirty="0">
                <a:solidFill>
                  <a:srgbClr val="800000"/>
                </a:solidFill>
                <a:effectLst/>
                <a:latin typeface="+mn-lt"/>
                <a:ea typeface="Calibri" panose="020F0502020204030204" pitchFamily="34" charset="0"/>
              </a:rPr>
              <a:t>/&gt;</a:t>
            </a:r>
            <a:endParaRPr lang="fr-FR" sz="1100" dirty="0">
              <a:effectLst/>
              <a:latin typeface="+mn-lt"/>
              <a:ea typeface="Calibri" panose="020F0502020204030204" pitchFamily="34" charset="0"/>
            </a:endParaRPr>
          </a:p>
          <a:p>
            <a:pPr marL="1079500" algn="l">
              <a:spcBef>
                <a:spcPts val="140"/>
              </a:spcBef>
              <a:spcAft>
                <a:spcPts val="0"/>
              </a:spcAft>
            </a:pPr>
            <a:r>
              <a:rPr lang="en-US" sz="1100" spc="-25" dirty="0">
                <a:solidFill>
                  <a:srgbClr val="800000"/>
                </a:solidFill>
                <a:effectLst/>
                <a:latin typeface="+mn-lt"/>
                <a:ea typeface="Calibri" panose="020F0502020204030204" pitchFamily="34" charset="0"/>
              </a:rPr>
              <a:t>&lt;p&gt;</a:t>
            </a:r>
            <a:endParaRPr lang="fr-FR" sz="1100" dirty="0">
              <a:effectLst/>
              <a:latin typeface="+mn-lt"/>
              <a:ea typeface="Calibri" panose="020F0502020204030204" pitchFamily="34" charset="0"/>
            </a:endParaRPr>
          </a:p>
          <a:p>
            <a:pPr marL="1079500" algn="l">
              <a:spcBef>
                <a:spcPts val="140"/>
              </a:spcBef>
              <a:spcAft>
                <a:spcPts val="0"/>
              </a:spcAft>
            </a:pPr>
            <a:r>
              <a:rPr lang="en-US" sz="1100" dirty="0">
                <a:effectLst/>
                <a:latin typeface="+mn-lt"/>
                <a:ea typeface="Calibri" panose="020F0502020204030204" pitchFamily="34" charset="0"/>
              </a:rPr>
              <a:t>Edit</a:t>
            </a:r>
            <a:r>
              <a:rPr lang="en-US" sz="1100" spc="-55" dirty="0">
                <a:effectLst/>
                <a:latin typeface="+mn-lt"/>
                <a:ea typeface="Calibri" panose="020F0502020204030204" pitchFamily="34" charset="0"/>
              </a:rPr>
              <a:t> </a:t>
            </a:r>
            <a:r>
              <a:rPr lang="en-US" sz="1100" dirty="0">
                <a:solidFill>
                  <a:srgbClr val="800000"/>
                </a:solidFill>
                <a:effectLst/>
                <a:latin typeface="+mn-lt"/>
                <a:ea typeface="Calibri" panose="020F0502020204030204" pitchFamily="34" charset="0"/>
              </a:rPr>
              <a:t>&lt;code&gt;</a:t>
            </a:r>
            <a:r>
              <a:rPr lang="en-US" sz="1100" dirty="0" err="1">
                <a:effectLst/>
                <a:latin typeface="+mn-lt"/>
                <a:ea typeface="Calibri" panose="020F0502020204030204" pitchFamily="34" charset="0"/>
              </a:rPr>
              <a:t>src</a:t>
            </a:r>
            <a:r>
              <a:rPr lang="en-US" sz="1100" dirty="0">
                <a:effectLst/>
                <a:latin typeface="+mn-lt"/>
                <a:ea typeface="Calibri" panose="020F0502020204030204" pitchFamily="34" charset="0"/>
              </a:rPr>
              <a:t>/App.js</a:t>
            </a:r>
            <a:r>
              <a:rPr lang="en-US" sz="1100" dirty="0">
                <a:solidFill>
                  <a:srgbClr val="800000"/>
                </a:solidFill>
                <a:effectLst/>
                <a:latin typeface="+mn-lt"/>
                <a:ea typeface="Calibri" panose="020F0502020204030204" pitchFamily="34" charset="0"/>
              </a:rPr>
              <a:t>&lt;/code&gt;</a:t>
            </a:r>
            <a:r>
              <a:rPr lang="en-US" sz="1100" spc="-30" dirty="0">
                <a:solidFill>
                  <a:srgbClr val="800000"/>
                </a:solidFill>
                <a:effectLst/>
                <a:latin typeface="+mn-lt"/>
                <a:ea typeface="Calibri" panose="020F0502020204030204" pitchFamily="34" charset="0"/>
              </a:rPr>
              <a:t> </a:t>
            </a:r>
          </a:p>
          <a:p>
            <a:pPr marL="1079500" algn="l">
              <a:spcBef>
                <a:spcPts val="140"/>
              </a:spcBef>
              <a:spcAft>
                <a:spcPts val="0"/>
              </a:spcAft>
            </a:pPr>
            <a:r>
              <a:rPr lang="en-US" sz="1100" dirty="0">
                <a:effectLst/>
                <a:latin typeface="+mn-lt"/>
                <a:ea typeface="Calibri" panose="020F0502020204030204" pitchFamily="34" charset="0"/>
              </a:rPr>
              <a:t>and</a:t>
            </a:r>
            <a:r>
              <a:rPr lang="en-US" sz="1100" spc="-35" dirty="0">
                <a:effectLst/>
                <a:latin typeface="+mn-lt"/>
                <a:ea typeface="Calibri" panose="020F0502020204030204" pitchFamily="34" charset="0"/>
              </a:rPr>
              <a:t> </a:t>
            </a:r>
            <a:r>
              <a:rPr lang="en-US" sz="1100" dirty="0">
                <a:effectLst/>
                <a:latin typeface="+mn-lt"/>
                <a:ea typeface="Calibri" panose="020F0502020204030204" pitchFamily="34" charset="0"/>
              </a:rPr>
              <a:t>save</a:t>
            </a:r>
            <a:r>
              <a:rPr lang="en-US" sz="1100" spc="-40" dirty="0">
                <a:effectLst/>
                <a:latin typeface="+mn-lt"/>
                <a:ea typeface="Calibri" panose="020F0502020204030204" pitchFamily="34" charset="0"/>
              </a:rPr>
              <a:t> </a:t>
            </a:r>
            <a:r>
              <a:rPr lang="en-US" sz="1100" dirty="0">
                <a:effectLst/>
                <a:latin typeface="+mn-lt"/>
                <a:ea typeface="Calibri" panose="020F0502020204030204" pitchFamily="34" charset="0"/>
              </a:rPr>
              <a:t>to</a:t>
            </a:r>
            <a:r>
              <a:rPr lang="en-US" sz="1100" spc="-35" dirty="0">
                <a:effectLst/>
                <a:latin typeface="+mn-lt"/>
                <a:ea typeface="Calibri" panose="020F0502020204030204" pitchFamily="34" charset="0"/>
              </a:rPr>
              <a:t> </a:t>
            </a:r>
            <a:r>
              <a:rPr lang="en-US" sz="1100" spc="-10" dirty="0">
                <a:effectLst/>
                <a:latin typeface="+mn-lt"/>
                <a:ea typeface="Calibri" panose="020F0502020204030204" pitchFamily="34" charset="0"/>
              </a:rPr>
              <a:t>reload.</a:t>
            </a:r>
            <a:endParaRPr lang="fr-FR" sz="1100" dirty="0">
              <a:effectLst/>
              <a:latin typeface="+mn-lt"/>
              <a:ea typeface="Calibri" panose="020F0502020204030204" pitchFamily="34" charset="0"/>
            </a:endParaRPr>
          </a:p>
          <a:p>
            <a:pPr marL="1079500" algn="l">
              <a:spcBef>
                <a:spcPts val="140"/>
              </a:spcBef>
              <a:spcAft>
                <a:spcPts val="0"/>
              </a:spcAft>
            </a:pPr>
            <a:r>
              <a:rPr lang="en-US" sz="1100" spc="-20" dirty="0">
                <a:solidFill>
                  <a:srgbClr val="800000"/>
                </a:solidFill>
                <a:effectLst/>
                <a:latin typeface="+mn-lt"/>
                <a:ea typeface="Calibri" panose="020F0502020204030204" pitchFamily="34" charset="0"/>
              </a:rPr>
              <a:t>&lt;/p&gt;</a:t>
            </a:r>
            <a:endParaRPr lang="fr-FR" sz="1100" dirty="0">
              <a:effectLst/>
              <a:latin typeface="+mn-lt"/>
              <a:ea typeface="Calibri" panose="020F0502020204030204" pitchFamily="34" charset="0"/>
            </a:endParaRPr>
          </a:p>
          <a:p>
            <a:pPr marL="1079500" algn="l">
              <a:spcBef>
                <a:spcPts val="125"/>
              </a:spcBef>
              <a:spcAft>
                <a:spcPts val="0"/>
              </a:spcAft>
            </a:pPr>
            <a:r>
              <a:rPr lang="en-US" sz="1100" spc="-25" dirty="0">
                <a:solidFill>
                  <a:srgbClr val="800000"/>
                </a:solidFill>
                <a:effectLst/>
                <a:latin typeface="+mn-lt"/>
                <a:ea typeface="Calibri" panose="020F0502020204030204" pitchFamily="34" charset="0"/>
              </a:rPr>
              <a:t>&lt;a</a:t>
            </a:r>
            <a:r>
              <a:rPr lang="fr-FR" sz="1100" dirty="0">
                <a:latin typeface="+mn-lt"/>
                <a:ea typeface="Calibri" panose="020F0502020204030204" pitchFamily="34" charset="0"/>
              </a:rPr>
              <a:t> </a:t>
            </a:r>
            <a:r>
              <a:rPr lang="en-US" sz="1100" spc="-10" dirty="0" err="1">
                <a:solidFill>
                  <a:srgbClr val="FF0000"/>
                </a:solidFill>
                <a:effectLst/>
                <a:latin typeface="+mn-lt"/>
                <a:ea typeface="Calibri" panose="020F0502020204030204" pitchFamily="34" charset="0"/>
              </a:rPr>
              <a:t>className</a:t>
            </a:r>
            <a:r>
              <a:rPr lang="en-US" sz="1100" spc="-10" dirty="0">
                <a:effectLst/>
                <a:latin typeface="+mn-lt"/>
                <a:ea typeface="Calibri" panose="020F0502020204030204" pitchFamily="34" charset="0"/>
              </a:rPr>
              <a:t>=</a:t>
            </a:r>
            <a:r>
              <a:rPr lang="en-US" sz="1100" spc="-10" dirty="0">
                <a:solidFill>
                  <a:srgbClr val="A21515"/>
                </a:solidFill>
                <a:effectLst/>
                <a:latin typeface="+mn-lt"/>
                <a:ea typeface="Calibri" panose="020F0502020204030204" pitchFamily="34" charset="0"/>
              </a:rPr>
              <a:t>"App-link" </a:t>
            </a:r>
          </a:p>
          <a:p>
            <a:pPr marL="1079500" algn="l">
              <a:spcBef>
                <a:spcPts val="125"/>
              </a:spcBef>
              <a:spcAft>
                <a:spcPts val="0"/>
              </a:spcAft>
            </a:pPr>
            <a:r>
              <a:rPr lang="en-US" sz="1100" spc="-10" dirty="0" err="1">
                <a:solidFill>
                  <a:srgbClr val="FF0000"/>
                </a:solidFill>
                <a:effectLst/>
                <a:latin typeface="+mn-lt"/>
                <a:ea typeface="Calibri" panose="020F0502020204030204" pitchFamily="34" charset="0"/>
              </a:rPr>
              <a:t>href</a:t>
            </a:r>
            <a:r>
              <a:rPr lang="en-US" sz="1100" spc="-10" dirty="0">
                <a:effectLst/>
                <a:latin typeface="+mn-lt"/>
                <a:ea typeface="Calibri" panose="020F0502020204030204" pitchFamily="34" charset="0"/>
              </a:rPr>
              <a:t>=</a:t>
            </a:r>
            <a:r>
              <a:rPr lang="en-US" sz="1100" spc="-10" dirty="0">
                <a:solidFill>
                  <a:srgbClr val="A21515"/>
                </a:solidFill>
                <a:effectLst/>
                <a:latin typeface="+mn-lt"/>
                <a:ea typeface="Calibri" panose="020F0502020204030204" pitchFamily="34" charset="0"/>
              </a:rPr>
              <a:t>"https://reactjs.org" </a:t>
            </a:r>
          </a:p>
          <a:p>
            <a:pPr marL="1079500" algn="l">
              <a:spcBef>
                <a:spcPts val="125"/>
              </a:spcBef>
              <a:spcAft>
                <a:spcPts val="0"/>
              </a:spcAft>
            </a:pPr>
            <a:r>
              <a:rPr lang="en-US" sz="1100" spc="-10" dirty="0">
                <a:solidFill>
                  <a:srgbClr val="FF0000"/>
                </a:solidFill>
                <a:effectLst/>
                <a:latin typeface="+mn-lt"/>
                <a:ea typeface="Calibri" panose="020F0502020204030204" pitchFamily="34" charset="0"/>
              </a:rPr>
              <a:t>target</a:t>
            </a:r>
            <a:r>
              <a:rPr lang="en-US" sz="1100" spc="-10" dirty="0">
                <a:effectLst/>
                <a:latin typeface="+mn-lt"/>
                <a:ea typeface="Calibri" panose="020F0502020204030204" pitchFamily="34" charset="0"/>
              </a:rPr>
              <a:t>=</a:t>
            </a:r>
            <a:r>
              <a:rPr lang="en-US" sz="1100" spc="-10" dirty="0">
                <a:solidFill>
                  <a:srgbClr val="A21515"/>
                </a:solidFill>
                <a:effectLst/>
                <a:latin typeface="+mn-lt"/>
                <a:ea typeface="Calibri" panose="020F0502020204030204" pitchFamily="34" charset="0"/>
              </a:rPr>
              <a:t>"_blank" </a:t>
            </a:r>
          </a:p>
          <a:p>
            <a:pPr marL="1079500" algn="l">
              <a:spcBef>
                <a:spcPts val="125"/>
              </a:spcBef>
              <a:spcAft>
                <a:spcPts val="0"/>
              </a:spcAft>
            </a:pPr>
            <a:r>
              <a:rPr lang="en-US" sz="1100" dirty="0" err="1">
                <a:solidFill>
                  <a:srgbClr val="FF0000"/>
                </a:solidFill>
                <a:effectLst/>
                <a:latin typeface="+mn-lt"/>
                <a:ea typeface="Calibri" panose="020F0502020204030204" pitchFamily="34" charset="0"/>
              </a:rPr>
              <a:t>rel</a:t>
            </a:r>
            <a:r>
              <a:rPr lang="en-US" sz="1100" dirty="0">
                <a:effectLst/>
                <a:latin typeface="+mn-lt"/>
                <a:ea typeface="Calibri" panose="020F0502020204030204" pitchFamily="34" charset="0"/>
              </a:rPr>
              <a:t>=</a:t>
            </a:r>
            <a:r>
              <a:rPr lang="en-US" sz="1100" dirty="0">
                <a:solidFill>
                  <a:srgbClr val="A21515"/>
                </a:solidFill>
                <a:effectLst/>
                <a:latin typeface="+mn-lt"/>
                <a:ea typeface="Calibri" panose="020F0502020204030204" pitchFamily="34" charset="0"/>
              </a:rPr>
              <a:t>"</a:t>
            </a:r>
            <a:r>
              <a:rPr lang="en-US" sz="1100" dirty="0" err="1">
                <a:solidFill>
                  <a:srgbClr val="A21515"/>
                </a:solidFill>
                <a:effectLst/>
                <a:latin typeface="+mn-lt"/>
                <a:ea typeface="Calibri" panose="020F0502020204030204" pitchFamily="34" charset="0"/>
              </a:rPr>
              <a:t>noopener</a:t>
            </a:r>
            <a:r>
              <a:rPr lang="en-US" sz="1100" dirty="0">
                <a:solidFill>
                  <a:srgbClr val="A21515"/>
                </a:solidFill>
                <a:effectLst/>
                <a:latin typeface="+mn-lt"/>
                <a:ea typeface="Calibri" panose="020F0502020204030204" pitchFamily="34" charset="0"/>
              </a:rPr>
              <a:t> </a:t>
            </a:r>
            <a:r>
              <a:rPr lang="en-US" sz="1100" dirty="0" err="1">
                <a:solidFill>
                  <a:srgbClr val="A21515"/>
                </a:solidFill>
                <a:effectLst/>
                <a:latin typeface="+mn-lt"/>
                <a:ea typeface="Calibri" panose="020F0502020204030204" pitchFamily="34" charset="0"/>
              </a:rPr>
              <a:t>noreferrer</a:t>
            </a:r>
            <a:r>
              <a:rPr lang="en-US" sz="1100" dirty="0">
                <a:solidFill>
                  <a:srgbClr val="A21515"/>
                </a:solidFill>
                <a:effectLst/>
                <a:latin typeface="+mn-lt"/>
                <a:ea typeface="Calibri" panose="020F0502020204030204" pitchFamily="34" charset="0"/>
              </a:rPr>
              <a:t>"</a:t>
            </a:r>
            <a:r>
              <a:rPr lang="en-US" sz="1100" spc="-50" dirty="0">
                <a:solidFill>
                  <a:srgbClr val="800000"/>
                </a:solidFill>
                <a:effectLst/>
                <a:latin typeface="+mn-lt"/>
                <a:ea typeface="Calibri" panose="020F0502020204030204" pitchFamily="34" charset="0"/>
              </a:rPr>
              <a:t>&gt;</a:t>
            </a:r>
            <a:r>
              <a:rPr lang="en-US" sz="1100" dirty="0">
                <a:effectLst/>
                <a:latin typeface="+mn-lt"/>
                <a:ea typeface="Calibri" panose="020F0502020204030204" pitchFamily="34" charset="0"/>
              </a:rPr>
              <a:t> </a:t>
            </a:r>
            <a:endParaRPr lang="fr-FR" sz="1100" dirty="0">
              <a:effectLst/>
              <a:latin typeface="+mn-lt"/>
              <a:ea typeface="Calibri" panose="020F0502020204030204" pitchFamily="34" charset="0"/>
            </a:endParaRPr>
          </a:p>
          <a:p>
            <a:pPr marL="1079500" algn="l">
              <a:spcBef>
                <a:spcPts val="140"/>
              </a:spcBef>
              <a:spcAft>
                <a:spcPts val="0"/>
              </a:spcAft>
            </a:pPr>
            <a:r>
              <a:rPr lang="en-US" sz="1100" dirty="0">
                <a:effectLst/>
                <a:latin typeface="+mn-lt"/>
                <a:ea typeface="Calibri" panose="020F0502020204030204" pitchFamily="34" charset="0"/>
              </a:rPr>
              <a:t>Learn</a:t>
            </a:r>
            <a:r>
              <a:rPr lang="en-US" sz="1100" spc="-25" dirty="0">
                <a:effectLst/>
                <a:latin typeface="+mn-lt"/>
                <a:ea typeface="Calibri" panose="020F0502020204030204" pitchFamily="34" charset="0"/>
              </a:rPr>
              <a:t> </a:t>
            </a:r>
            <a:r>
              <a:rPr lang="en-US" sz="1100" spc="-10" dirty="0">
                <a:effectLst/>
                <a:latin typeface="+mn-lt"/>
                <a:ea typeface="Calibri" panose="020F0502020204030204" pitchFamily="34" charset="0"/>
              </a:rPr>
              <a:t>React</a:t>
            </a:r>
            <a:endParaRPr lang="fr-FR" sz="1100" dirty="0">
              <a:effectLst/>
              <a:latin typeface="+mn-lt"/>
              <a:ea typeface="Calibri" panose="020F0502020204030204" pitchFamily="34" charset="0"/>
            </a:endParaRPr>
          </a:p>
          <a:p>
            <a:pPr marL="1079500" algn="l">
              <a:spcBef>
                <a:spcPts val="140"/>
              </a:spcBef>
              <a:spcAft>
                <a:spcPts val="0"/>
              </a:spcAft>
            </a:pPr>
            <a:r>
              <a:rPr lang="en-US" sz="1100" spc="-20" dirty="0">
                <a:solidFill>
                  <a:srgbClr val="800000"/>
                </a:solidFill>
                <a:effectLst/>
                <a:latin typeface="+mn-lt"/>
                <a:ea typeface="Calibri" panose="020F0502020204030204" pitchFamily="34" charset="0"/>
              </a:rPr>
              <a:t>&lt;/a&gt;</a:t>
            </a:r>
            <a:endParaRPr lang="fr-FR" sz="1100" dirty="0">
              <a:effectLst/>
              <a:latin typeface="+mn-lt"/>
              <a:ea typeface="Calibri" panose="020F0502020204030204" pitchFamily="34" charset="0"/>
            </a:endParaRPr>
          </a:p>
          <a:p>
            <a:pPr marL="715963" algn="l">
              <a:spcBef>
                <a:spcPts val="130"/>
              </a:spcBef>
              <a:spcAft>
                <a:spcPts val="0"/>
              </a:spcAft>
            </a:pPr>
            <a:r>
              <a:rPr lang="en-US" sz="1100" spc="-10" dirty="0">
                <a:solidFill>
                  <a:srgbClr val="800000"/>
                </a:solidFill>
                <a:effectLst/>
                <a:latin typeface="+mn-lt"/>
                <a:ea typeface="Calibri" panose="020F0502020204030204" pitchFamily="34" charset="0"/>
              </a:rPr>
              <a:t>&lt;/header&gt;</a:t>
            </a:r>
            <a:endParaRPr lang="fr-FR" sz="1100" dirty="0">
              <a:effectLst/>
              <a:latin typeface="+mn-lt"/>
              <a:ea typeface="Calibri" panose="020F0502020204030204" pitchFamily="34" charset="0"/>
            </a:endParaRPr>
          </a:p>
          <a:p>
            <a:pPr marL="539750" algn="l">
              <a:spcBef>
                <a:spcPts val="140"/>
              </a:spcBef>
              <a:spcAft>
                <a:spcPts val="0"/>
              </a:spcAft>
            </a:pPr>
            <a:r>
              <a:rPr lang="en-US" sz="1100" spc="-10" dirty="0">
                <a:solidFill>
                  <a:srgbClr val="800000"/>
                </a:solidFill>
                <a:effectLst/>
                <a:latin typeface="+mn-lt"/>
                <a:ea typeface="Calibri" panose="020F0502020204030204" pitchFamily="34" charset="0"/>
              </a:rPr>
              <a:t>&lt;/div&gt;</a:t>
            </a:r>
            <a:endParaRPr lang="fr-FR" sz="1100" dirty="0">
              <a:effectLst/>
              <a:latin typeface="+mn-lt"/>
              <a:ea typeface="Calibri" panose="020F0502020204030204" pitchFamily="34" charset="0"/>
            </a:endParaRPr>
          </a:p>
          <a:p>
            <a:pPr algn="l">
              <a:spcBef>
                <a:spcPts val="140"/>
              </a:spcBef>
              <a:spcAft>
                <a:spcPts val="0"/>
              </a:spcAft>
            </a:pPr>
            <a:r>
              <a:rPr lang="fr-FR" sz="1100" spc="-25" dirty="0">
                <a:effectLst/>
                <a:latin typeface="+mn-lt"/>
                <a:ea typeface="Calibri" panose="020F0502020204030204" pitchFamily="34" charset="0"/>
              </a:rPr>
              <a:t>);</a:t>
            </a:r>
            <a:endParaRPr lang="fr-FR" sz="1100" dirty="0">
              <a:effectLst/>
              <a:latin typeface="+mn-lt"/>
              <a:ea typeface="Calibri" panose="020F0502020204030204" pitchFamily="34" charset="0"/>
            </a:endParaRPr>
          </a:p>
          <a:p>
            <a:pPr algn="l">
              <a:spcBef>
                <a:spcPts val="140"/>
              </a:spcBef>
              <a:spcAft>
                <a:spcPts val="0"/>
              </a:spcAft>
            </a:pPr>
            <a:r>
              <a:rPr lang="fr-FR" sz="1100" spc="-50" dirty="0">
                <a:effectLst/>
                <a:latin typeface="+mn-lt"/>
                <a:ea typeface="Calibri" panose="020F0502020204030204" pitchFamily="34" charset="0"/>
              </a:rPr>
              <a:t>}</a:t>
            </a:r>
          </a:p>
          <a:p>
            <a:pPr algn="l">
              <a:spcBef>
                <a:spcPts val="140"/>
              </a:spcBef>
              <a:spcAft>
                <a:spcPts val="0"/>
              </a:spcAft>
            </a:pPr>
            <a:r>
              <a:rPr lang="fr-FR" sz="1100" dirty="0">
                <a:solidFill>
                  <a:srgbClr val="0000FF"/>
                </a:solidFill>
                <a:effectLst/>
                <a:latin typeface="+mn-lt"/>
                <a:ea typeface="Calibri" panose="020F0502020204030204" pitchFamily="34" charset="0"/>
              </a:rPr>
              <a:t>export</a:t>
            </a:r>
            <a:r>
              <a:rPr lang="fr-FR" sz="1100" spc="-45" dirty="0">
                <a:solidFill>
                  <a:srgbClr val="0000FF"/>
                </a:solidFill>
                <a:effectLst/>
                <a:latin typeface="+mn-lt"/>
                <a:ea typeface="Calibri" panose="020F0502020204030204" pitchFamily="34" charset="0"/>
              </a:rPr>
              <a:t> </a:t>
            </a:r>
            <a:r>
              <a:rPr lang="fr-FR" sz="1100" dirty="0">
                <a:solidFill>
                  <a:srgbClr val="0000FF"/>
                </a:solidFill>
                <a:effectLst/>
                <a:latin typeface="+mn-lt"/>
                <a:ea typeface="Calibri" panose="020F0502020204030204" pitchFamily="34" charset="0"/>
              </a:rPr>
              <a:t>default</a:t>
            </a:r>
            <a:r>
              <a:rPr lang="fr-FR" sz="1100" spc="-30" dirty="0">
                <a:solidFill>
                  <a:srgbClr val="0000FF"/>
                </a:solidFill>
                <a:effectLst/>
                <a:latin typeface="+mn-lt"/>
                <a:ea typeface="Calibri" panose="020F0502020204030204" pitchFamily="34" charset="0"/>
              </a:rPr>
              <a:t> </a:t>
            </a:r>
            <a:r>
              <a:rPr lang="fr-FR" sz="1100" spc="-20" dirty="0">
                <a:effectLst/>
                <a:latin typeface="+mn-lt"/>
                <a:ea typeface="Calibri" panose="020F0502020204030204" pitchFamily="34" charset="0"/>
              </a:rPr>
              <a:t>App;</a:t>
            </a:r>
            <a:endParaRPr lang="fr-FR" sz="1100" dirty="0">
              <a:effectLst/>
              <a:latin typeface="+mn-lt"/>
              <a:ea typeface="Calibri" panose="020F0502020204030204" pitchFamily="34" charset="0"/>
            </a:endParaRPr>
          </a:p>
        </p:txBody>
      </p:sp>
      <p:sp>
        <p:nvSpPr>
          <p:cNvPr id="18" name="ZoneTexte 17">
            <a:extLst>
              <a:ext uri="{FF2B5EF4-FFF2-40B4-BE49-F238E27FC236}">
                <a16:creationId xmlns:a16="http://schemas.microsoft.com/office/drawing/2014/main" id="{631C3A05-5020-0BEA-F36F-D1E095783EC0}"/>
              </a:ext>
            </a:extLst>
          </p:cNvPr>
          <p:cNvSpPr txBox="1"/>
          <p:nvPr/>
        </p:nvSpPr>
        <p:spPr>
          <a:xfrm>
            <a:off x="2942270" y="1585216"/>
            <a:ext cx="2941120" cy="338554"/>
          </a:xfrm>
          <a:prstGeom prst="rect">
            <a:avLst/>
          </a:prstGeom>
          <a:noFill/>
          <a:ln>
            <a:solidFill>
              <a:schemeClr val="accent1"/>
            </a:solidFill>
          </a:ln>
        </p:spPr>
        <p:txBody>
          <a:bodyPr wrap="square">
            <a:spAutoFit/>
          </a:bodyPr>
          <a:lstStyle/>
          <a:p>
            <a:pPr marL="539115">
              <a:spcBef>
                <a:spcPts val="600"/>
              </a:spcBef>
              <a:spcAft>
                <a:spcPts val="0"/>
              </a:spcAft>
            </a:pPr>
            <a:r>
              <a:rPr lang="fr-FR" sz="1600" b="1" dirty="0">
                <a:effectLst/>
                <a:latin typeface="Calibri" panose="020F0502020204030204" pitchFamily="34" charset="0"/>
                <a:ea typeface="Calibri" panose="020F0502020204030204" pitchFamily="34" charset="0"/>
              </a:rPr>
              <a:t>2- Fichier src/index.</a:t>
            </a:r>
            <a:r>
              <a:rPr lang="fr-FR" b="1" dirty="0">
                <a:latin typeface="Calibri" panose="020F0502020204030204" pitchFamily="34" charset="0"/>
                <a:ea typeface="Calibri" panose="020F0502020204030204" pitchFamily="34" charset="0"/>
              </a:rPr>
              <a:t>js</a:t>
            </a:r>
            <a:endParaRPr lang="fr-FR" sz="1400" dirty="0">
              <a:effectLst/>
              <a:latin typeface="Calibri" panose="020F0502020204030204" pitchFamily="34" charset="0"/>
              <a:ea typeface="Calibri" panose="020F0502020204030204" pitchFamily="34" charset="0"/>
            </a:endParaRPr>
          </a:p>
        </p:txBody>
      </p:sp>
      <p:graphicFrame>
        <p:nvGraphicFramePr>
          <p:cNvPr id="19" name="Tableau 18">
            <a:extLst>
              <a:ext uri="{FF2B5EF4-FFF2-40B4-BE49-F238E27FC236}">
                <a16:creationId xmlns:a16="http://schemas.microsoft.com/office/drawing/2014/main" id="{549CC195-AD9F-999F-A0E0-5A2D170D0A3E}"/>
              </a:ext>
            </a:extLst>
          </p:cNvPr>
          <p:cNvGraphicFramePr>
            <a:graphicFrameLocks noGrp="1"/>
          </p:cNvGraphicFramePr>
          <p:nvPr>
            <p:extLst>
              <p:ext uri="{D42A27DB-BD31-4B8C-83A1-F6EECF244321}">
                <p14:modId xmlns:p14="http://schemas.microsoft.com/office/powerpoint/2010/main" val="1312203055"/>
              </p:ext>
            </p:extLst>
          </p:nvPr>
        </p:nvGraphicFramePr>
        <p:xfrm>
          <a:off x="2942270" y="2035428"/>
          <a:ext cx="2941120" cy="4111980"/>
        </p:xfrm>
        <a:graphic>
          <a:graphicData uri="http://schemas.openxmlformats.org/drawingml/2006/table">
            <a:tbl>
              <a:tblPr firstRow="1" firstCol="1" lastRow="1" lastCol="1" bandRow="1" bandCol="1"/>
              <a:tblGrid>
                <a:gridCol w="284246">
                  <a:extLst>
                    <a:ext uri="{9D8B030D-6E8A-4147-A177-3AD203B41FA5}">
                      <a16:colId xmlns:a16="http://schemas.microsoft.com/office/drawing/2014/main" val="4230749998"/>
                    </a:ext>
                  </a:extLst>
                </a:gridCol>
                <a:gridCol w="2656874">
                  <a:extLst>
                    <a:ext uri="{9D8B030D-6E8A-4147-A177-3AD203B41FA5}">
                      <a16:colId xmlns:a16="http://schemas.microsoft.com/office/drawing/2014/main" val="479635245"/>
                    </a:ext>
                  </a:extLst>
                </a:gridCol>
              </a:tblGrid>
              <a:tr h="364949">
                <a:tc>
                  <a:txBody>
                    <a:bodyPr/>
                    <a:lstStyle/>
                    <a:p>
                      <a:pPr algn="ctr">
                        <a:spcBef>
                          <a:spcPts val="295"/>
                        </a:spcBef>
                      </a:pPr>
                      <a:r>
                        <a:rPr lang="fr-FR" sz="1200" spc="-50">
                          <a:solidFill>
                            <a:srgbClr val="000000"/>
                          </a:solidFill>
                          <a:effectLst/>
                          <a:latin typeface="+mn-lt"/>
                          <a:ea typeface="Consolas" panose="020B0609020204030204" pitchFamily="49" charset="0"/>
                          <a:cs typeface="Consolas" panose="020B0609020204030204" pitchFamily="49" charset="0"/>
                        </a:rPr>
                        <a:t>1</a:t>
                      </a:r>
                      <a:endParaRPr lang="fr-FR" sz="1100">
                        <a:effectLst/>
                        <a:latin typeface="+mn-lt"/>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1F1F1"/>
                    </a:solidFill>
                  </a:tcPr>
                </a:tc>
                <a:tc>
                  <a:txBody>
                    <a:bodyPr/>
                    <a:lstStyle/>
                    <a:p>
                      <a:pPr marL="68580">
                        <a:spcBef>
                          <a:spcPts val="425"/>
                        </a:spcBef>
                        <a:spcAft>
                          <a:spcPts val="0"/>
                        </a:spcAft>
                      </a:pPr>
                      <a:r>
                        <a:rPr lang="fr-FR" sz="1100">
                          <a:solidFill>
                            <a:srgbClr val="0000FF"/>
                          </a:solidFill>
                          <a:effectLst/>
                          <a:latin typeface="+mn-lt"/>
                          <a:ea typeface="Consolas" panose="020B0609020204030204" pitchFamily="49" charset="0"/>
                          <a:cs typeface="Consolas" panose="020B0609020204030204" pitchFamily="49" charset="0"/>
                        </a:rPr>
                        <a:t>import</a:t>
                      </a:r>
                      <a:r>
                        <a:rPr lang="fr-FR" sz="1100" spc="-20">
                          <a:solidFill>
                            <a:srgbClr val="0000FF"/>
                          </a:solidFill>
                          <a:effectLst/>
                          <a:latin typeface="+mn-lt"/>
                          <a:ea typeface="Consolas" panose="020B0609020204030204" pitchFamily="49" charset="0"/>
                          <a:cs typeface="Consolas" panose="020B0609020204030204" pitchFamily="49" charset="0"/>
                        </a:rPr>
                        <a:t> </a:t>
                      </a:r>
                      <a:r>
                        <a:rPr lang="fr-FR" sz="1100">
                          <a:effectLst/>
                          <a:latin typeface="+mn-lt"/>
                          <a:ea typeface="Consolas" panose="020B0609020204030204" pitchFamily="49" charset="0"/>
                          <a:cs typeface="Consolas" panose="020B0609020204030204" pitchFamily="49" charset="0"/>
                        </a:rPr>
                        <a:t>React</a:t>
                      </a:r>
                      <a:r>
                        <a:rPr lang="fr-FR" sz="1100" spc="-25">
                          <a:effectLst/>
                          <a:latin typeface="+mn-lt"/>
                          <a:ea typeface="Consolas" panose="020B0609020204030204" pitchFamily="49" charset="0"/>
                          <a:cs typeface="Consolas" panose="020B0609020204030204" pitchFamily="49" charset="0"/>
                        </a:rPr>
                        <a:t> </a:t>
                      </a:r>
                      <a:r>
                        <a:rPr lang="fr-FR" sz="1100">
                          <a:solidFill>
                            <a:srgbClr val="0000FF"/>
                          </a:solidFill>
                          <a:effectLst/>
                          <a:latin typeface="+mn-lt"/>
                          <a:ea typeface="Consolas" panose="020B0609020204030204" pitchFamily="49" charset="0"/>
                          <a:cs typeface="Consolas" panose="020B0609020204030204" pitchFamily="49" charset="0"/>
                        </a:rPr>
                        <a:t>from</a:t>
                      </a:r>
                      <a:r>
                        <a:rPr lang="fr-FR" sz="1100" spc="-20">
                          <a:solidFill>
                            <a:srgbClr val="0000FF"/>
                          </a:solidFill>
                          <a:effectLst/>
                          <a:latin typeface="+mn-lt"/>
                          <a:ea typeface="Consolas" panose="020B0609020204030204" pitchFamily="49" charset="0"/>
                          <a:cs typeface="Consolas" panose="020B0609020204030204" pitchFamily="49" charset="0"/>
                        </a:rPr>
                        <a:t> </a:t>
                      </a:r>
                      <a:r>
                        <a:rPr lang="fr-FR" sz="1100" spc="-10">
                          <a:solidFill>
                            <a:srgbClr val="A21515"/>
                          </a:solidFill>
                          <a:effectLst/>
                          <a:latin typeface="+mn-lt"/>
                          <a:ea typeface="Consolas" panose="020B0609020204030204" pitchFamily="49" charset="0"/>
                          <a:cs typeface="Consolas" panose="020B0609020204030204" pitchFamily="49" charset="0"/>
                        </a:rPr>
                        <a:t>'react'</a:t>
                      </a:r>
                      <a:r>
                        <a:rPr lang="fr-FR" sz="1100" spc="-10">
                          <a:effectLst/>
                          <a:latin typeface="+mn-lt"/>
                          <a:ea typeface="Consolas" panose="020B0609020204030204" pitchFamily="49" charset="0"/>
                          <a:cs typeface="Consolas" panose="020B0609020204030204" pitchFamily="49" charset="0"/>
                        </a:rPr>
                        <a:t>;</a:t>
                      </a:r>
                      <a:endParaRPr lang="fr-FR" sz="1100">
                        <a:effectLst/>
                        <a:latin typeface="+mn-lt"/>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496164406"/>
                  </a:ext>
                </a:extLst>
              </a:tr>
              <a:tr h="346449">
                <a:tc>
                  <a:txBody>
                    <a:bodyPr/>
                    <a:lstStyle/>
                    <a:p>
                      <a:pPr algn="ctr">
                        <a:spcBef>
                          <a:spcPts val="190"/>
                        </a:spcBef>
                      </a:pPr>
                      <a:r>
                        <a:rPr lang="fr-FR" sz="1200" spc="-50">
                          <a:solidFill>
                            <a:srgbClr val="000000"/>
                          </a:solidFill>
                          <a:effectLst/>
                          <a:latin typeface="+mn-lt"/>
                          <a:ea typeface="Consolas" panose="020B0609020204030204" pitchFamily="49" charset="0"/>
                          <a:cs typeface="Consolas" panose="020B0609020204030204" pitchFamily="49" charset="0"/>
                        </a:rPr>
                        <a:t>2</a:t>
                      </a:r>
                      <a:endParaRPr lang="fr-FR" sz="1100">
                        <a:effectLst/>
                        <a:latin typeface="+mn-lt"/>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spcBef>
                          <a:spcPts val="320"/>
                        </a:spcBef>
                        <a:spcAft>
                          <a:spcPts val="0"/>
                        </a:spcAft>
                      </a:pPr>
                      <a:r>
                        <a:rPr lang="en-US" sz="1100">
                          <a:solidFill>
                            <a:srgbClr val="0000FF"/>
                          </a:solidFill>
                          <a:effectLst/>
                          <a:latin typeface="+mn-lt"/>
                          <a:ea typeface="Consolas" panose="020B0609020204030204" pitchFamily="49" charset="0"/>
                          <a:cs typeface="Consolas" panose="020B0609020204030204" pitchFamily="49" charset="0"/>
                        </a:rPr>
                        <a:t>import</a:t>
                      </a:r>
                      <a:r>
                        <a:rPr lang="en-US" sz="1100" spc="-40">
                          <a:solidFill>
                            <a:srgbClr val="0000FF"/>
                          </a:solidFill>
                          <a:effectLst/>
                          <a:latin typeface="+mn-lt"/>
                          <a:ea typeface="Consolas" panose="020B0609020204030204" pitchFamily="49" charset="0"/>
                          <a:cs typeface="Consolas" panose="020B0609020204030204" pitchFamily="49" charset="0"/>
                        </a:rPr>
                        <a:t> </a:t>
                      </a:r>
                      <a:r>
                        <a:rPr lang="en-US" sz="1100">
                          <a:effectLst/>
                          <a:latin typeface="+mn-lt"/>
                          <a:ea typeface="Consolas" panose="020B0609020204030204" pitchFamily="49" charset="0"/>
                          <a:cs typeface="Consolas" panose="020B0609020204030204" pitchFamily="49" charset="0"/>
                        </a:rPr>
                        <a:t>ReactDOM</a:t>
                      </a:r>
                      <a:r>
                        <a:rPr lang="en-US" sz="1100" spc="-35">
                          <a:effectLst/>
                          <a:latin typeface="+mn-lt"/>
                          <a:ea typeface="Consolas" panose="020B0609020204030204" pitchFamily="49" charset="0"/>
                          <a:cs typeface="Consolas" panose="020B0609020204030204" pitchFamily="49" charset="0"/>
                        </a:rPr>
                        <a:t> </a:t>
                      </a:r>
                      <a:r>
                        <a:rPr lang="en-US" sz="1100">
                          <a:solidFill>
                            <a:srgbClr val="0000FF"/>
                          </a:solidFill>
                          <a:effectLst/>
                          <a:latin typeface="+mn-lt"/>
                          <a:ea typeface="Consolas" panose="020B0609020204030204" pitchFamily="49" charset="0"/>
                          <a:cs typeface="Consolas" panose="020B0609020204030204" pitchFamily="49" charset="0"/>
                        </a:rPr>
                        <a:t>from</a:t>
                      </a:r>
                      <a:r>
                        <a:rPr lang="en-US" sz="1100" spc="-35">
                          <a:solidFill>
                            <a:srgbClr val="0000FF"/>
                          </a:solidFill>
                          <a:effectLst/>
                          <a:latin typeface="+mn-lt"/>
                          <a:ea typeface="Consolas" panose="020B0609020204030204" pitchFamily="49" charset="0"/>
                          <a:cs typeface="Consolas" panose="020B0609020204030204" pitchFamily="49" charset="0"/>
                        </a:rPr>
                        <a:t> </a:t>
                      </a:r>
                      <a:r>
                        <a:rPr lang="en-US" sz="1100">
                          <a:solidFill>
                            <a:srgbClr val="A21515"/>
                          </a:solidFill>
                          <a:effectLst/>
                          <a:latin typeface="+mn-lt"/>
                          <a:ea typeface="Consolas" panose="020B0609020204030204" pitchFamily="49" charset="0"/>
                          <a:cs typeface="Consolas" panose="020B0609020204030204" pitchFamily="49" charset="0"/>
                        </a:rPr>
                        <a:t>'react-</a:t>
                      </a:r>
                      <a:r>
                        <a:rPr lang="en-US" sz="1100" spc="-10">
                          <a:solidFill>
                            <a:srgbClr val="A21515"/>
                          </a:solidFill>
                          <a:effectLst/>
                          <a:latin typeface="+mn-lt"/>
                          <a:ea typeface="Consolas" panose="020B0609020204030204" pitchFamily="49" charset="0"/>
                          <a:cs typeface="Consolas" panose="020B0609020204030204" pitchFamily="49" charset="0"/>
                        </a:rPr>
                        <a:t>dom/client'</a:t>
                      </a:r>
                      <a:r>
                        <a:rPr lang="en-US" sz="1100" spc="-10">
                          <a:effectLst/>
                          <a:latin typeface="+mn-lt"/>
                          <a:ea typeface="Consolas" panose="020B0609020204030204" pitchFamily="49" charset="0"/>
                          <a:cs typeface="Consolas" panose="020B0609020204030204" pitchFamily="49" charset="0"/>
                        </a:rPr>
                        <a:t>;</a:t>
                      </a:r>
                      <a:endParaRPr lang="fr-FR" sz="1100">
                        <a:effectLst/>
                        <a:latin typeface="+mn-lt"/>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166088201"/>
                  </a:ext>
                </a:extLst>
              </a:tr>
              <a:tr h="346449">
                <a:tc>
                  <a:txBody>
                    <a:bodyPr/>
                    <a:lstStyle/>
                    <a:p>
                      <a:pPr algn="ctr">
                        <a:spcBef>
                          <a:spcPts val="190"/>
                        </a:spcBef>
                      </a:pPr>
                      <a:r>
                        <a:rPr lang="fr-FR" sz="1200" spc="-50">
                          <a:solidFill>
                            <a:srgbClr val="000000"/>
                          </a:solidFill>
                          <a:effectLst/>
                          <a:latin typeface="+mn-lt"/>
                          <a:ea typeface="Consolas" panose="020B0609020204030204" pitchFamily="49" charset="0"/>
                          <a:cs typeface="Consolas" panose="020B0609020204030204" pitchFamily="49" charset="0"/>
                        </a:rPr>
                        <a:t>3</a:t>
                      </a:r>
                      <a:endParaRPr lang="fr-FR" sz="1100">
                        <a:effectLst/>
                        <a:latin typeface="+mn-lt"/>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spcBef>
                          <a:spcPts val="320"/>
                        </a:spcBef>
                        <a:spcAft>
                          <a:spcPts val="0"/>
                        </a:spcAft>
                      </a:pPr>
                      <a:r>
                        <a:rPr lang="fr-FR" sz="1100">
                          <a:solidFill>
                            <a:srgbClr val="0000FF"/>
                          </a:solidFill>
                          <a:effectLst/>
                          <a:latin typeface="+mn-lt"/>
                          <a:ea typeface="Consolas" panose="020B0609020204030204" pitchFamily="49" charset="0"/>
                          <a:cs typeface="Consolas" panose="020B0609020204030204" pitchFamily="49" charset="0"/>
                        </a:rPr>
                        <a:t>import</a:t>
                      </a:r>
                      <a:r>
                        <a:rPr lang="fr-FR" sz="1100" spc="-25">
                          <a:solidFill>
                            <a:srgbClr val="0000FF"/>
                          </a:solidFill>
                          <a:effectLst/>
                          <a:latin typeface="+mn-lt"/>
                          <a:ea typeface="Consolas" panose="020B0609020204030204" pitchFamily="49" charset="0"/>
                          <a:cs typeface="Consolas" panose="020B0609020204030204" pitchFamily="49" charset="0"/>
                        </a:rPr>
                        <a:t> </a:t>
                      </a:r>
                      <a:r>
                        <a:rPr lang="fr-FR" sz="1100" spc="-10">
                          <a:solidFill>
                            <a:srgbClr val="A21515"/>
                          </a:solidFill>
                          <a:effectLst/>
                          <a:latin typeface="+mn-lt"/>
                          <a:ea typeface="Consolas" panose="020B0609020204030204" pitchFamily="49" charset="0"/>
                          <a:cs typeface="Consolas" panose="020B0609020204030204" pitchFamily="49" charset="0"/>
                        </a:rPr>
                        <a:t>'./index.css'</a:t>
                      </a:r>
                      <a:r>
                        <a:rPr lang="fr-FR" sz="1100" spc="-10">
                          <a:effectLst/>
                          <a:latin typeface="+mn-lt"/>
                          <a:ea typeface="Consolas" panose="020B0609020204030204" pitchFamily="49" charset="0"/>
                          <a:cs typeface="Consolas" panose="020B0609020204030204" pitchFamily="49" charset="0"/>
                        </a:rPr>
                        <a:t>;</a:t>
                      </a:r>
                      <a:endParaRPr lang="fr-FR" sz="1100">
                        <a:effectLst/>
                        <a:latin typeface="+mn-lt"/>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147049913"/>
                  </a:ext>
                </a:extLst>
              </a:tr>
              <a:tr h="346449">
                <a:tc>
                  <a:txBody>
                    <a:bodyPr/>
                    <a:lstStyle/>
                    <a:p>
                      <a:pPr algn="ctr">
                        <a:spcBef>
                          <a:spcPts val="190"/>
                        </a:spcBef>
                      </a:pPr>
                      <a:r>
                        <a:rPr lang="fr-FR" sz="1200" spc="-50">
                          <a:solidFill>
                            <a:srgbClr val="000000"/>
                          </a:solidFill>
                          <a:effectLst/>
                          <a:latin typeface="+mn-lt"/>
                          <a:ea typeface="Consolas" panose="020B0609020204030204" pitchFamily="49" charset="0"/>
                          <a:cs typeface="Consolas" panose="020B0609020204030204" pitchFamily="49" charset="0"/>
                        </a:rPr>
                        <a:t>4</a:t>
                      </a:r>
                      <a:endParaRPr lang="fr-FR" sz="1100">
                        <a:effectLst/>
                        <a:latin typeface="+mn-lt"/>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spcBef>
                          <a:spcPts val="320"/>
                        </a:spcBef>
                        <a:spcAft>
                          <a:spcPts val="0"/>
                        </a:spcAft>
                      </a:pPr>
                      <a:r>
                        <a:rPr lang="en-US" sz="1100" dirty="0">
                          <a:solidFill>
                            <a:srgbClr val="0000FF"/>
                          </a:solidFill>
                          <a:effectLst/>
                          <a:latin typeface="+mn-lt"/>
                          <a:ea typeface="Consolas" panose="020B0609020204030204" pitchFamily="49" charset="0"/>
                          <a:cs typeface="Consolas" panose="020B0609020204030204" pitchFamily="49" charset="0"/>
                        </a:rPr>
                        <a:t>import</a:t>
                      </a:r>
                      <a:r>
                        <a:rPr lang="en-US" sz="1100" spc="-20" dirty="0">
                          <a:solidFill>
                            <a:srgbClr val="0000FF"/>
                          </a:solidFill>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App</a:t>
                      </a:r>
                      <a:r>
                        <a:rPr lang="en-US" sz="1100" spc="-20" dirty="0">
                          <a:effectLst/>
                          <a:latin typeface="+mn-lt"/>
                          <a:ea typeface="Consolas" panose="020B0609020204030204" pitchFamily="49" charset="0"/>
                          <a:cs typeface="Consolas" panose="020B0609020204030204" pitchFamily="49" charset="0"/>
                        </a:rPr>
                        <a:t> </a:t>
                      </a:r>
                      <a:r>
                        <a:rPr lang="en-US" sz="1100" dirty="0">
                          <a:solidFill>
                            <a:srgbClr val="0000FF"/>
                          </a:solidFill>
                          <a:effectLst/>
                          <a:latin typeface="+mn-lt"/>
                          <a:ea typeface="Consolas" panose="020B0609020204030204" pitchFamily="49" charset="0"/>
                          <a:cs typeface="Consolas" panose="020B0609020204030204" pitchFamily="49" charset="0"/>
                        </a:rPr>
                        <a:t>from</a:t>
                      </a:r>
                      <a:r>
                        <a:rPr lang="en-US" sz="1100" spc="-15" dirty="0">
                          <a:solidFill>
                            <a:srgbClr val="0000FF"/>
                          </a:solidFill>
                          <a:effectLst/>
                          <a:latin typeface="+mn-lt"/>
                          <a:ea typeface="Consolas" panose="020B0609020204030204" pitchFamily="49" charset="0"/>
                          <a:cs typeface="Consolas" panose="020B0609020204030204" pitchFamily="49" charset="0"/>
                        </a:rPr>
                        <a:t> </a:t>
                      </a:r>
                      <a:r>
                        <a:rPr lang="en-US" sz="1100" spc="-10" dirty="0">
                          <a:solidFill>
                            <a:srgbClr val="A21515"/>
                          </a:solidFill>
                          <a:effectLst/>
                          <a:latin typeface="+mn-lt"/>
                          <a:ea typeface="Consolas" panose="020B0609020204030204" pitchFamily="49" charset="0"/>
                          <a:cs typeface="Consolas" panose="020B0609020204030204" pitchFamily="49" charset="0"/>
                        </a:rPr>
                        <a:t>'./App'</a:t>
                      </a:r>
                      <a:r>
                        <a:rPr lang="en-US" sz="1100" spc="-10" dirty="0">
                          <a:effectLst/>
                          <a:latin typeface="+mn-lt"/>
                          <a:ea typeface="Consolas" panose="020B0609020204030204" pitchFamily="49" charset="0"/>
                          <a:cs typeface="Consolas" panose="020B0609020204030204" pitchFamily="49" charset="0"/>
                        </a:rPr>
                        <a:t>;</a:t>
                      </a:r>
                      <a:endParaRPr lang="fr-FR" sz="1100" dirty="0">
                        <a:effectLst/>
                        <a:latin typeface="+mn-lt"/>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420368668"/>
                  </a:ext>
                </a:extLst>
              </a:tr>
              <a:tr h="354858">
                <a:tc>
                  <a:txBody>
                    <a:bodyPr/>
                    <a:lstStyle/>
                    <a:p>
                      <a:pPr algn="ctr">
                        <a:spcBef>
                          <a:spcPts val="190"/>
                        </a:spcBef>
                      </a:pPr>
                      <a:r>
                        <a:rPr lang="fr-FR" sz="1200" spc="-50">
                          <a:solidFill>
                            <a:srgbClr val="000000"/>
                          </a:solidFill>
                          <a:effectLst/>
                          <a:latin typeface="+mn-lt"/>
                          <a:ea typeface="Consolas" panose="020B0609020204030204" pitchFamily="49" charset="0"/>
                          <a:cs typeface="Consolas" panose="020B0609020204030204" pitchFamily="49" charset="0"/>
                        </a:rPr>
                        <a:t>5</a:t>
                      </a:r>
                      <a:endParaRPr lang="fr-FR" sz="1100">
                        <a:effectLst/>
                        <a:latin typeface="+mn-lt"/>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spcBef>
                          <a:spcPts val="320"/>
                        </a:spcBef>
                        <a:spcAft>
                          <a:spcPts val="0"/>
                        </a:spcAft>
                      </a:pPr>
                      <a:r>
                        <a:rPr lang="en-US" sz="1100">
                          <a:solidFill>
                            <a:srgbClr val="0000FF"/>
                          </a:solidFill>
                          <a:effectLst/>
                          <a:latin typeface="+mn-lt"/>
                          <a:ea typeface="Consolas" panose="020B0609020204030204" pitchFamily="49" charset="0"/>
                          <a:cs typeface="Consolas" panose="020B0609020204030204" pitchFamily="49" charset="0"/>
                        </a:rPr>
                        <a:t>import</a:t>
                      </a:r>
                      <a:r>
                        <a:rPr lang="en-US" sz="1100" spc="-40">
                          <a:solidFill>
                            <a:srgbClr val="0000FF"/>
                          </a:solidFill>
                          <a:effectLst/>
                          <a:latin typeface="+mn-lt"/>
                          <a:ea typeface="Consolas" panose="020B0609020204030204" pitchFamily="49" charset="0"/>
                          <a:cs typeface="Consolas" panose="020B0609020204030204" pitchFamily="49" charset="0"/>
                        </a:rPr>
                        <a:t> </a:t>
                      </a:r>
                      <a:r>
                        <a:rPr lang="en-US" sz="1100">
                          <a:effectLst/>
                          <a:latin typeface="+mn-lt"/>
                          <a:ea typeface="Consolas" panose="020B0609020204030204" pitchFamily="49" charset="0"/>
                          <a:cs typeface="Consolas" panose="020B0609020204030204" pitchFamily="49" charset="0"/>
                        </a:rPr>
                        <a:t>reportWebVitals</a:t>
                      </a:r>
                      <a:r>
                        <a:rPr lang="en-US" sz="1100" spc="-35">
                          <a:effectLst/>
                          <a:latin typeface="+mn-lt"/>
                          <a:ea typeface="Consolas" panose="020B0609020204030204" pitchFamily="49" charset="0"/>
                          <a:cs typeface="Consolas" panose="020B0609020204030204" pitchFamily="49" charset="0"/>
                        </a:rPr>
                        <a:t> </a:t>
                      </a:r>
                      <a:r>
                        <a:rPr lang="en-US" sz="1100">
                          <a:solidFill>
                            <a:srgbClr val="0000FF"/>
                          </a:solidFill>
                          <a:effectLst/>
                          <a:latin typeface="+mn-lt"/>
                          <a:ea typeface="Consolas" panose="020B0609020204030204" pitchFamily="49" charset="0"/>
                          <a:cs typeface="Consolas" panose="020B0609020204030204" pitchFamily="49" charset="0"/>
                        </a:rPr>
                        <a:t>from</a:t>
                      </a:r>
                      <a:r>
                        <a:rPr lang="en-US" sz="1100" spc="-40">
                          <a:solidFill>
                            <a:srgbClr val="0000FF"/>
                          </a:solidFill>
                          <a:effectLst/>
                          <a:latin typeface="+mn-lt"/>
                          <a:ea typeface="Consolas" panose="020B0609020204030204" pitchFamily="49" charset="0"/>
                          <a:cs typeface="Consolas" panose="020B0609020204030204" pitchFamily="49" charset="0"/>
                        </a:rPr>
                        <a:t> </a:t>
                      </a:r>
                      <a:r>
                        <a:rPr lang="en-US" sz="1100" spc="-10">
                          <a:solidFill>
                            <a:srgbClr val="A21515"/>
                          </a:solidFill>
                          <a:effectLst/>
                          <a:latin typeface="+mn-lt"/>
                          <a:ea typeface="Consolas" panose="020B0609020204030204" pitchFamily="49" charset="0"/>
                          <a:cs typeface="Consolas" panose="020B0609020204030204" pitchFamily="49" charset="0"/>
                        </a:rPr>
                        <a:t>'./reportWebVitals'</a:t>
                      </a:r>
                      <a:r>
                        <a:rPr lang="en-US" sz="1100" spc="-10">
                          <a:effectLst/>
                          <a:latin typeface="+mn-lt"/>
                          <a:ea typeface="Consolas" panose="020B0609020204030204" pitchFamily="49" charset="0"/>
                          <a:cs typeface="Consolas" panose="020B0609020204030204" pitchFamily="49" charset="0"/>
                        </a:rPr>
                        <a:t>;</a:t>
                      </a:r>
                      <a:endParaRPr lang="fr-FR" sz="1100">
                        <a:effectLst/>
                        <a:latin typeface="+mn-lt"/>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572389261"/>
                  </a:ext>
                </a:extLst>
              </a:tr>
              <a:tr h="2024036">
                <a:tc>
                  <a:txBody>
                    <a:bodyPr/>
                    <a:lstStyle/>
                    <a:p>
                      <a:pPr>
                        <a:spcBef>
                          <a:spcPts val="190"/>
                        </a:spcBef>
                      </a:pPr>
                      <a:r>
                        <a:rPr lang="en-US" sz="1200">
                          <a:effectLst/>
                          <a:latin typeface="+mn-lt"/>
                          <a:ea typeface="Consolas" panose="020B0609020204030204" pitchFamily="49" charset="0"/>
                          <a:cs typeface="Consolas" panose="020B0609020204030204" pitchFamily="49" charset="0"/>
                        </a:rPr>
                        <a:t> </a:t>
                      </a:r>
                      <a:endParaRPr lang="fr-FR" sz="1100">
                        <a:effectLst/>
                        <a:latin typeface="+mn-lt"/>
                        <a:ea typeface="Consolas" panose="020B0609020204030204" pitchFamily="49" charset="0"/>
                        <a:cs typeface="Consolas" panose="020B0609020204030204" pitchFamily="49" charset="0"/>
                      </a:endParaRPr>
                    </a:p>
                    <a:p>
                      <a:pPr>
                        <a:spcBef>
                          <a:spcPts val="190"/>
                        </a:spcBef>
                      </a:pPr>
                      <a:r>
                        <a:rPr lang="en-US" sz="1200">
                          <a:effectLst/>
                          <a:latin typeface="+mn-lt"/>
                          <a:ea typeface="Consolas" panose="020B0609020204030204" pitchFamily="49" charset="0"/>
                          <a:cs typeface="Consolas" panose="020B0609020204030204" pitchFamily="49" charset="0"/>
                        </a:rPr>
                        <a:t> </a:t>
                      </a:r>
                      <a:endParaRPr lang="fr-FR" sz="1100">
                        <a:effectLst/>
                        <a:latin typeface="+mn-lt"/>
                        <a:ea typeface="Consolas" panose="020B0609020204030204" pitchFamily="49" charset="0"/>
                        <a:cs typeface="Consolas" panose="020B0609020204030204" pitchFamily="49" charset="0"/>
                      </a:endParaRPr>
                    </a:p>
                    <a:p>
                      <a:pPr>
                        <a:spcBef>
                          <a:spcPts val="765"/>
                        </a:spcBef>
                      </a:pPr>
                      <a:r>
                        <a:rPr lang="en-US" sz="1200">
                          <a:effectLst/>
                          <a:latin typeface="+mn-lt"/>
                          <a:ea typeface="Consolas" panose="020B0609020204030204" pitchFamily="49" charset="0"/>
                          <a:cs typeface="Consolas" panose="020B0609020204030204" pitchFamily="49" charset="0"/>
                        </a:rPr>
                        <a:t> </a:t>
                      </a:r>
                      <a:endParaRPr lang="fr-FR" sz="1100">
                        <a:effectLst/>
                        <a:latin typeface="+mn-lt"/>
                        <a:ea typeface="Consolas" panose="020B0609020204030204" pitchFamily="49" charset="0"/>
                        <a:cs typeface="Consolas" panose="020B0609020204030204" pitchFamily="49" charset="0"/>
                      </a:endParaRPr>
                    </a:p>
                    <a:p>
                      <a:pPr algn="ctr">
                        <a:spcBef>
                          <a:spcPts val="190"/>
                        </a:spcBef>
                      </a:pPr>
                      <a:r>
                        <a:rPr lang="fr-FR" sz="1200" spc="-50">
                          <a:solidFill>
                            <a:srgbClr val="000000"/>
                          </a:solidFill>
                          <a:effectLst/>
                          <a:latin typeface="+mn-lt"/>
                          <a:ea typeface="Consolas" panose="020B0609020204030204" pitchFamily="49" charset="0"/>
                          <a:cs typeface="Consolas" panose="020B0609020204030204" pitchFamily="49" charset="0"/>
                        </a:rPr>
                        <a:t>6</a:t>
                      </a:r>
                      <a:endParaRPr lang="fr-FR" sz="1100">
                        <a:effectLst/>
                        <a:latin typeface="+mn-lt"/>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lnSpc>
                          <a:spcPct val="110000"/>
                        </a:lnSpc>
                        <a:spcBef>
                          <a:spcPts val="285"/>
                        </a:spcBef>
                        <a:spcAft>
                          <a:spcPts val="0"/>
                        </a:spcAft>
                      </a:pPr>
                      <a:r>
                        <a:rPr lang="en-US" sz="1100" dirty="0">
                          <a:solidFill>
                            <a:srgbClr val="0000FF"/>
                          </a:solidFill>
                          <a:effectLst/>
                          <a:latin typeface="+mn-lt"/>
                          <a:ea typeface="Consolas" panose="020B0609020204030204" pitchFamily="49" charset="0"/>
                          <a:cs typeface="Consolas" panose="020B0609020204030204" pitchFamily="49" charset="0"/>
                        </a:rPr>
                        <a:t>const </a:t>
                      </a:r>
                      <a:r>
                        <a:rPr lang="en-US" sz="1100" dirty="0">
                          <a:effectLst/>
                          <a:latin typeface="+mn-lt"/>
                          <a:ea typeface="Consolas" panose="020B0609020204030204" pitchFamily="49" charset="0"/>
                          <a:cs typeface="Consolas" panose="020B0609020204030204" pitchFamily="49" charset="0"/>
                        </a:rPr>
                        <a:t>root = </a:t>
                      </a:r>
                      <a:r>
                        <a:rPr lang="en-US" sz="1100" spc="-10" dirty="0" err="1">
                          <a:effectLst/>
                          <a:latin typeface="+mn-lt"/>
                          <a:ea typeface="Consolas" panose="020B0609020204030204" pitchFamily="49" charset="0"/>
                          <a:cs typeface="Consolas" panose="020B0609020204030204" pitchFamily="49" charset="0"/>
                        </a:rPr>
                        <a:t>ReactDOM.createRoot</a:t>
                      </a:r>
                      <a:r>
                        <a:rPr lang="en-US" sz="1100" spc="-10" dirty="0">
                          <a:effectLst/>
                          <a:latin typeface="+mn-lt"/>
                          <a:ea typeface="Consolas" panose="020B0609020204030204" pitchFamily="49" charset="0"/>
                          <a:cs typeface="Consolas" panose="020B0609020204030204" pitchFamily="49" charset="0"/>
                        </a:rPr>
                        <a:t>(document.</a:t>
                      </a:r>
                    </a:p>
                    <a:p>
                      <a:pPr marL="68580">
                        <a:lnSpc>
                          <a:spcPct val="110000"/>
                        </a:lnSpc>
                        <a:spcBef>
                          <a:spcPts val="285"/>
                        </a:spcBef>
                        <a:spcAft>
                          <a:spcPts val="0"/>
                        </a:spcAft>
                      </a:pPr>
                      <a:r>
                        <a:rPr lang="en-US" sz="1100" spc="-10" dirty="0" err="1">
                          <a:effectLst/>
                          <a:latin typeface="+mn-lt"/>
                          <a:ea typeface="Consolas" panose="020B0609020204030204" pitchFamily="49" charset="0"/>
                          <a:cs typeface="Consolas" panose="020B0609020204030204" pitchFamily="49" charset="0"/>
                        </a:rPr>
                        <a:t>getElementById</a:t>
                      </a:r>
                      <a:r>
                        <a:rPr lang="en-US" sz="1100" spc="-10" dirty="0">
                          <a:effectLst/>
                          <a:latin typeface="+mn-lt"/>
                          <a:ea typeface="Consolas" panose="020B0609020204030204" pitchFamily="49" charset="0"/>
                          <a:cs typeface="Consolas" panose="020B0609020204030204" pitchFamily="49" charset="0"/>
                        </a:rPr>
                        <a:t>(</a:t>
                      </a:r>
                      <a:r>
                        <a:rPr lang="en-US" sz="1100" spc="-10" dirty="0">
                          <a:solidFill>
                            <a:srgbClr val="A21515"/>
                          </a:solidFill>
                          <a:effectLst/>
                          <a:latin typeface="+mn-lt"/>
                          <a:ea typeface="Consolas" panose="020B0609020204030204" pitchFamily="49" charset="0"/>
                          <a:cs typeface="Consolas" panose="020B0609020204030204" pitchFamily="49" charset="0"/>
                        </a:rPr>
                        <a:t>'root'</a:t>
                      </a:r>
                      <a:r>
                        <a:rPr lang="en-US" sz="1100" spc="-10" dirty="0">
                          <a:effectLst/>
                          <a:latin typeface="+mn-lt"/>
                          <a:ea typeface="Consolas" panose="020B0609020204030204" pitchFamily="49" charset="0"/>
                          <a:cs typeface="Consolas" panose="020B0609020204030204" pitchFamily="49" charset="0"/>
                        </a:rPr>
                        <a:t>));</a:t>
                      </a:r>
                      <a:endParaRPr lang="fr-FR" sz="1100" dirty="0">
                        <a:effectLst/>
                        <a:latin typeface="+mn-lt"/>
                        <a:ea typeface="Consolas" panose="020B0609020204030204" pitchFamily="49" charset="0"/>
                        <a:cs typeface="Consolas" panose="020B0609020204030204" pitchFamily="49" charset="0"/>
                      </a:endParaRPr>
                    </a:p>
                    <a:p>
                      <a:pPr marL="68580">
                        <a:spcBef>
                          <a:spcPts val="310"/>
                        </a:spcBef>
                        <a:spcAft>
                          <a:spcPts val="0"/>
                        </a:spcAft>
                      </a:pPr>
                      <a:r>
                        <a:rPr lang="en-US" sz="1100" spc="-10" dirty="0" err="1">
                          <a:effectLst/>
                          <a:latin typeface="+mn-lt"/>
                          <a:ea typeface="Consolas" panose="020B0609020204030204" pitchFamily="49" charset="0"/>
                          <a:cs typeface="Consolas" panose="020B0609020204030204" pitchFamily="49" charset="0"/>
                        </a:rPr>
                        <a:t>root.render</a:t>
                      </a:r>
                      <a:r>
                        <a:rPr lang="en-US" sz="1100" spc="-10" dirty="0">
                          <a:effectLst/>
                          <a:latin typeface="+mn-lt"/>
                          <a:ea typeface="Consolas" panose="020B0609020204030204" pitchFamily="49" charset="0"/>
                          <a:cs typeface="Consolas" panose="020B0609020204030204" pitchFamily="49" charset="0"/>
                        </a:rPr>
                        <a:t>(</a:t>
                      </a:r>
                      <a:endParaRPr lang="fr-FR" sz="1100" dirty="0">
                        <a:effectLst/>
                        <a:latin typeface="+mn-lt"/>
                        <a:ea typeface="Consolas" panose="020B0609020204030204" pitchFamily="49" charset="0"/>
                        <a:cs typeface="Consolas" panose="020B0609020204030204" pitchFamily="49" charset="0"/>
                      </a:endParaRPr>
                    </a:p>
                    <a:p>
                      <a:pPr marL="222250">
                        <a:spcBef>
                          <a:spcPts val="440"/>
                        </a:spcBef>
                        <a:spcAft>
                          <a:spcPts val="0"/>
                        </a:spcAft>
                      </a:pPr>
                      <a:r>
                        <a:rPr lang="en-US" sz="1100" spc="-10" dirty="0">
                          <a:solidFill>
                            <a:srgbClr val="800000"/>
                          </a:solidFill>
                          <a:effectLst/>
                          <a:latin typeface="+mn-lt"/>
                          <a:ea typeface="Consolas" panose="020B0609020204030204" pitchFamily="49" charset="0"/>
                          <a:cs typeface="Consolas" panose="020B0609020204030204" pitchFamily="49" charset="0"/>
                        </a:rPr>
                        <a:t>&lt;</a:t>
                      </a:r>
                      <a:r>
                        <a:rPr lang="en-US" sz="1100" spc="-10" dirty="0" err="1">
                          <a:solidFill>
                            <a:srgbClr val="800000"/>
                          </a:solidFill>
                          <a:effectLst/>
                          <a:latin typeface="+mn-lt"/>
                          <a:ea typeface="Consolas" panose="020B0609020204030204" pitchFamily="49" charset="0"/>
                          <a:cs typeface="Consolas" panose="020B0609020204030204" pitchFamily="49" charset="0"/>
                        </a:rPr>
                        <a:t>React.StrictMode</a:t>
                      </a:r>
                      <a:r>
                        <a:rPr lang="en-US" sz="1100" spc="-10" dirty="0">
                          <a:solidFill>
                            <a:srgbClr val="800000"/>
                          </a:solidFill>
                          <a:effectLst/>
                          <a:latin typeface="+mn-lt"/>
                          <a:ea typeface="Consolas" panose="020B0609020204030204" pitchFamily="49" charset="0"/>
                          <a:cs typeface="Consolas" panose="020B0609020204030204" pitchFamily="49" charset="0"/>
                        </a:rPr>
                        <a:t>&gt;</a:t>
                      </a:r>
                      <a:endParaRPr lang="fr-FR" sz="1100" dirty="0">
                        <a:effectLst/>
                        <a:latin typeface="+mn-lt"/>
                        <a:ea typeface="Consolas" panose="020B0609020204030204" pitchFamily="49" charset="0"/>
                        <a:cs typeface="Consolas" panose="020B0609020204030204" pitchFamily="49" charset="0"/>
                      </a:endParaRPr>
                    </a:p>
                    <a:p>
                      <a:pPr marL="375920">
                        <a:spcBef>
                          <a:spcPts val="440"/>
                        </a:spcBef>
                        <a:spcAft>
                          <a:spcPts val="0"/>
                        </a:spcAft>
                      </a:pPr>
                      <a:r>
                        <a:rPr lang="en-US" sz="1100" b="1" dirty="0">
                          <a:solidFill>
                            <a:srgbClr val="00CC00"/>
                          </a:solidFill>
                          <a:effectLst/>
                          <a:latin typeface="+mn-lt"/>
                          <a:ea typeface="Consolas" panose="020B0609020204030204" pitchFamily="49" charset="0"/>
                          <a:cs typeface="Consolas" panose="020B0609020204030204" pitchFamily="49" charset="0"/>
                        </a:rPr>
                        <a:t>&lt;App</a:t>
                      </a:r>
                      <a:r>
                        <a:rPr lang="en-US" sz="1100" b="1" spc="-15" dirty="0">
                          <a:solidFill>
                            <a:srgbClr val="00CC00"/>
                          </a:solidFill>
                          <a:effectLst/>
                          <a:latin typeface="+mn-lt"/>
                          <a:ea typeface="Consolas" panose="020B0609020204030204" pitchFamily="49" charset="0"/>
                          <a:cs typeface="Consolas" panose="020B0609020204030204" pitchFamily="49" charset="0"/>
                        </a:rPr>
                        <a:t> </a:t>
                      </a:r>
                      <a:r>
                        <a:rPr lang="en-US" sz="1100" b="1" spc="-25" dirty="0">
                          <a:solidFill>
                            <a:srgbClr val="00CC00"/>
                          </a:solidFill>
                          <a:effectLst/>
                          <a:latin typeface="+mn-lt"/>
                          <a:ea typeface="Consolas" panose="020B0609020204030204" pitchFamily="49" charset="0"/>
                          <a:cs typeface="Consolas" panose="020B0609020204030204" pitchFamily="49" charset="0"/>
                        </a:rPr>
                        <a:t>/&gt;</a:t>
                      </a:r>
                      <a:endParaRPr lang="fr-FR" sz="1100" b="1" dirty="0">
                        <a:solidFill>
                          <a:srgbClr val="00CC00"/>
                        </a:solidFill>
                        <a:effectLst/>
                        <a:latin typeface="+mn-lt"/>
                        <a:ea typeface="Consolas" panose="020B0609020204030204" pitchFamily="49" charset="0"/>
                        <a:cs typeface="Consolas" panose="020B0609020204030204" pitchFamily="49" charset="0"/>
                      </a:endParaRPr>
                    </a:p>
                    <a:p>
                      <a:pPr marL="222250">
                        <a:spcBef>
                          <a:spcPts val="430"/>
                        </a:spcBef>
                        <a:spcAft>
                          <a:spcPts val="0"/>
                        </a:spcAft>
                      </a:pPr>
                      <a:r>
                        <a:rPr lang="fr-FR" sz="1100" spc="-10" dirty="0">
                          <a:solidFill>
                            <a:srgbClr val="800000"/>
                          </a:solidFill>
                          <a:effectLst/>
                          <a:latin typeface="+mn-lt"/>
                          <a:ea typeface="Consolas" panose="020B0609020204030204" pitchFamily="49" charset="0"/>
                          <a:cs typeface="Consolas" panose="020B0609020204030204" pitchFamily="49" charset="0"/>
                        </a:rPr>
                        <a:t>&lt;/</a:t>
                      </a:r>
                      <a:r>
                        <a:rPr lang="fr-FR" sz="1100" spc="-10" dirty="0" err="1">
                          <a:solidFill>
                            <a:srgbClr val="800000"/>
                          </a:solidFill>
                          <a:effectLst/>
                          <a:latin typeface="+mn-lt"/>
                          <a:ea typeface="Consolas" panose="020B0609020204030204" pitchFamily="49" charset="0"/>
                          <a:cs typeface="Consolas" panose="020B0609020204030204" pitchFamily="49" charset="0"/>
                        </a:rPr>
                        <a:t>React.StrictMode</a:t>
                      </a:r>
                      <a:r>
                        <a:rPr lang="fr-FR" sz="1100" spc="-10" dirty="0">
                          <a:solidFill>
                            <a:srgbClr val="800000"/>
                          </a:solidFill>
                          <a:effectLst/>
                          <a:latin typeface="+mn-lt"/>
                          <a:ea typeface="Consolas" panose="020B0609020204030204" pitchFamily="49" charset="0"/>
                          <a:cs typeface="Consolas" panose="020B0609020204030204" pitchFamily="49" charset="0"/>
                        </a:rPr>
                        <a:t>&gt;</a:t>
                      </a:r>
                      <a:endParaRPr lang="fr-FR" sz="1100" dirty="0">
                        <a:effectLst/>
                        <a:latin typeface="+mn-lt"/>
                        <a:ea typeface="Consolas" panose="020B0609020204030204" pitchFamily="49" charset="0"/>
                        <a:cs typeface="Consolas" panose="020B0609020204030204" pitchFamily="49" charset="0"/>
                      </a:endParaRPr>
                    </a:p>
                    <a:p>
                      <a:pPr marL="68580">
                        <a:spcBef>
                          <a:spcPts val="440"/>
                        </a:spcBef>
                        <a:spcAft>
                          <a:spcPts val="0"/>
                        </a:spcAft>
                      </a:pPr>
                      <a:r>
                        <a:rPr lang="fr-FR" sz="1100" spc="-25" dirty="0">
                          <a:effectLst/>
                          <a:latin typeface="+mn-lt"/>
                          <a:ea typeface="Consolas" panose="020B0609020204030204" pitchFamily="49" charset="0"/>
                          <a:cs typeface="Consolas" panose="020B0609020204030204" pitchFamily="49" charset="0"/>
                        </a:rPr>
                        <a:t>);</a:t>
                      </a:r>
                      <a:endParaRPr lang="fr-FR" sz="1100" dirty="0">
                        <a:effectLst/>
                        <a:latin typeface="+mn-lt"/>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462486457"/>
                  </a:ext>
                </a:extLst>
              </a:tr>
              <a:tr h="328790">
                <a:tc>
                  <a:txBody>
                    <a:bodyPr/>
                    <a:lstStyle/>
                    <a:p>
                      <a:pPr algn="ctr">
                        <a:spcBef>
                          <a:spcPts val="190"/>
                        </a:spcBef>
                      </a:pPr>
                      <a:r>
                        <a:rPr lang="fr-FR" sz="1200" spc="-50">
                          <a:solidFill>
                            <a:srgbClr val="000000"/>
                          </a:solidFill>
                          <a:effectLst/>
                          <a:latin typeface="+mn-lt"/>
                          <a:ea typeface="Consolas" panose="020B0609020204030204" pitchFamily="49" charset="0"/>
                          <a:cs typeface="Consolas" panose="020B0609020204030204" pitchFamily="49" charset="0"/>
                        </a:rPr>
                        <a:t>7</a:t>
                      </a:r>
                      <a:endParaRPr lang="fr-FR" sz="1100">
                        <a:effectLst/>
                        <a:latin typeface="+mn-lt"/>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1F1F1"/>
                    </a:solidFill>
                  </a:tcPr>
                </a:tc>
                <a:tc>
                  <a:txBody>
                    <a:bodyPr/>
                    <a:lstStyle/>
                    <a:p>
                      <a:pPr marL="68580">
                        <a:spcBef>
                          <a:spcPts val="195"/>
                        </a:spcBef>
                        <a:spcAft>
                          <a:spcPts val="0"/>
                        </a:spcAft>
                      </a:pPr>
                      <a:r>
                        <a:rPr lang="fr-FR" sz="1200" spc="-10" dirty="0" err="1">
                          <a:effectLst/>
                          <a:latin typeface="+mn-lt"/>
                          <a:ea typeface="Consolas" panose="020B0609020204030204" pitchFamily="49" charset="0"/>
                          <a:cs typeface="Consolas" panose="020B0609020204030204" pitchFamily="49" charset="0"/>
                        </a:rPr>
                        <a:t>reportWebVitals</a:t>
                      </a:r>
                      <a:r>
                        <a:rPr lang="fr-FR" sz="1200" spc="-10" dirty="0">
                          <a:effectLst/>
                          <a:latin typeface="+mn-lt"/>
                          <a:ea typeface="Consolas" panose="020B0609020204030204" pitchFamily="49" charset="0"/>
                          <a:cs typeface="Consolas" panose="020B0609020204030204" pitchFamily="49" charset="0"/>
                        </a:rPr>
                        <a:t>();</a:t>
                      </a:r>
                      <a:endParaRPr lang="fr-FR" sz="1100" dirty="0">
                        <a:effectLst/>
                        <a:latin typeface="+mn-lt"/>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0897834"/>
                  </a:ext>
                </a:extLst>
              </a:tr>
            </a:tbl>
          </a:graphicData>
        </a:graphic>
      </p:graphicFrame>
      <p:cxnSp>
        <p:nvCxnSpPr>
          <p:cNvPr id="22" name="Connecteur : en angle 21">
            <a:extLst>
              <a:ext uri="{FF2B5EF4-FFF2-40B4-BE49-F238E27FC236}">
                <a16:creationId xmlns:a16="http://schemas.microsoft.com/office/drawing/2014/main" id="{AB967356-1B0E-DA33-0233-05FCA8CD0C63}"/>
              </a:ext>
            </a:extLst>
          </p:cNvPr>
          <p:cNvCxnSpPr>
            <a:cxnSpLocks/>
          </p:cNvCxnSpPr>
          <p:nvPr/>
        </p:nvCxnSpPr>
        <p:spPr>
          <a:xfrm flipV="1">
            <a:off x="4131325" y="2698576"/>
            <a:ext cx="2368627" cy="2235654"/>
          </a:xfrm>
          <a:prstGeom prst="bentConnector3">
            <a:avLst/>
          </a:prstGeom>
          <a:ln w="38100">
            <a:solidFill>
              <a:srgbClr val="00CC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eur : en angle 27">
            <a:extLst>
              <a:ext uri="{FF2B5EF4-FFF2-40B4-BE49-F238E27FC236}">
                <a16:creationId xmlns:a16="http://schemas.microsoft.com/office/drawing/2014/main" id="{C1293602-7B5C-EA29-76F7-0FA82E85DFF0}"/>
              </a:ext>
            </a:extLst>
          </p:cNvPr>
          <p:cNvCxnSpPr/>
          <p:nvPr/>
        </p:nvCxnSpPr>
        <p:spPr>
          <a:xfrm flipV="1">
            <a:off x="1487659" y="4494882"/>
            <a:ext cx="1762317" cy="777901"/>
          </a:xfrm>
          <a:prstGeom prst="bentConnector3">
            <a:avLst/>
          </a:prstGeom>
          <a:ln w="38100">
            <a:solidFill>
              <a:srgbClr val="00CC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024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2" grpId="0" animBg="1"/>
      <p:bldP spid="15" grpId="0" animBg="1"/>
      <p:bldP spid="1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88900" y="831758"/>
            <a:ext cx="8702560" cy="1154162"/>
          </a:xfrm>
          <a:prstGeom prst="rect">
            <a:avLst/>
          </a:prstGeom>
          <a:noFill/>
        </p:spPr>
        <p:txBody>
          <a:bodyPr wrap="square">
            <a:spAutoFit/>
          </a:bodyPr>
          <a:lstStyle/>
          <a:p>
            <a:pPr algn="just"/>
            <a:r>
              <a:rPr lang="fr-FR" dirty="0"/>
              <a:t>Quand vous créez un projet </a:t>
            </a:r>
            <a:r>
              <a:rPr lang="fr-FR" dirty="0" err="1"/>
              <a:t>React</a:t>
            </a:r>
            <a:r>
              <a:rPr lang="fr-FR" dirty="0"/>
              <a:t> avec </a:t>
            </a:r>
            <a:r>
              <a:rPr lang="fr-FR" b="1" dirty="0" err="1"/>
              <a:t>create</a:t>
            </a:r>
            <a:r>
              <a:rPr lang="fr-FR" b="1" dirty="0"/>
              <a:t>-</a:t>
            </a:r>
            <a:r>
              <a:rPr lang="fr-FR" b="1" dirty="0" err="1"/>
              <a:t>react</a:t>
            </a:r>
            <a:r>
              <a:rPr lang="fr-FR" b="1" dirty="0"/>
              <a:t>-app</a:t>
            </a:r>
            <a:r>
              <a:rPr lang="fr-FR" dirty="0"/>
              <a:t>, il y a deux fichiers principaux, le fichier </a:t>
            </a:r>
            <a:r>
              <a:rPr lang="fr-FR" b="1" dirty="0"/>
              <a:t>public/index.html </a:t>
            </a:r>
            <a:r>
              <a:rPr lang="fr-FR" dirty="0"/>
              <a:t>et le fichier </a:t>
            </a:r>
            <a:r>
              <a:rPr lang="fr-FR" b="1" dirty="0"/>
              <a:t>src/index.js</a:t>
            </a:r>
            <a:endParaRPr lang="fr-FR" dirty="0"/>
          </a:p>
          <a:p>
            <a:pPr algn="just"/>
            <a:endParaRPr lang="fr-FR" dirty="0">
              <a:latin typeface="+mn-lt"/>
            </a:endParaRPr>
          </a:p>
          <a:p>
            <a:pPr marL="539115" algn="just">
              <a:spcBef>
                <a:spcPts val="595"/>
              </a:spcBef>
            </a:pPr>
            <a:endParaRPr lang="fr-FR" b="1" dirty="0">
              <a:effectLst/>
              <a:latin typeface="+mn-lt"/>
              <a:ea typeface="Calibri" panose="020F0502020204030204" pitchFamily="34" charset="0"/>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TP- explication du code</a:t>
            </a:r>
            <a:endParaRPr lang="fr-FR" sz="2400" b="1" dirty="0">
              <a:solidFill>
                <a:schemeClr val="accent1">
                  <a:lumMod val="75000"/>
                </a:schemeClr>
              </a:solidFill>
              <a:latin typeface="+mn-lt"/>
            </a:endParaRPr>
          </a:p>
        </p:txBody>
      </p:sp>
      <p:sp>
        <p:nvSpPr>
          <p:cNvPr id="7" name="ZoneTexte 6">
            <a:extLst>
              <a:ext uri="{FF2B5EF4-FFF2-40B4-BE49-F238E27FC236}">
                <a16:creationId xmlns:a16="http://schemas.microsoft.com/office/drawing/2014/main" id="{D1623B63-DB56-EEDF-C19D-10E48FB394DA}"/>
              </a:ext>
            </a:extLst>
          </p:cNvPr>
          <p:cNvSpPr txBox="1"/>
          <p:nvPr/>
        </p:nvSpPr>
        <p:spPr>
          <a:xfrm>
            <a:off x="88900" y="2019383"/>
            <a:ext cx="5144877" cy="3016723"/>
          </a:xfrm>
          <a:prstGeom prst="rect">
            <a:avLst/>
          </a:prstGeom>
          <a:noFill/>
          <a:ln>
            <a:solidFill>
              <a:schemeClr val="accent1">
                <a:lumMod val="75000"/>
              </a:schemeClr>
            </a:solidFill>
          </a:ln>
        </p:spPr>
        <p:txBody>
          <a:bodyPr wrap="square">
            <a:spAutoFit/>
          </a:bodyPr>
          <a:lstStyle/>
          <a:p>
            <a:pPr algn="l">
              <a:spcBef>
                <a:spcPts val="1305"/>
              </a:spcBef>
              <a:spcAft>
                <a:spcPts val="0"/>
              </a:spcAft>
            </a:pPr>
            <a:r>
              <a:rPr lang="fr-FR" sz="1200" dirty="0">
                <a:solidFill>
                  <a:srgbClr val="800000"/>
                </a:solidFill>
                <a:effectLst/>
                <a:latin typeface="+mn-lt"/>
                <a:ea typeface="Calibri" panose="020F0502020204030204" pitchFamily="34" charset="0"/>
              </a:rPr>
              <a:t>&lt;!DOCTYPE</a:t>
            </a:r>
            <a:r>
              <a:rPr lang="fr-FR" sz="1200" spc="-55" dirty="0">
                <a:solidFill>
                  <a:srgbClr val="800000"/>
                </a:solidFill>
                <a:effectLst/>
                <a:latin typeface="+mn-lt"/>
                <a:ea typeface="Calibri" panose="020F0502020204030204" pitchFamily="34" charset="0"/>
              </a:rPr>
              <a:t> </a:t>
            </a:r>
            <a:r>
              <a:rPr lang="fr-FR" sz="1200" spc="-20" dirty="0">
                <a:solidFill>
                  <a:srgbClr val="FF0000"/>
                </a:solidFill>
                <a:effectLst/>
                <a:latin typeface="+mn-lt"/>
                <a:ea typeface="Calibri" panose="020F0502020204030204" pitchFamily="34" charset="0"/>
              </a:rPr>
              <a:t>html</a:t>
            </a:r>
            <a:r>
              <a:rPr lang="fr-FR" sz="1200" spc="-2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algn="l">
              <a:spcBef>
                <a:spcPts val="125"/>
              </a:spcBef>
              <a:spcAft>
                <a:spcPts val="0"/>
              </a:spcAft>
            </a:pPr>
            <a:r>
              <a:rPr lang="fr-FR" sz="1200" dirty="0">
                <a:solidFill>
                  <a:srgbClr val="800000"/>
                </a:solidFill>
                <a:effectLst/>
                <a:latin typeface="+mn-lt"/>
                <a:ea typeface="Calibri" panose="020F0502020204030204" pitchFamily="34" charset="0"/>
              </a:rPr>
              <a:t>&lt;html</a:t>
            </a:r>
            <a:r>
              <a:rPr lang="fr-FR" sz="1200" spc="-20" dirty="0">
                <a:solidFill>
                  <a:srgbClr val="800000"/>
                </a:solidFill>
                <a:effectLst/>
                <a:latin typeface="+mn-lt"/>
                <a:ea typeface="Calibri" panose="020F0502020204030204" pitchFamily="34" charset="0"/>
              </a:rPr>
              <a:t> </a:t>
            </a:r>
            <a:r>
              <a:rPr lang="fr-FR" sz="1200" spc="-10" dirty="0" err="1">
                <a:solidFill>
                  <a:srgbClr val="FF0000"/>
                </a:solidFill>
                <a:effectLst/>
                <a:latin typeface="+mn-lt"/>
                <a:ea typeface="Calibri" panose="020F0502020204030204" pitchFamily="34" charset="0"/>
              </a:rPr>
              <a:t>lang</a:t>
            </a:r>
            <a:r>
              <a:rPr lang="fr-FR" sz="1200" spc="-10" dirty="0">
                <a:effectLst/>
                <a:latin typeface="+mn-lt"/>
                <a:ea typeface="Calibri" panose="020F0502020204030204" pitchFamily="34" charset="0"/>
              </a:rPr>
              <a:t>=</a:t>
            </a:r>
            <a:r>
              <a:rPr lang="fr-FR" sz="1200" spc="-10" dirty="0">
                <a:solidFill>
                  <a:srgbClr val="0000FF"/>
                </a:solidFill>
                <a:effectLst/>
                <a:latin typeface="+mn-lt"/>
                <a:ea typeface="Calibri" panose="020F0502020204030204" pitchFamily="34" charset="0"/>
              </a:rPr>
              <a:t>"en"</a:t>
            </a:r>
            <a:r>
              <a:rPr lang="fr-FR" sz="1200" spc="-1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363538" algn="l">
              <a:spcBef>
                <a:spcPts val="140"/>
              </a:spcBef>
              <a:spcAft>
                <a:spcPts val="0"/>
              </a:spcAft>
            </a:pPr>
            <a:r>
              <a:rPr lang="en-US" sz="1200" spc="-10" dirty="0">
                <a:solidFill>
                  <a:srgbClr val="800000"/>
                </a:solidFill>
                <a:effectLst/>
                <a:latin typeface="+mn-lt"/>
                <a:ea typeface="Calibri" panose="020F0502020204030204" pitchFamily="34" charset="0"/>
              </a:rPr>
              <a:t>&lt;head&gt;</a:t>
            </a:r>
            <a:endParaRPr lang="fr-FR" sz="1200" dirty="0">
              <a:effectLst/>
              <a:latin typeface="+mn-lt"/>
              <a:ea typeface="Calibri" panose="020F0502020204030204" pitchFamily="34" charset="0"/>
            </a:endParaRPr>
          </a:p>
          <a:p>
            <a:pPr marL="628650" algn="l">
              <a:spcBef>
                <a:spcPts val="140"/>
              </a:spcBef>
              <a:spcAft>
                <a:spcPts val="0"/>
              </a:spcAft>
            </a:pPr>
            <a:r>
              <a:rPr lang="en-US" sz="1200" dirty="0">
                <a:solidFill>
                  <a:srgbClr val="800000"/>
                </a:solidFill>
                <a:effectLst/>
                <a:latin typeface="+mn-lt"/>
                <a:ea typeface="Calibri" panose="020F0502020204030204" pitchFamily="34" charset="0"/>
              </a:rPr>
              <a:t>&lt;meta</a:t>
            </a:r>
            <a:r>
              <a:rPr lang="en-US" sz="1200" spc="-50" dirty="0">
                <a:solidFill>
                  <a:srgbClr val="800000"/>
                </a:solidFill>
                <a:effectLst/>
                <a:latin typeface="+mn-lt"/>
                <a:ea typeface="Calibri" panose="020F0502020204030204" pitchFamily="34" charset="0"/>
              </a:rPr>
              <a:t> </a:t>
            </a:r>
            <a:r>
              <a:rPr lang="en-US" sz="1200" dirty="0">
                <a:solidFill>
                  <a:srgbClr val="FF0000"/>
                </a:solidFill>
                <a:effectLst/>
                <a:latin typeface="+mn-lt"/>
                <a:ea typeface="Calibri" panose="020F0502020204030204" pitchFamily="34" charset="0"/>
              </a:rPr>
              <a:t>charset</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"utf-8"</a:t>
            </a:r>
            <a:r>
              <a:rPr lang="en-US" sz="1200" spc="-35" dirty="0">
                <a:solidFill>
                  <a:srgbClr val="0000FF"/>
                </a:solidFill>
                <a:effectLst/>
                <a:latin typeface="+mn-lt"/>
                <a:ea typeface="Calibri" panose="020F0502020204030204" pitchFamily="34" charset="0"/>
              </a:rPr>
              <a:t> </a:t>
            </a:r>
            <a:r>
              <a:rPr lang="en-US" sz="1200" spc="-25"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628650" algn="l">
              <a:spcBef>
                <a:spcPts val="145"/>
              </a:spcBef>
              <a:spcAft>
                <a:spcPts val="0"/>
              </a:spcAft>
            </a:pPr>
            <a:r>
              <a:rPr lang="en-US" sz="1200" dirty="0">
                <a:solidFill>
                  <a:srgbClr val="800000"/>
                </a:solidFill>
                <a:effectLst/>
                <a:latin typeface="+mn-lt"/>
                <a:ea typeface="Calibri" panose="020F0502020204030204" pitchFamily="34" charset="0"/>
              </a:rPr>
              <a:t>&lt;link</a:t>
            </a:r>
            <a:r>
              <a:rPr lang="en-US" sz="1200" spc="-85"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rel</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"icon"</a:t>
            </a:r>
            <a:r>
              <a:rPr lang="en-US" sz="1200" spc="-80" dirty="0">
                <a:solidFill>
                  <a:srgbClr val="0000FF"/>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href</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"%PUBLIC_URL%/favicon.ico"</a:t>
            </a:r>
            <a:r>
              <a:rPr lang="en-US" sz="1200" spc="-50" dirty="0">
                <a:solidFill>
                  <a:srgbClr val="0000FF"/>
                </a:solidFill>
                <a:effectLst/>
                <a:latin typeface="+mn-lt"/>
                <a:ea typeface="Calibri" panose="020F0502020204030204" pitchFamily="34" charset="0"/>
              </a:rPr>
              <a:t> </a:t>
            </a:r>
            <a:r>
              <a:rPr lang="en-US" sz="1200" spc="-25"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628650" algn="l">
              <a:spcBef>
                <a:spcPts val="125"/>
              </a:spcBef>
              <a:spcAft>
                <a:spcPts val="0"/>
              </a:spcAft>
            </a:pPr>
            <a:r>
              <a:rPr lang="en-US" sz="1200" dirty="0">
                <a:solidFill>
                  <a:srgbClr val="800000"/>
                </a:solidFill>
                <a:effectLst/>
                <a:latin typeface="+mn-lt"/>
                <a:ea typeface="Calibri" panose="020F0502020204030204" pitchFamily="34" charset="0"/>
              </a:rPr>
              <a:t>&lt;link</a:t>
            </a:r>
            <a:r>
              <a:rPr lang="en-US" sz="1200" spc="-105"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rel</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"apple-touch-icon"</a:t>
            </a:r>
            <a:r>
              <a:rPr lang="en-US" sz="1200" spc="-90" dirty="0">
                <a:solidFill>
                  <a:srgbClr val="0000FF"/>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href</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"%PUBLIC_URL%/logo192.png"</a:t>
            </a:r>
            <a:r>
              <a:rPr lang="en-US" sz="1200" spc="-85" dirty="0">
                <a:solidFill>
                  <a:srgbClr val="0000FF"/>
                </a:solidFill>
                <a:effectLst/>
                <a:latin typeface="+mn-lt"/>
                <a:ea typeface="Calibri" panose="020F0502020204030204" pitchFamily="34" charset="0"/>
              </a:rPr>
              <a:t> </a:t>
            </a:r>
            <a:r>
              <a:rPr lang="en-US" sz="1200" spc="-25"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628650" algn="l">
              <a:spcBef>
                <a:spcPts val="140"/>
              </a:spcBef>
              <a:spcAft>
                <a:spcPts val="0"/>
              </a:spcAft>
            </a:pPr>
            <a:r>
              <a:rPr lang="en-US" sz="1200" dirty="0">
                <a:solidFill>
                  <a:srgbClr val="800000"/>
                </a:solidFill>
                <a:effectLst/>
                <a:latin typeface="+mn-lt"/>
                <a:ea typeface="Calibri" panose="020F0502020204030204" pitchFamily="34" charset="0"/>
              </a:rPr>
              <a:t>&lt;link</a:t>
            </a:r>
            <a:r>
              <a:rPr lang="en-US" sz="1200" spc="-100"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rel</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"manifest"</a:t>
            </a:r>
            <a:r>
              <a:rPr lang="en-US" sz="1200" spc="-90" dirty="0">
                <a:solidFill>
                  <a:srgbClr val="0000FF"/>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href</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"%PUBLIC_URL%/</a:t>
            </a:r>
            <a:r>
              <a:rPr lang="en-US" sz="1200" dirty="0" err="1">
                <a:solidFill>
                  <a:srgbClr val="0000FF"/>
                </a:solidFill>
                <a:effectLst/>
                <a:latin typeface="+mn-lt"/>
                <a:ea typeface="Calibri" panose="020F0502020204030204" pitchFamily="34" charset="0"/>
              </a:rPr>
              <a:t>manifest.json</a:t>
            </a:r>
            <a:r>
              <a:rPr lang="en-US" sz="1200" dirty="0">
                <a:solidFill>
                  <a:srgbClr val="0000FF"/>
                </a:solidFill>
                <a:effectLst/>
                <a:latin typeface="+mn-lt"/>
                <a:ea typeface="Calibri" panose="020F0502020204030204" pitchFamily="34" charset="0"/>
              </a:rPr>
              <a:t>"</a:t>
            </a:r>
            <a:r>
              <a:rPr lang="en-US" sz="1200" spc="-60" dirty="0">
                <a:solidFill>
                  <a:srgbClr val="0000FF"/>
                </a:solidFill>
                <a:effectLst/>
                <a:latin typeface="+mn-lt"/>
                <a:ea typeface="Calibri" panose="020F0502020204030204" pitchFamily="34" charset="0"/>
              </a:rPr>
              <a:t> </a:t>
            </a:r>
            <a:r>
              <a:rPr lang="en-US" sz="1200" spc="-25"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628650" algn="l">
              <a:spcBef>
                <a:spcPts val="140"/>
              </a:spcBef>
              <a:spcAft>
                <a:spcPts val="0"/>
              </a:spcAft>
            </a:pPr>
            <a:r>
              <a:rPr lang="en-US" sz="1200" dirty="0">
                <a:solidFill>
                  <a:srgbClr val="800000"/>
                </a:solidFill>
                <a:effectLst/>
                <a:latin typeface="+mn-lt"/>
                <a:ea typeface="Calibri" panose="020F0502020204030204" pitchFamily="34" charset="0"/>
              </a:rPr>
              <a:t>&lt;title&gt;</a:t>
            </a:r>
            <a:r>
              <a:rPr lang="en-US" sz="1200" dirty="0">
                <a:effectLst/>
                <a:latin typeface="+mn-lt"/>
                <a:ea typeface="Calibri" panose="020F0502020204030204" pitchFamily="34" charset="0"/>
              </a:rPr>
              <a:t>React</a:t>
            </a:r>
            <a:r>
              <a:rPr lang="en-US" sz="1200" spc="-65" dirty="0">
                <a:effectLst/>
                <a:latin typeface="+mn-lt"/>
                <a:ea typeface="Calibri" panose="020F0502020204030204" pitchFamily="34" charset="0"/>
              </a:rPr>
              <a:t> </a:t>
            </a:r>
            <a:r>
              <a:rPr lang="en-US" sz="1200" spc="-10" dirty="0">
                <a:effectLst/>
                <a:latin typeface="+mn-lt"/>
                <a:ea typeface="Calibri" panose="020F0502020204030204" pitchFamily="34" charset="0"/>
              </a:rPr>
              <a:t>App</a:t>
            </a:r>
            <a:r>
              <a:rPr lang="en-US" sz="1200" spc="-10" dirty="0">
                <a:solidFill>
                  <a:srgbClr val="800000"/>
                </a:solidFill>
                <a:effectLst/>
                <a:latin typeface="+mn-lt"/>
                <a:ea typeface="Calibri" panose="020F0502020204030204" pitchFamily="34" charset="0"/>
              </a:rPr>
              <a:t>&lt;/title&gt;</a:t>
            </a:r>
            <a:endParaRPr lang="fr-FR" sz="1200" dirty="0">
              <a:effectLst/>
              <a:latin typeface="+mn-lt"/>
              <a:ea typeface="Calibri" panose="020F0502020204030204" pitchFamily="34" charset="0"/>
            </a:endParaRPr>
          </a:p>
          <a:p>
            <a:pPr marL="363538" algn="l">
              <a:spcBef>
                <a:spcPts val="140"/>
              </a:spcBef>
              <a:spcAft>
                <a:spcPts val="0"/>
              </a:spcAft>
            </a:pPr>
            <a:r>
              <a:rPr lang="fr-FR" sz="1200" spc="-10" dirty="0">
                <a:solidFill>
                  <a:srgbClr val="800000"/>
                </a:solidFill>
                <a:effectLst/>
                <a:latin typeface="+mn-lt"/>
                <a:ea typeface="Calibri" panose="020F0502020204030204" pitchFamily="34" charset="0"/>
              </a:rPr>
              <a:t>&lt;/</a:t>
            </a:r>
            <a:r>
              <a:rPr lang="fr-FR" sz="1200" spc="-10" dirty="0" err="1">
                <a:solidFill>
                  <a:srgbClr val="800000"/>
                </a:solidFill>
                <a:effectLst/>
                <a:latin typeface="+mn-lt"/>
                <a:ea typeface="Calibri" panose="020F0502020204030204" pitchFamily="34" charset="0"/>
              </a:rPr>
              <a:t>head</a:t>
            </a:r>
            <a:r>
              <a:rPr lang="fr-FR" sz="1200" spc="-1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363538" algn="l">
              <a:spcBef>
                <a:spcPts val="130"/>
              </a:spcBef>
              <a:spcAft>
                <a:spcPts val="0"/>
              </a:spcAft>
            </a:pPr>
            <a:r>
              <a:rPr lang="en-US" sz="1200" spc="-10" dirty="0">
                <a:solidFill>
                  <a:srgbClr val="800000"/>
                </a:solidFill>
                <a:effectLst/>
                <a:latin typeface="+mn-lt"/>
                <a:ea typeface="Calibri" panose="020F0502020204030204" pitchFamily="34" charset="0"/>
              </a:rPr>
              <a:t>&lt;body&gt;</a:t>
            </a:r>
            <a:endParaRPr lang="fr-FR" sz="1200" dirty="0">
              <a:effectLst/>
              <a:latin typeface="+mn-lt"/>
              <a:ea typeface="Calibri" panose="020F0502020204030204" pitchFamily="34" charset="0"/>
            </a:endParaRPr>
          </a:p>
          <a:p>
            <a:pPr marL="608013" marR="121285" indent="20638" algn="l">
              <a:lnSpc>
                <a:spcPct val="110000"/>
              </a:lnSpc>
              <a:spcBef>
                <a:spcPts val="140"/>
              </a:spcBef>
              <a:spcAft>
                <a:spcPts val="0"/>
              </a:spcAft>
            </a:pPr>
            <a:endParaRPr lang="fr-FR" sz="1200" dirty="0">
              <a:effectLst/>
              <a:latin typeface="+mn-lt"/>
              <a:ea typeface="Calibri" panose="020F0502020204030204" pitchFamily="34" charset="0"/>
            </a:endParaRPr>
          </a:p>
          <a:p>
            <a:pPr marL="539750" algn="l">
              <a:lnSpc>
                <a:spcPts val="1285"/>
              </a:lnSpc>
            </a:pPr>
            <a:r>
              <a:rPr lang="en-US" sz="1200" dirty="0">
                <a:solidFill>
                  <a:srgbClr val="800000"/>
                </a:solidFill>
                <a:effectLst/>
                <a:latin typeface="+mn-lt"/>
                <a:ea typeface="Calibri" panose="020F0502020204030204" pitchFamily="34" charset="0"/>
              </a:rPr>
              <a:t>&lt;div</a:t>
            </a:r>
            <a:r>
              <a:rPr lang="en-US" sz="1200" spc="-20" dirty="0">
                <a:solidFill>
                  <a:srgbClr val="800000"/>
                </a:solidFill>
                <a:effectLst/>
                <a:latin typeface="+mn-lt"/>
                <a:ea typeface="Calibri" panose="020F0502020204030204" pitchFamily="34" charset="0"/>
              </a:rPr>
              <a:t> </a:t>
            </a:r>
            <a:r>
              <a:rPr lang="en-US" sz="1200" spc="-10" dirty="0">
                <a:solidFill>
                  <a:srgbClr val="FF0000"/>
                </a:solidFill>
                <a:effectLst/>
                <a:latin typeface="+mn-lt"/>
                <a:ea typeface="Calibri" panose="020F0502020204030204" pitchFamily="34" charset="0"/>
              </a:rPr>
              <a:t>id</a:t>
            </a:r>
            <a:r>
              <a:rPr lang="en-US" sz="1200" spc="-10" dirty="0">
                <a:effectLst/>
                <a:latin typeface="+mn-lt"/>
                <a:ea typeface="Calibri" panose="020F0502020204030204" pitchFamily="34" charset="0"/>
              </a:rPr>
              <a:t>=</a:t>
            </a:r>
            <a:r>
              <a:rPr lang="en-US" sz="1200" spc="-10" dirty="0">
                <a:solidFill>
                  <a:srgbClr val="0000FF"/>
                </a:solidFill>
                <a:effectLst/>
                <a:latin typeface="+mn-lt"/>
                <a:ea typeface="Calibri" panose="020F0502020204030204" pitchFamily="34" charset="0"/>
              </a:rPr>
              <a:t>"root"</a:t>
            </a:r>
            <a:r>
              <a:rPr lang="en-US" sz="1200" spc="-10" dirty="0">
                <a:solidFill>
                  <a:srgbClr val="800000"/>
                </a:solidFill>
                <a:effectLst/>
                <a:latin typeface="+mn-lt"/>
                <a:ea typeface="Calibri" panose="020F0502020204030204" pitchFamily="34" charset="0"/>
              </a:rPr>
              <a:t>&gt;&lt;/div&gt;</a:t>
            </a:r>
            <a:endParaRPr lang="fr-FR" sz="1200" dirty="0">
              <a:effectLst/>
              <a:latin typeface="+mn-lt"/>
              <a:ea typeface="Calibri" panose="020F0502020204030204" pitchFamily="34" charset="0"/>
            </a:endParaRPr>
          </a:p>
          <a:p>
            <a:pPr marL="363538" algn="l">
              <a:spcBef>
                <a:spcPts val="130"/>
              </a:spcBef>
              <a:spcAft>
                <a:spcPts val="0"/>
              </a:spcAft>
            </a:pPr>
            <a:endParaRPr lang="en-US" sz="1200" spc="-10" dirty="0">
              <a:solidFill>
                <a:srgbClr val="800000"/>
              </a:solidFill>
              <a:effectLst/>
              <a:latin typeface="+mn-lt"/>
              <a:ea typeface="Calibri" panose="020F0502020204030204" pitchFamily="34" charset="0"/>
            </a:endParaRPr>
          </a:p>
          <a:p>
            <a:pPr marL="363538" algn="l">
              <a:spcBef>
                <a:spcPts val="130"/>
              </a:spcBef>
              <a:spcAft>
                <a:spcPts val="0"/>
              </a:spcAft>
            </a:pPr>
            <a:r>
              <a:rPr lang="en-US" sz="1200" spc="-10" dirty="0">
                <a:solidFill>
                  <a:srgbClr val="800000"/>
                </a:solidFill>
                <a:effectLst/>
                <a:latin typeface="+mn-lt"/>
                <a:ea typeface="Calibri" panose="020F0502020204030204" pitchFamily="34" charset="0"/>
              </a:rPr>
              <a:t>&lt;/body&gt;</a:t>
            </a:r>
            <a:endParaRPr lang="fr-FR" sz="1200" dirty="0">
              <a:effectLst/>
              <a:latin typeface="+mn-lt"/>
              <a:ea typeface="Calibri" panose="020F0502020204030204" pitchFamily="34" charset="0"/>
            </a:endParaRPr>
          </a:p>
          <a:p>
            <a:pPr algn="l"/>
            <a:r>
              <a:rPr lang="fr-FR" sz="1200" spc="-10" dirty="0">
                <a:solidFill>
                  <a:srgbClr val="800000"/>
                </a:solidFill>
                <a:effectLst/>
                <a:latin typeface="+mn-lt"/>
                <a:ea typeface="Calibri" panose="020F0502020204030204" pitchFamily="34" charset="0"/>
                <a:cs typeface="Calibri" panose="020F0502020204030204" pitchFamily="34" charset="0"/>
              </a:rPr>
              <a:t>&lt;/html&gt;</a:t>
            </a:r>
            <a:endParaRPr lang="fr-FR" sz="1200" dirty="0">
              <a:latin typeface="+mn-lt"/>
            </a:endParaRPr>
          </a:p>
        </p:txBody>
      </p:sp>
      <p:sp>
        <p:nvSpPr>
          <p:cNvPr id="9" name="ZoneTexte 8">
            <a:extLst>
              <a:ext uri="{FF2B5EF4-FFF2-40B4-BE49-F238E27FC236}">
                <a16:creationId xmlns:a16="http://schemas.microsoft.com/office/drawing/2014/main" id="{19F7D2A4-2B50-7EE2-3314-17F5AE0CD763}"/>
              </a:ext>
            </a:extLst>
          </p:cNvPr>
          <p:cNvSpPr txBox="1"/>
          <p:nvPr/>
        </p:nvSpPr>
        <p:spPr>
          <a:xfrm>
            <a:off x="88900" y="1585217"/>
            <a:ext cx="5144876" cy="338554"/>
          </a:xfrm>
          <a:prstGeom prst="rect">
            <a:avLst/>
          </a:prstGeom>
          <a:noFill/>
          <a:ln>
            <a:solidFill>
              <a:schemeClr val="accent1"/>
            </a:solidFill>
          </a:ln>
        </p:spPr>
        <p:txBody>
          <a:bodyPr wrap="square">
            <a:spAutoFit/>
          </a:bodyPr>
          <a:lstStyle/>
          <a:p>
            <a:pPr marL="539115">
              <a:spcBef>
                <a:spcPts val="600"/>
              </a:spcBef>
              <a:spcAft>
                <a:spcPts val="0"/>
              </a:spcAft>
            </a:pPr>
            <a:r>
              <a:rPr lang="fr-FR" sz="1600" b="1" dirty="0">
                <a:effectLst/>
                <a:latin typeface="Calibri" panose="020F0502020204030204" pitchFamily="34" charset="0"/>
                <a:ea typeface="Calibri" panose="020F0502020204030204" pitchFamily="34" charset="0"/>
              </a:rPr>
              <a:t>Fichier public/index.html</a:t>
            </a:r>
            <a:r>
              <a:rPr lang="fr-FR" sz="1600" b="1" spc="-5" dirty="0">
                <a:effectLst/>
                <a:latin typeface="Calibri" panose="020F0502020204030204" pitchFamily="34" charset="0"/>
                <a:ea typeface="Calibri" panose="020F0502020204030204" pitchFamily="34" charset="0"/>
              </a:rPr>
              <a:t> </a:t>
            </a:r>
            <a:endParaRPr lang="fr-FR" sz="1400" dirty="0">
              <a:effectLst/>
              <a:latin typeface="Calibri" panose="020F0502020204030204" pitchFamily="34" charset="0"/>
              <a:ea typeface="Calibri" panose="020F0502020204030204" pitchFamily="34" charset="0"/>
            </a:endParaRPr>
          </a:p>
        </p:txBody>
      </p:sp>
      <p:sp>
        <p:nvSpPr>
          <p:cNvPr id="11" name="ZoneTexte 10">
            <a:extLst>
              <a:ext uri="{FF2B5EF4-FFF2-40B4-BE49-F238E27FC236}">
                <a16:creationId xmlns:a16="http://schemas.microsoft.com/office/drawing/2014/main" id="{4FB556D6-41A1-6F14-1A76-208F111EB657}"/>
              </a:ext>
            </a:extLst>
          </p:cNvPr>
          <p:cNvSpPr txBox="1"/>
          <p:nvPr/>
        </p:nvSpPr>
        <p:spPr>
          <a:xfrm>
            <a:off x="5796710" y="3971795"/>
            <a:ext cx="3258390" cy="584775"/>
          </a:xfrm>
          <a:prstGeom prst="rect">
            <a:avLst/>
          </a:prstGeom>
          <a:noFill/>
          <a:ln>
            <a:solidFill>
              <a:schemeClr val="accent1">
                <a:lumMod val="50000"/>
              </a:schemeClr>
            </a:solidFill>
          </a:ln>
        </p:spPr>
        <p:txBody>
          <a:bodyPr wrap="square">
            <a:spAutoFit/>
          </a:bodyPr>
          <a:lstStyle/>
          <a:p>
            <a:r>
              <a:rPr lang="fr-FR" dirty="0">
                <a:latin typeface="Calibri" panose="020F0502020204030204" pitchFamily="34" charset="0"/>
                <a:ea typeface="Calibri" panose="020F0502020204030204" pitchFamily="34" charset="0"/>
              </a:rPr>
              <a:t>C’est d</a:t>
            </a:r>
            <a:r>
              <a:rPr lang="fr-FR" sz="1600" dirty="0">
                <a:effectLst/>
                <a:latin typeface="Calibri" panose="020F0502020204030204" pitchFamily="34" charset="0"/>
                <a:ea typeface="Calibri" panose="020F0502020204030204" pitchFamily="34" charset="0"/>
              </a:rPr>
              <a:t>ans</a:t>
            </a:r>
            <a:r>
              <a:rPr lang="fr-FR" sz="1600" spc="-20" dirty="0">
                <a:effectLst/>
                <a:latin typeface="Calibri" panose="020F0502020204030204" pitchFamily="34" charset="0"/>
                <a:ea typeface="Calibri" panose="020F0502020204030204" pitchFamily="34" charset="0"/>
              </a:rPr>
              <a:t> </a:t>
            </a:r>
            <a:r>
              <a:rPr lang="fr-FR" sz="1600" dirty="0">
                <a:effectLst/>
                <a:latin typeface="Calibri" panose="020F0502020204030204" pitchFamily="34" charset="0"/>
                <a:ea typeface="Calibri" panose="020F0502020204030204" pitchFamily="34" charset="0"/>
              </a:rPr>
              <a:t>cette</a:t>
            </a:r>
            <a:r>
              <a:rPr lang="fr-FR" sz="1600" spc="-15" dirty="0">
                <a:effectLst/>
                <a:latin typeface="Calibri" panose="020F0502020204030204" pitchFamily="34" charset="0"/>
                <a:ea typeface="Calibri" panose="020F0502020204030204" pitchFamily="34" charset="0"/>
              </a:rPr>
              <a:t> </a:t>
            </a:r>
            <a:r>
              <a:rPr lang="fr-FR" sz="1600" dirty="0">
                <a:effectLst/>
                <a:latin typeface="Calibri" panose="020F0502020204030204" pitchFamily="34" charset="0"/>
                <a:ea typeface="Calibri" panose="020F0502020204030204" pitchFamily="34" charset="0"/>
              </a:rPr>
              <a:t>div</a:t>
            </a:r>
            <a:r>
              <a:rPr lang="fr-FR" sz="1600" spc="-20" dirty="0">
                <a:effectLst/>
                <a:latin typeface="Calibri" panose="020F0502020204030204" pitchFamily="34" charset="0"/>
                <a:ea typeface="Calibri" panose="020F0502020204030204" pitchFamily="34" charset="0"/>
              </a:rPr>
              <a:t> </a:t>
            </a:r>
            <a:r>
              <a:rPr lang="fr-FR" spc="-20" dirty="0">
                <a:latin typeface="Calibri" panose="020F0502020204030204" pitchFamily="34" charset="0"/>
                <a:ea typeface="Calibri" panose="020F0502020204030204" pitchFamily="34" charset="0"/>
              </a:rPr>
              <a:t>« root » </a:t>
            </a:r>
            <a:r>
              <a:rPr lang="fr-FR" sz="1600" dirty="0">
                <a:effectLst/>
                <a:latin typeface="Calibri" panose="020F0502020204030204" pitchFamily="34" charset="0"/>
                <a:ea typeface="Calibri" panose="020F0502020204030204" pitchFamily="34" charset="0"/>
              </a:rPr>
              <a:t>que</a:t>
            </a:r>
            <a:r>
              <a:rPr lang="fr-FR" sz="1600" spc="-25" dirty="0">
                <a:effectLst/>
                <a:latin typeface="Calibri" panose="020F0502020204030204" pitchFamily="34" charset="0"/>
                <a:ea typeface="Calibri" panose="020F0502020204030204" pitchFamily="34" charset="0"/>
              </a:rPr>
              <a:t> </a:t>
            </a:r>
            <a:r>
              <a:rPr lang="fr-FR" spc="-25" dirty="0">
                <a:latin typeface="Calibri" panose="020F0502020204030204" pitchFamily="34" charset="0"/>
                <a:ea typeface="Calibri" panose="020F0502020204030204" pitchFamily="34" charset="0"/>
              </a:rPr>
              <a:t>l’</a:t>
            </a:r>
            <a:r>
              <a:rPr lang="fr-FR" sz="1600" dirty="0">
                <a:effectLst/>
                <a:latin typeface="Calibri" panose="020F0502020204030204" pitchFamily="34" charset="0"/>
                <a:ea typeface="Calibri" panose="020F0502020204030204" pitchFamily="34" charset="0"/>
              </a:rPr>
              <a:t>application</a:t>
            </a:r>
            <a:r>
              <a:rPr lang="fr-FR" sz="1600" spc="-25" dirty="0">
                <a:effectLst/>
                <a:latin typeface="Calibri" panose="020F0502020204030204" pitchFamily="34" charset="0"/>
                <a:ea typeface="Calibri" panose="020F0502020204030204" pitchFamily="34" charset="0"/>
              </a:rPr>
              <a:t> </a:t>
            </a:r>
            <a:r>
              <a:rPr lang="fr-FR" sz="1600" dirty="0">
                <a:effectLst/>
                <a:latin typeface="Calibri" panose="020F0502020204030204" pitchFamily="34" charset="0"/>
                <a:ea typeface="Calibri" panose="020F0502020204030204" pitchFamily="34" charset="0"/>
              </a:rPr>
              <a:t>sera</a:t>
            </a:r>
            <a:r>
              <a:rPr lang="fr-FR" sz="1600" spc="-5" dirty="0">
                <a:effectLst/>
                <a:latin typeface="Calibri" panose="020F0502020204030204" pitchFamily="34" charset="0"/>
                <a:ea typeface="Calibri" panose="020F0502020204030204" pitchFamily="34" charset="0"/>
              </a:rPr>
              <a:t> </a:t>
            </a:r>
            <a:r>
              <a:rPr lang="fr-FR" sz="1600" dirty="0">
                <a:effectLst/>
                <a:latin typeface="Calibri" panose="020F0502020204030204" pitchFamily="34" charset="0"/>
                <a:ea typeface="Calibri" panose="020F0502020204030204" pitchFamily="34" charset="0"/>
              </a:rPr>
              <a:t>affichée</a:t>
            </a:r>
            <a:endParaRPr lang="fr-FR" dirty="0"/>
          </a:p>
        </p:txBody>
      </p:sp>
      <p:cxnSp>
        <p:nvCxnSpPr>
          <p:cNvPr id="13" name="Connecteur droit avec flèche 12">
            <a:extLst>
              <a:ext uri="{FF2B5EF4-FFF2-40B4-BE49-F238E27FC236}">
                <a16:creationId xmlns:a16="http://schemas.microsoft.com/office/drawing/2014/main" id="{AE49A01A-C6A8-85F7-6AAF-03D414284169}"/>
              </a:ext>
            </a:extLst>
          </p:cNvPr>
          <p:cNvCxnSpPr>
            <a:cxnSpLocks/>
            <a:stCxn id="11" idx="1"/>
            <a:endCxn id="14" idx="3"/>
          </p:cNvCxnSpPr>
          <p:nvPr/>
        </p:nvCxnSpPr>
        <p:spPr>
          <a:xfrm flipH="1">
            <a:off x="2137273" y="4264183"/>
            <a:ext cx="3659437" cy="15868"/>
          </a:xfrm>
          <a:prstGeom prst="straightConnector1">
            <a:avLst/>
          </a:prstGeom>
          <a:ln w="2222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FBC36F2D-8340-6DCB-5C20-B5A29105504A}"/>
              </a:ext>
            </a:extLst>
          </p:cNvPr>
          <p:cNvSpPr/>
          <p:nvPr/>
        </p:nvSpPr>
        <p:spPr>
          <a:xfrm>
            <a:off x="616945" y="4142340"/>
            <a:ext cx="1520328" cy="275422"/>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8565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TP- explication du code</a:t>
            </a:r>
            <a:endParaRPr lang="fr-FR" sz="2400" b="1" dirty="0">
              <a:solidFill>
                <a:schemeClr val="accent1">
                  <a:lumMod val="75000"/>
                </a:schemeClr>
              </a:solidFill>
              <a:latin typeface="+mn-lt"/>
            </a:endParaRPr>
          </a:p>
        </p:txBody>
      </p:sp>
      <p:sp>
        <p:nvSpPr>
          <p:cNvPr id="9" name="ZoneTexte 8">
            <a:extLst>
              <a:ext uri="{FF2B5EF4-FFF2-40B4-BE49-F238E27FC236}">
                <a16:creationId xmlns:a16="http://schemas.microsoft.com/office/drawing/2014/main" id="{19F7D2A4-2B50-7EE2-3314-17F5AE0CD763}"/>
              </a:ext>
            </a:extLst>
          </p:cNvPr>
          <p:cNvSpPr txBox="1"/>
          <p:nvPr/>
        </p:nvSpPr>
        <p:spPr>
          <a:xfrm>
            <a:off x="88900" y="1585216"/>
            <a:ext cx="4152594" cy="338554"/>
          </a:xfrm>
          <a:prstGeom prst="rect">
            <a:avLst/>
          </a:prstGeom>
          <a:noFill/>
          <a:ln>
            <a:solidFill>
              <a:schemeClr val="accent1"/>
            </a:solidFill>
          </a:ln>
        </p:spPr>
        <p:txBody>
          <a:bodyPr wrap="square">
            <a:spAutoFit/>
          </a:bodyPr>
          <a:lstStyle/>
          <a:p>
            <a:pPr marL="539115">
              <a:spcBef>
                <a:spcPts val="600"/>
              </a:spcBef>
              <a:spcAft>
                <a:spcPts val="0"/>
              </a:spcAft>
            </a:pPr>
            <a:r>
              <a:rPr lang="fr-FR" sz="1600" b="1" dirty="0">
                <a:effectLst/>
                <a:latin typeface="Calibri" panose="020F0502020204030204" pitchFamily="34" charset="0"/>
                <a:ea typeface="Calibri" panose="020F0502020204030204" pitchFamily="34" charset="0"/>
              </a:rPr>
              <a:t>Fichier src/index.</a:t>
            </a:r>
            <a:r>
              <a:rPr lang="fr-FR" b="1" dirty="0">
                <a:latin typeface="Calibri" panose="020F0502020204030204" pitchFamily="34" charset="0"/>
                <a:ea typeface="Calibri" panose="020F0502020204030204" pitchFamily="34" charset="0"/>
              </a:rPr>
              <a:t>js</a:t>
            </a:r>
            <a:endParaRPr lang="fr-FR" sz="1400" dirty="0">
              <a:effectLst/>
              <a:latin typeface="Calibri" panose="020F0502020204030204" pitchFamily="34" charset="0"/>
              <a:ea typeface="Calibri" panose="020F0502020204030204" pitchFamily="34" charset="0"/>
            </a:endParaRPr>
          </a:p>
        </p:txBody>
      </p:sp>
      <p:graphicFrame>
        <p:nvGraphicFramePr>
          <p:cNvPr id="8" name="Tableau 7">
            <a:extLst>
              <a:ext uri="{FF2B5EF4-FFF2-40B4-BE49-F238E27FC236}">
                <a16:creationId xmlns:a16="http://schemas.microsoft.com/office/drawing/2014/main" id="{5FD9EB6F-208D-B699-B6C7-631871C7FD04}"/>
              </a:ext>
            </a:extLst>
          </p:cNvPr>
          <p:cNvGraphicFramePr>
            <a:graphicFrameLocks noGrp="1"/>
          </p:cNvGraphicFramePr>
          <p:nvPr>
            <p:extLst>
              <p:ext uri="{D42A27DB-BD31-4B8C-83A1-F6EECF244321}">
                <p14:modId xmlns:p14="http://schemas.microsoft.com/office/powerpoint/2010/main" val="3009082984"/>
              </p:ext>
            </p:extLst>
          </p:nvPr>
        </p:nvGraphicFramePr>
        <p:xfrm>
          <a:off x="88900" y="2035428"/>
          <a:ext cx="4152594" cy="4111980"/>
        </p:xfrm>
        <a:graphic>
          <a:graphicData uri="http://schemas.openxmlformats.org/drawingml/2006/table">
            <a:tbl>
              <a:tblPr firstRow="1" firstCol="1" lastRow="1" lastCol="1" bandRow="1" bandCol="1"/>
              <a:tblGrid>
                <a:gridCol w="401330">
                  <a:extLst>
                    <a:ext uri="{9D8B030D-6E8A-4147-A177-3AD203B41FA5}">
                      <a16:colId xmlns:a16="http://schemas.microsoft.com/office/drawing/2014/main" val="4230749998"/>
                    </a:ext>
                  </a:extLst>
                </a:gridCol>
                <a:gridCol w="3751264">
                  <a:extLst>
                    <a:ext uri="{9D8B030D-6E8A-4147-A177-3AD203B41FA5}">
                      <a16:colId xmlns:a16="http://schemas.microsoft.com/office/drawing/2014/main" val="479635245"/>
                    </a:ext>
                  </a:extLst>
                </a:gridCol>
              </a:tblGrid>
              <a:tr h="364949">
                <a:tc>
                  <a:txBody>
                    <a:bodyPr/>
                    <a:lstStyle/>
                    <a:p>
                      <a:pPr algn="ctr">
                        <a:spcBef>
                          <a:spcPts val="295"/>
                        </a:spcBef>
                      </a:pPr>
                      <a:r>
                        <a:rPr lang="fr-FR" sz="1200" spc="-50">
                          <a:solidFill>
                            <a:srgbClr val="000000"/>
                          </a:solidFill>
                          <a:effectLst/>
                          <a:latin typeface="Calibri" panose="020F0502020204030204" pitchFamily="34" charset="0"/>
                          <a:ea typeface="Consolas" panose="020B0609020204030204" pitchFamily="49" charset="0"/>
                          <a:cs typeface="Consolas" panose="020B0609020204030204" pitchFamily="49" charset="0"/>
                        </a:rPr>
                        <a:t>1</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F1F1F1"/>
                    </a:solidFill>
                  </a:tcPr>
                </a:tc>
                <a:tc>
                  <a:txBody>
                    <a:bodyPr/>
                    <a:lstStyle/>
                    <a:p>
                      <a:pPr marL="68580">
                        <a:spcBef>
                          <a:spcPts val="425"/>
                        </a:spcBef>
                        <a:spcAft>
                          <a:spcPts val="0"/>
                        </a:spcAft>
                      </a:pPr>
                      <a:r>
                        <a:rPr lang="fr-FR" sz="110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fr-FR" sz="1100" spc="-2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fr-FR" sz="1100">
                          <a:effectLst/>
                          <a:latin typeface="Consolas" panose="020B0609020204030204" pitchFamily="49" charset="0"/>
                          <a:ea typeface="Consolas" panose="020B0609020204030204" pitchFamily="49" charset="0"/>
                          <a:cs typeface="Consolas" panose="020B0609020204030204" pitchFamily="49" charset="0"/>
                        </a:rPr>
                        <a:t>React</a:t>
                      </a:r>
                      <a:r>
                        <a:rPr lang="fr-FR" sz="1100" spc="-25">
                          <a:effectLst/>
                          <a:latin typeface="Consolas" panose="020B0609020204030204" pitchFamily="49" charset="0"/>
                          <a:ea typeface="Consolas" panose="020B0609020204030204" pitchFamily="49" charset="0"/>
                          <a:cs typeface="Consolas" panose="020B0609020204030204" pitchFamily="49" charset="0"/>
                        </a:rPr>
                        <a:t> </a:t>
                      </a:r>
                      <a:r>
                        <a:rPr lang="fr-FR" sz="1100">
                          <a:solidFill>
                            <a:srgbClr val="0000FF"/>
                          </a:solidFill>
                          <a:effectLst/>
                          <a:latin typeface="Consolas" panose="020B0609020204030204" pitchFamily="49" charset="0"/>
                          <a:ea typeface="Consolas" panose="020B0609020204030204" pitchFamily="49" charset="0"/>
                          <a:cs typeface="Consolas" panose="020B0609020204030204" pitchFamily="49" charset="0"/>
                        </a:rPr>
                        <a:t>from</a:t>
                      </a:r>
                      <a:r>
                        <a:rPr lang="fr-FR" sz="1100" spc="-2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a:solidFill>
                            <a:srgbClr val="A21515"/>
                          </a:solidFill>
                          <a:effectLst/>
                          <a:latin typeface="Consolas" panose="020B0609020204030204" pitchFamily="49" charset="0"/>
                          <a:ea typeface="Consolas" panose="020B0609020204030204" pitchFamily="49" charset="0"/>
                          <a:cs typeface="Consolas" panose="020B0609020204030204" pitchFamily="49" charset="0"/>
                        </a:rPr>
                        <a:t>'react'</a:t>
                      </a:r>
                      <a:r>
                        <a:rPr lang="fr-FR" sz="1100" spc="-10">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496164406"/>
                  </a:ext>
                </a:extLst>
              </a:tr>
              <a:tr h="346449">
                <a:tc>
                  <a:txBody>
                    <a:bodyPr/>
                    <a:lstStyle/>
                    <a:p>
                      <a:pPr algn="ctr">
                        <a:spcBef>
                          <a:spcPts val="190"/>
                        </a:spcBef>
                      </a:pPr>
                      <a:r>
                        <a:rPr lang="fr-FR" sz="1200" spc="-50">
                          <a:solidFill>
                            <a:srgbClr val="000000"/>
                          </a:solidFill>
                          <a:effectLst/>
                          <a:latin typeface="Calibri" panose="020F0502020204030204" pitchFamily="34" charset="0"/>
                          <a:ea typeface="Consolas" panose="020B0609020204030204" pitchFamily="49" charset="0"/>
                          <a:cs typeface="Consolas" panose="020B0609020204030204" pitchFamily="49" charset="0"/>
                        </a:rPr>
                        <a:t>2</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spcBef>
                          <a:spcPts val="320"/>
                        </a:spcBef>
                        <a:spcAft>
                          <a:spcPts val="0"/>
                        </a:spcAft>
                      </a:pPr>
                      <a:r>
                        <a:rPr lang="en-US" sz="110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en-US" sz="1100" spc="-4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a:effectLst/>
                          <a:latin typeface="Consolas" panose="020B0609020204030204" pitchFamily="49" charset="0"/>
                          <a:ea typeface="Consolas" panose="020B0609020204030204" pitchFamily="49" charset="0"/>
                          <a:cs typeface="Consolas" panose="020B0609020204030204" pitchFamily="49" charset="0"/>
                        </a:rPr>
                        <a:t>ReactDOM</a:t>
                      </a:r>
                      <a:r>
                        <a:rPr lang="en-US" sz="1100" spc="-35">
                          <a:effectLst/>
                          <a:latin typeface="Consolas" panose="020B0609020204030204" pitchFamily="49" charset="0"/>
                          <a:ea typeface="Consolas" panose="020B0609020204030204" pitchFamily="49" charset="0"/>
                          <a:cs typeface="Consolas" panose="020B0609020204030204" pitchFamily="49" charset="0"/>
                        </a:rPr>
                        <a:t> </a:t>
                      </a:r>
                      <a:r>
                        <a:rPr lang="en-US" sz="1100">
                          <a:solidFill>
                            <a:srgbClr val="0000FF"/>
                          </a:solidFill>
                          <a:effectLst/>
                          <a:latin typeface="Consolas" panose="020B0609020204030204" pitchFamily="49" charset="0"/>
                          <a:ea typeface="Consolas" panose="020B0609020204030204" pitchFamily="49" charset="0"/>
                          <a:cs typeface="Consolas" panose="020B0609020204030204" pitchFamily="49" charset="0"/>
                        </a:rPr>
                        <a:t>from</a:t>
                      </a:r>
                      <a:r>
                        <a:rPr lang="en-US" sz="1100" spc="-35">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a:solidFill>
                            <a:srgbClr val="A21515"/>
                          </a:solidFill>
                          <a:effectLst/>
                          <a:latin typeface="Consolas" panose="020B0609020204030204" pitchFamily="49" charset="0"/>
                          <a:ea typeface="Consolas" panose="020B0609020204030204" pitchFamily="49" charset="0"/>
                          <a:cs typeface="Consolas" panose="020B0609020204030204" pitchFamily="49" charset="0"/>
                        </a:rPr>
                        <a:t>'react-</a:t>
                      </a:r>
                      <a:r>
                        <a:rPr lang="en-US" sz="1100" spc="-10">
                          <a:solidFill>
                            <a:srgbClr val="A21515"/>
                          </a:solidFill>
                          <a:effectLst/>
                          <a:latin typeface="Consolas" panose="020B0609020204030204" pitchFamily="49" charset="0"/>
                          <a:ea typeface="Consolas" panose="020B0609020204030204" pitchFamily="49" charset="0"/>
                          <a:cs typeface="Consolas" panose="020B0609020204030204" pitchFamily="49" charset="0"/>
                        </a:rPr>
                        <a:t>dom/client'</a:t>
                      </a:r>
                      <a:r>
                        <a:rPr lang="en-US" sz="1100" spc="-10">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166088201"/>
                  </a:ext>
                </a:extLst>
              </a:tr>
              <a:tr h="346449">
                <a:tc>
                  <a:txBody>
                    <a:bodyPr/>
                    <a:lstStyle/>
                    <a:p>
                      <a:pPr algn="ctr">
                        <a:spcBef>
                          <a:spcPts val="190"/>
                        </a:spcBef>
                      </a:pPr>
                      <a:r>
                        <a:rPr lang="fr-FR" sz="1200" spc="-50">
                          <a:solidFill>
                            <a:srgbClr val="000000"/>
                          </a:solidFill>
                          <a:effectLst/>
                          <a:latin typeface="Calibri" panose="020F0502020204030204" pitchFamily="34" charset="0"/>
                          <a:ea typeface="Consolas" panose="020B0609020204030204" pitchFamily="49" charset="0"/>
                          <a:cs typeface="Consolas" panose="020B0609020204030204" pitchFamily="49" charset="0"/>
                        </a:rPr>
                        <a:t>3</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spcBef>
                          <a:spcPts val="320"/>
                        </a:spcBef>
                        <a:spcAft>
                          <a:spcPts val="0"/>
                        </a:spcAft>
                      </a:pPr>
                      <a:r>
                        <a:rPr lang="fr-FR" sz="110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fr-FR" sz="1100" spc="-25">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a:solidFill>
                            <a:srgbClr val="A21515"/>
                          </a:solidFill>
                          <a:effectLst/>
                          <a:latin typeface="Consolas" panose="020B0609020204030204" pitchFamily="49" charset="0"/>
                          <a:ea typeface="Consolas" panose="020B0609020204030204" pitchFamily="49" charset="0"/>
                          <a:cs typeface="Consolas" panose="020B0609020204030204" pitchFamily="49" charset="0"/>
                        </a:rPr>
                        <a:t>'./index.css'</a:t>
                      </a:r>
                      <a:r>
                        <a:rPr lang="fr-FR" sz="1100" spc="-10">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147049913"/>
                  </a:ext>
                </a:extLst>
              </a:tr>
              <a:tr h="346449">
                <a:tc>
                  <a:txBody>
                    <a:bodyPr/>
                    <a:lstStyle/>
                    <a:p>
                      <a:pPr algn="ctr">
                        <a:spcBef>
                          <a:spcPts val="190"/>
                        </a:spcBef>
                      </a:pPr>
                      <a:r>
                        <a:rPr lang="fr-FR" sz="1200" spc="-50">
                          <a:solidFill>
                            <a:srgbClr val="000000"/>
                          </a:solidFill>
                          <a:effectLst/>
                          <a:latin typeface="Calibri" panose="020F0502020204030204" pitchFamily="34" charset="0"/>
                          <a:ea typeface="Consolas" panose="020B0609020204030204" pitchFamily="49" charset="0"/>
                          <a:cs typeface="Consolas" panose="020B0609020204030204" pitchFamily="49" charset="0"/>
                        </a:rPr>
                        <a:t>4</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spcBef>
                          <a:spcPts val="320"/>
                        </a:spcBef>
                        <a:spcAft>
                          <a:spcPts val="0"/>
                        </a:spcAft>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en-US" sz="1100" spc="-2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App</a:t>
                      </a:r>
                      <a:r>
                        <a:rPr lang="en-US" sz="1100" spc="-2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from</a:t>
                      </a:r>
                      <a:r>
                        <a:rPr lang="en-US" sz="1100" spc="-1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'./App'</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420368668"/>
                  </a:ext>
                </a:extLst>
              </a:tr>
              <a:tr h="354858">
                <a:tc>
                  <a:txBody>
                    <a:bodyPr/>
                    <a:lstStyle/>
                    <a:p>
                      <a:pPr algn="ctr">
                        <a:spcBef>
                          <a:spcPts val="190"/>
                        </a:spcBef>
                      </a:pPr>
                      <a:r>
                        <a:rPr lang="fr-FR" sz="1200" spc="-50">
                          <a:solidFill>
                            <a:srgbClr val="000000"/>
                          </a:solidFill>
                          <a:effectLst/>
                          <a:latin typeface="Calibri" panose="020F0502020204030204" pitchFamily="34" charset="0"/>
                          <a:ea typeface="Consolas" panose="020B0609020204030204" pitchFamily="49" charset="0"/>
                          <a:cs typeface="Consolas" panose="020B0609020204030204" pitchFamily="49" charset="0"/>
                        </a:rPr>
                        <a:t>5</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spcBef>
                          <a:spcPts val="320"/>
                        </a:spcBef>
                        <a:spcAft>
                          <a:spcPts val="0"/>
                        </a:spcAft>
                      </a:pPr>
                      <a:r>
                        <a:rPr lang="en-US" sz="110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en-US" sz="1100" spc="-4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a:effectLst/>
                          <a:latin typeface="Consolas" panose="020B0609020204030204" pitchFamily="49" charset="0"/>
                          <a:ea typeface="Consolas" panose="020B0609020204030204" pitchFamily="49" charset="0"/>
                          <a:cs typeface="Consolas" panose="020B0609020204030204" pitchFamily="49" charset="0"/>
                        </a:rPr>
                        <a:t>reportWebVitals</a:t>
                      </a:r>
                      <a:r>
                        <a:rPr lang="en-US" sz="1100" spc="-35">
                          <a:effectLst/>
                          <a:latin typeface="Consolas" panose="020B0609020204030204" pitchFamily="49" charset="0"/>
                          <a:ea typeface="Consolas" panose="020B0609020204030204" pitchFamily="49" charset="0"/>
                          <a:cs typeface="Consolas" panose="020B0609020204030204" pitchFamily="49" charset="0"/>
                        </a:rPr>
                        <a:t> </a:t>
                      </a:r>
                      <a:r>
                        <a:rPr lang="en-US" sz="1100">
                          <a:solidFill>
                            <a:srgbClr val="0000FF"/>
                          </a:solidFill>
                          <a:effectLst/>
                          <a:latin typeface="Consolas" panose="020B0609020204030204" pitchFamily="49" charset="0"/>
                          <a:ea typeface="Consolas" panose="020B0609020204030204" pitchFamily="49" charset="0"/>
                          <a:cs typeface="Consolas" panose="020B0609020204030204" pitchFamily="49" charset="0"/>
                        </a:rPr>
                        <a:t>from</a:t>
                      </a:r>
                      <a:r>
                        <a:rPr lang="en-US" sz="1100" spc="-4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a:solidFill>
                            <a:srgbClr val="A21515"/>
                          </a:solidFill>
                          <a:effectLst/>
                          <a:latin typeface="Consolas" panose="020B0609020204030204" pitchFamily="49" charset="0"/>
                          <a:ea typeface="Consolas" panose="020B0609020204030204" pitchFamily="49" charset="0"/>
                          <a:cs typeface="Consolas" panose="020B0609020204030204" pitchFamily="49" charset="0"/>
                        </a:rPr>
                        <a:t>'./reportWebVitals'</a:t>
                      </a:r>
                      <a:r>
                        <a:rPr lang="en-US" sz="1100" spc="-10">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572389261"/>
                  </a:ext>
                </a:extLst>
              </a:tr>
              <a:tr h="2024036">
                <a:tc>
                  <a:txBody>
                    <a:bodyPr/>
                    <a:lstStyle/>
                    <a:p>
                      <a:pPr>
                        <a:spcBef>
                          <a:spcPts val="190"/>
                        </a:spcBef>
                      </a:pPr>
                      <a:r>
                        <a:rPr lang="en-US" sz="1200">
                          <a:effectLst/>
                          <a:latin typeface="Calibri" panose="020F0502020204030204" pitchFamily="34" charset="0"/>
                          <a:ea typeface="Consolas" panose="020B0609020204030204" pitchFamily="49" charset="0"/>
                          <a:cs typeface="Consolas" panose="020B0609020204030204" pitchFamily="49" charset="0"/>
                        </a:rPr>
                        <a:t> </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a:spcBef>
                          <a:spcPts val="190"/>
                        </a:spcBef>
                      </a:pPr>
                      <a:r>
                        <a:rPr lang="en-US" sz="1200">
                          <a:effectLst/>
                          <a:latin typeface="Calibri" panose="020F0502020204030204" pitchFamily="34" charset="0"/>
                          <a:ea typeface="Consolas" panose="020B0609020204030204" pitchFamily="49" charset="0"/>
                          <a:cs typeface="Consolas" panose="020B0609020204030204" pitchFamily="49" charset="0"/>
                        </a:rPr>
                        <a:t> </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a:spcBef>
                          <a:spcPts val="765"/>
                        </a:spcBef>
                      </a:pPr>
                      <a:r>
                        <a:rPr lang="en-US" sz="1200">
                          <a:effectLst/>
                          <a:latin typeface="Calibri" panose="020F0502020204030204" pitchFamily="34" charset="0"/>
                          <a:ea typeface="Consolas" panose="020B0609020204030204" pitchFamily="49" charset="0"/>
                          <a:cs typeface="Consolas" panose="020B0609020204030204" pitchFamily="49" charset="0"/>
                        </a:rPr>
                        <a:t> </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algn="ctr">
                        <a:spcBef>
                          <a:spcPts val="190"/>
                        </a:spcBef>
                      </a:pPr>
                      <a:r>
                        <a:rPr lang="fr-FR" sz="1200" spc="-50">
                          <a:solidFill>
                            <a:srgbClr val="000000"/>
                          </a:solidFill>
                          <a:effectLst/>
                          <a:latin typeface="Calibri" panose="020F0502020204030204" pitchFamily="34" charset="0"/>
                          <a:ea typeface="Consolas" panose="020B0609020204030204" pitchFamily="49" charset="0"/>
                          <a:cs typeface="Consolas" panose="020B0609020204030204" pitchFamily="49" charset="0"/>
                        </a:rPr>
                        <a:t>6</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a:noFill/>
                    </a:lnB>
                    <a:solidFill>
                      <a:srgbClr val="F1F1F1"/>
                    </a:solidFill>
                  </a:tcPr>
                </a:tc>
                <a:tc>
                  <a:txBody>
                    <a:bodyPr/>
                    <a:lstStyle/>
                    <a:p>
                      <a:pPr marL="68580">
                        <a:lnSpc>
                          <a:spcPct val="110000"/>
                        </a:lnSpc>
                        <a:spcBef>
                          <a:spcPts val="285"/>
                        </a:spcBef>
                        <a:spcAft>
                          <a:spcPts val="0"/>
                        </a:spcAft>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 </a:t>
                      </a:r>
                      <a:r>
                        <a:rPr lang="en-US" sz="1100" dirty="0">
                          <a:effectLst/>
                          <a:latin typeface="Consolas" panose="020B0609020204030204" pitchFamily="49" charset="0"/>
                          <a:ea typeface="Consolas" panose="020B0609020204030204" pitchFamily="49" charset="0"/>
                          <a:cs typeface="Consolas" panose="020B0609020204030204" pitchFamily="49" charset="0"/>
                        </a:rPr>
                        <a:t>root = </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ReactDOM.createRoot</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document.getElementById</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'root'</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8580">
                        <a:spcBef>
                          <a:spcPts val="310"/>
                        </a:spcBef>
                        <a:spcAft>
                          <a:spcPts val="0"/>
                        </a:spcAft>
                      </a:pPr>
                      <a:r>
                        <a:rPr lang="en-US" sz="1100" spc="-10" dirty="0" err="1">
                          <a:effectLst/>
                          <a:latin typeface="Consolas" panose="020B0609020204030204" pitchFamily="49" charset="0"/>
                          <a:ea typeface="Consolas" panose="020B0609020204030204" pitchFamily="49" charset="0"/>
                          <a:cs typeface="Consolas" panose="020B0609020204030204" pitchFamily="49" charset="0"/>
                        </a:rPr>
                        <a:t>root.render</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222250">
                        <a:spcBef>
                          <a:spcPts val="440"/>
                        </a:spcBef>
                        <a:spcAft>
                          <a:spcPts val="0"/>
                        </a:spcAft>
                      </a:pP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err="1">
                          <a:solidFill>
                            <a:srgbClr val="800000"/>
                          </a:solidFill>
                          <a:effectLst/>
                          <a:latin typeface="Consolas" panose="020B0609020204030204" pitchFamily="49" charset="0"/>
                          <a:ea typeface="Consolas" panose="020B0609020204030204" pitchFamily="49" charset="0"/>
                          <a:cs typeface="Consolas" panose="020B0609020204030204" pitchFamily="49" charset="0"/>
                        </a:rPr>
                        <a:t>React.StrictMode</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75920">
                        <a:spcBef>
                          <a:spcPts val="440"/>
                        </a:spcBef>
                        <a:spcAft>
                          <a:spcPts val="0"/>
                        </a:spcAft>
                      </a:pP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&lt;App</a:t>
                      </a:r>
                      <a:r>
                        <a:rPr lang="en-US" sz="1100" spc="-15"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25"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222250">
                        <a:spcBef>
                          <a:spcPts val="430"/>
                        </a:spcBef>
                        <a:spcAft>
                          <a:spcPts val="0"/>
                        </a:spcAft>
                      </a:pPr>
                      <a:r>
                        <a:rPr lang="fr-FR"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err="1">
                          <a:solidFill>
                            <a:srgbClr val="800000"/>
                          </a:solidFill>
                          <a:effectLst/>
                          <a:latin typeface="Consolas" panose="020B0609020204030204" pitchFamily="49" charset="0"/>
                          <a:ea typeface="Consolas" panose="020B0609020204030204" pitchFamily="49" charset="0"/>
                          <a:cs typeface="Consolas" panose="020B0609020204030204" pitchFamily="49" charset="0"/>
                        </a:rPr>
                        <a:t>React.StrictMode</a:t>
                      </a:r>
                      <a:r>
                        <a:rPr lang="fr-FR"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8580">
                        <a:spcBef>
                          <a:spcPts val="440"/>
                        </a:spcBef>
                        <a:spcAft>
                          <a:spcPts val="0"/>
                        </a:spcAft>
                      </a:pPr>
                      <a:r>
                        <a:rPr lang="fr-FR" sz="1100" spc="-25"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462486457"/>
                  </a:ext>
                </a:extLst>
              </a:tr>
              <a:tr h="328790">
                <a:tc>
                  <a:txBody>
                    <a:bodyPr/>
                    <a:lstStyle/>
                    <a:p>
                      <a:pPr algn="ctr">
                        <a:spcBef>
                          <a:spcPts val="190"/>
                        </a:spcBef>
                      </a:pPr>
                      <a:r>
                        <a:rPr lang="fr-FR" sz="1200" spc="-50">
                          <a:solidFill>
                            <a:srgbClr val="000000"/>
                          </a:solidFill>
                          <a:effectLst/>
                          <a:latin typeface="Calibri" panose="020F0502020204030204" pitchFamily="34" charset="0"/>
                          <a:ea typeface="Consolas" panose="020B0609020204030204" pitchFamily="49" charset="0"/>
                          <a:cs typeface="Consolas" panose="020B0609020204030204" pitchFamily="49" charset="0"/>
                        </a:rPr>
                        <a:t>7</a:t>
                      </a:r>
                      <a:endParaRPr lang="fr-FR" sz="110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F1F1F1"/>
                    </a:solidFill>
                  </a:tcPr>
                </a:tc>
                <a:tc>
                  <a:txBody>
                    <a:bodyPr/>
                    <a:lstStyle/>
                    <a:p>
                      <a:pPr marL="68580">
                        <a:spcBef>
                          <a:spcPts val="195"/>
                        </a:spcBef>
                        <a:spcAft>
                          <a:spcPts val="0"/>
                        </a:spcAft>
                      </a:pPr>
                      <a:r>
                        <a:rPr lang="fr-FR" sz="1200" spc="-10" dirty="0" err="1">
                          <a:effectLst/>
                          <a:latin typeface="Consolas" panose="020B0609020204030204" pitchFamily="49" charset="0"/>
                          <a:ea typeface="Consolas" panose="020B0609020204030204" pitchFamily="49" charset="0"/>
                          <a:cs typeface="Consolas" panose="020B0609020204030204" pitchFamily="49" charset="0"/>
                        </a:rPr>
                        <a:t>reportWebVitals</a:t>
                      </a:r>
                      <a:r>
                        <a:rPr lang="fr-FR" sz="12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0897834"/>
                  </a:ext>
                </a:extLst>
              </a:tr>
            </a:tbl>
          </a:graphicData>
        </a:graphic>
      </p:graphicFrame>
      <p:sp>
        <p:nvSpPr>
          <p:cNvPr id="12" name="ZoneTexte 11">
            <a:extLst>
              <a:ext uri="{FF2B5EF4-FFF2-40B4-BE49-F238E27FC236}">
                <a16:creationId xmlns:a16="http://schemas.microsoft.com/office/drawing/2014/main" id="{08A2AFD2-591A-FF41-807F-9249CD6501DF}"/>
              </a:ext>
            </a:extLst>
          </p:cNvPr>
          <p:cNvSpPr txBox="1"/>
          <p:nvPr/>
        </p:nvSpPr>
        <p:spPr>
          <a:xfrm>
            <a:off x="4572000" y="5448790"/>
            <a:ext cx="4614920" cy="907941"/>
          </a:xfrm>
          <a:prstGeom prst="rect">
            <a:avLst/>
          </a:prstGeom>
          <a:noFill/>
          <a:ln>
            <a:solidFill>
              <a:schemeClr val="accent1">
                <a:lumMod val="50000"/>
              </a:schemeClr>
            </a:solidFill>
          </a:ln>
        </p:spPr>
        <p:txBody>
          <a:bodyPr wrap="square">
            <a:spAutoFit/>
          </a:bodyPr>
          <a:lstStyle>
            <a:defPPr>
              <a:defRPr lang="en-US"/>
            </a:defPPr>
            <a:lvl1pPr algn="l">
              <a:spcBef>
                <a:spcPts val="600"/>
              </a:spcBef>
              <a:spcAft>
                <a:spcPts val="0"/>
              </a:spcAft>
              <a:defRPr sz="1200">
                <a:latin typeface="Calibri" panose="020F0502020204030204" pitchFamily="34" charset="0"/>
                <a:ea typeface="Calibri" panose="020F0502020204030204" pitchFamily="34" charset="0"/>
              </a:defRPr>
            </a:lvl1pPr>
          </a:lstStyle>
          <a:p>
            <a:r>
              <a:rPr lang="fr-FR" dirty="0"/>
              <a:t>Web </a:t>
            </a:r>
            <a:r>
              <a:rPr lang="fr-FR" dirty="0" err="1"/>
              <a:t>Vitals</a:t>
            </a:r>
            <a:r>
              <a:rPr lang="fr-FR" dirty="0"/>
              <a:t> est un ensemble de mesures utiles qui visent à capturer l'expérience utilisateur d'une page Web.</a:t>
            </a:r>
          </a:p>
          <a:p>
            <a:r>
              <a:rPr lang="fr-FR" dirty="0"/>
              <a:t>Avec la fonction </a:t>
            </a:r>
            <a:r>
              <a:rPr lang="fr-FR" dirty="0" err="1"/>
              <a:t>reportWebVitals</a:t>
            </a:r>
            <a:r>
              <a:rPr lang="fr-FR" dirty="0"/>
              <a:t>, vous pouvez envoyer n'importe résultats à un service d'analyse d'audience comme Google Analytics.</a:t>
            </a:r>
          </a:p>
        </p:txBody>
      </p:sp>
      <p:sp>
        <p:nvSpPr>
          <p:cNvPr id="15" name="ZoneTexte 14">
            <a:extLst>
              <a:ext uri="{FF2B5EF4-FFF2-40B4-BE49-F238E27FC236}">
                <a16:creationId xmlns:a16="http://schemas.microsoft.com/office/drawing/2014/main" id="{0ED7D35C-1F12-A13A-2B60-966EF4D0C5A5}"/>
              </a:ext>
            </a:extLst>
          </p:cNvPr>
          <p:cNvSpPr txBox="1"/>
          <p:nvPr/>
        </p:nvSpPr>
        <p:spPr>
          <a:xfrm>
            <a:off x="4737251" y="1868685"/>
            <a:ext cx="4351663" cy="461665"/>
          </a:xfrm>
          <a:prstGeom prst="rect">
            <a:avLst/>
          </a:prstGeom>
          <a:noFill/>
          <a:ln>
            <a:solidFill>
              <a:schemeClr val="accent1">
                <a:lumMod val="50000"/>
              </a:schemeClr>
            </a:solidFill>
          </a:ln>
        </p:spPr>
        <p:txBody>
          <a:bodyPr wrap="square">
            <a:spAutoFit/>
          </a:bodyPr>
          <a:lstStyle/>
          <a:p>
            <a:pPr algn="l"/>
            <a:r>
              <a:rPr lang="fr-FR" sz="1200" dirty="0">
                <a:latin typeface="Calibri" panose="020F0502020204030204" pitchFamily="34" charset="0"/>
                <a:ea typeface="Calibri" panose="020F0502020204030204" pitchFamily="34" charset="0"/>
              </a:rPr>
              <a:t>Importe la bibliothèque </a:t>
            </a:r>
            <a:r>
              <a:rPr lang="fr-FR" sz="1200" dirty="0" err="1">
                <a:latin typeface="Calibri" panose="020F0502020204030204" pitchFamily="34" charset="0"/>
                <a:ea typeface="Calibri" panose="020F0502020204030204" pitchFamily="34" charset="0"/>
              </a:rPr>
              <a:t>React</a:t>
            </a:r>
            <a:r>
              <a:rPr lang="fr-FR" sz="1200" dirty="0">
                <a:latin typeface="Calibri" panose="020F0502020204030204" pitchFamily="34" charset="0"/>
                <a:ea typeface="Calibri" panose="020F0502020204030204" pitchFamily="34" charset="0"/>
              </a:rPr>
              <a:t> elle-même. </a:t>
            </a:r>
          </a:p>
          <a:p>
            <a:pPr algn="l"/>
            <a:r>
              <a:rPr lang="fr-FR" sz="1200" dirty="0">
                <a:latin typeface="Calibri" panose="020F0502020204030204" pitchFamily="34" charset="0"/>
                <a:ea typeface="Calibri" panose="020F0502020204030204" pitchFamily="34" charset="0"/>
              </a:rPr>
              <a:t>Si vous ignorez cette étape, votre application produira une erreur</a:t>
            </a:r>
            <a:endParaRPr lang="fr-FR" sz="1200" dirty="0"/>
          </a:p>
        </p:txBody>
      </p:sp>
      <p:cxnSp>
        <p:nvCxnSpPr>
          <p:cNvPr id="16" name="Connecteur droit avec flèche 15">
            <a:extLst>
              <a:ext uri="{FF2B5EF4-FFF2-40B4-BE49-F238E27FC236}">
                <a16:creationId xmlns:a16="http://schemas.microsoft.com/office/drawing/2014/main" id="{C87B4E8D-D4EE-61ED-7FA7-5D3C64711EF9}"/>
              </a:ext>
            </a:extLst>
          </p:cNvPr>
          <p:cNvCxnSpPr>
            <a:cxnSpLocks/>
            <a:stCxn id="15" idx="1"/>
            <a:endCxn id="17" idx="3"/>
          </p:cNvCxnSpPr>
          <p:nvPr/>
        </p:nvCxnSpPr>
        <p:spPr>
          <a:xfrm flipH="1">
            <a:off x="2555913" y="2099518"/>
            <a:ext cx="2181338" cy="11655"/>
          </a:xfrm>
          <a:prstGeom prst="straightConnector1">
            <a:avLst/>
          </a:prstGeom>
          <a:ln w="2222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3F31842C-0CB2-1472-05DD-BAB8E4CB49FE}"/>
              </a:ext>
            </a:extLst>
          </p:cNvPr>
          <p:cNvSpPr/>
          <p:nvPr/>
        </p:nvSpPr>
        <p:spPr>
          <a:xfrm>
            <a:off x="492022" y="1985921"/>
            <a:ext cx="2063891" cy="250503"/>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781804E8-3081-4174-6C1B-7F7CC7FCA0EE}"/>
              </a:ext>
            </a:extLst>
          </p:cNvPr>
          <p:cNvSpPr txBox="1"/>
          <p:nvPr/>
        </p:nvSpPr>
        <p:spPr>
          <a:xfrm>
            <a:off x="4724396" y="2373623"/>
            <a:ext cx="4351663" cy="276999"/>
          </a:xfrm>
          <a:prstGeom prst="rect">
            <a:avLst/>
          </a:prstGeom>
          <a:noFill/>
          <a:ln>
            <a:solidFill>
              <a:schemeClr val="accent1">
                <a:lumMod val="50000"/>
              </a:schemeClr>
            </a:solidFill>
          </a:ln>
        </p:spPr>
        <p:txBody>
          <a:bodyPr wrap="square">
            <a:spAutoFit/>
          </a:bodyPr>
          <a:lstStyle/>
          <a:p>
            <a:pPr marR="121285" algn="l">
              <a:spcBef>
                <a:spcPts val="600"/>
              </a:spcBef>
              <a:spcAft>
                <a:spcPts val="0"/>
              </a:spcAft>
            </a:pPr>
            <a:r>
              <a:rPr lang="fr-FR" sz="1200" dirty="0">
                <a:latin typeface="Calibri" panose="020F0502020204030204" pitchFamily="34" charset="0"/>
                <a:ea typeface="Calibri" panose="020F0502020204030204" pitchFamily="34" charset="0"/>
              </a:rPr>
              <a:t>importe</a:t>
            </a:r>
            <a:r>
              <a:rPr lang="fr-FR" sz="1200" spc="-10"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Le</a:t>
            </a:r>
            <a:r>
              <a:rPr lang="fr-FR" sz="1200" spc="-25"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module</a:t>
            </a:r>
            <a:r>
              <a:rPr lang="fr-FR" sz="1200" spc="-10" dirty="0">
                <a:latin typeface="Calibri" panose="020F0502020204030204" pitchFamily="34" charset="0"/>
                <a:ea typeface="Calibri" panose="020F0502020204030204" pitchFamily="34" charset="0"/>
              </a:rPr>
              <a:t> </a:t>
            </a:r>
            <a:r>
              <a:rPr lang="fr-FR" sz="1200" dirty="0" err="1">
                <a:latin typeface="Calibri" panose="020F0502020204030204" pitchFamily="34" charset="0"/>
                <a:ea typeface="Calibri" panose="020F0502020204030204" pitchFamily="34" charset="0"/>
              </a:rPr>
              <a:t>react</a:t>
            </a:r>
            <a:r>
              <a:rPr lang="fr-FR" sz="1200" dirty="0">
                <a:latin typeface="Calibri" panose="020F0502020204030204" pitchFamily="34" charset="0"/>
                <a:ea typeface="Calibri" panose="020F0502020204030204" pitchFamily="34" charset="0"/>
              </a:rPr>
              <a:t>-dom</a:t>
            </a:r>
          </a:p>
        </p:txBody>
      </p:sp>
      <p:cxnSp>
        <p:nvCxnSpPr>
          <p:cNvPr id="26" name="Connecteur droit avec flèche 25">
            <a:extLst>
              <a:ext uri="{FF2B5EF4-FFF2-40B4-BE49-F238E27FC236}">
                <a16:creationId xmlns:a16="http://schemas.microsoft.com/office/drawing/2014/main" id="{5C04AF44-FDC6-95C2-3102-A9E868C513DC}"/>
              </a:ext>
            </a:extLst>
          </p:cNvPr>
          <p:cNvCxnSpPr>
            <a:cxnSpLocks/>
            <a:stCxn id="25" idx="1"/>
            <a:endCxn id="27" idx="3"/>
          </p:cNvCxnSpPr>
          <p:nvPr/>
        </p:nvCxnSpPr>
        <p:spPr>
          <a:xfrm flipH="1" flipV="1">
            <a:off x="3602516" y="2484820"/>
            <a:ext cx="1121880" cy="27303"/>
          </a:xfrm>
          <a:prstGeom prst="straightConnector1">
            <a:avLst/>
          </a:prstGeom>
          <a:ln w="2222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23242C33-BF2B-05A6-9AB3-957E80F4F5DD}"/>
              </a:ext>
            </a:extLst>
          </p:cNvPr>
          <p:cNvSpPr/>
          <p:nvPr/>
        </p:nvSpPr>
        <p:spPr>
          <a:xfrm>
            <a:off x="490184" y="2336627"/>
            <a:ext cx="3112332" cy="29638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56FF676A-B8AE-F9BB-B260-E8AF7AC92D4F}"/>
              </a:ext>
            </a:extLst>
          </p:cNvPr>
          <p:cNvSpPr txBox="1"/>
          <p:nvPr/>
        </p:nvSpPr>
        <p:spPr>
          <a:xfrm>
            <a:off x="4737251" y="2716644"/>
            <a:ext cx="4351663" cy="276999"/>
          </a:xfrm>
          <a:prstGeom prst="rect">
            <a:avLst/>
          </a:prstGeom>
          <a:noFill/>
          <a:ln>
            <a:solidFill>
              <a:schemeClr val="accent1">
                <a:lumMod val="50000"/>
              </a:schemeClr>
            </a:solidFill>
          </a:ln>
        </p:spPr>
        <p:txBody>
          <a:bodyPr wrap="square">
            <a:spAutoFit/>
          </a:bodyPr>
          <a:lstStyle/>
          <a:p>
            <a:pPr marR="121285" algn="l">
              <a:spcBef>
                <a:spcPts val="600"/>
              </a:spcBef>
              <a:spcAft>
                <a:spcPts val="0"/>
              </a:spcAft>
            </a:pPr>
            <a:r>
              <a:rPr lang="fr-FR" sz="1200" dirty="0">
                <a:latin typeface="Calibri" panose="020F0502020204030204" pitchFamily="34" charset="0"/>
                <a:ea typeface="Calibri" panose="020F0502020204030204" pitchFamily="34" charset="0"/>
              </a:rPr>
              <a:t>importe la</a:t>
            </a:r>
            <a:r>
              <a:rPr lang="fr-FR" sz="1200" spc="-15"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feuille</a:t>
            </a:r>
            <a:r>
              <a:rPr lang="fr-FR" sz="1200" spc="-15"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de style</a:t>
            </a:r>
            <a:r>
              <a:rPr lang="fr-FR" sz="1200" spc="10" dirty="0">
                <a:latin typeface="Calibri" panose="020F0502020204030204" pitchFamily="34" charset="0"/>
                <a:ea typeface="Calibri" panose="020F0502020204030204" pitchFamily="34" charset="0"/>
              </a:rPr>
              <a:t> </a:t>
            </a:r>
            <a:r>
              <a:rPr lang="fr-FR" sz="1200" b="1" spc="-10" dirty="0">
                <a:latin typeface="Calibri" panose="020F0502020204030204" pitchFamily="34" charset="0"/>
                <a:ea typeface="Calibri" panose="020F0502020204030204" pitchFamily="34" charset="0"/>
              </a:rPr>
              <a:t>src/index.css</a:t>
            </a:r>
            <a:endParaRPr lang="fr-FR" sz="1200" dirty="0">
              <a:latin typeface="Calibri" panose="020F0502020204030204" pitchFamily="34" charset="0"/>
              <a:ea typeface="Calibri" panose="020F0502020204030204" pitchFamily="34" charset="0"/>
            </a:endParaRPr>
          </a:p>
        </p:txBody>
      </p:sp>
      <p:sp>
        <p:nvSpPr>
          <p:cNvPr id="30" name="Rectangle 29">
            <a:extLst>
              <a:ext uri="{FF2B5EF4-FFF2-40B4-BE49-F238E27FC236}">
                <a16:creationId xmlns:a16="http://schemas.microsoft.com/office/drawing/2014/main" id="{158EF4C3-C4E4-1331-F8DE-896F1CE7A995}"/>
              </a:ext>
            </a:extLst>
          </p:cNvPr>
          <p:cNvSpPr/>
          <p:nvPr/>
        </p:nvSpPr>
        <p:spPr>
          <a:xfrm>
            <a:off x="490185" y="2711200"/>
            <a:ext cx="2063891" cy="250503"/>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1" name="Connecteur droit avec flèche 30">
            <a:extLst>
              <a:ext uri="{FF2B5EF4-FFF2-40B4-BE49-F238E27FC236}">
                <a16:creationId xmlns:a16="http://schemas.microsoft.com/office/drawing/2014/main" id="{B5EEB89D-3AC6-7183-758B-D858FB8F7247}"/>
              </a:ext>
            </a:extLst>
          </p:cNvPr>
          <p:cNvCxnSpPr>
            <a:cxnSpLocks/>
            <a:stCxn id="29" idx="1"/>
            <a:endCxn id="30" idx="3"/>
          </p:cNvCxnSpPr>
          <p:nvPr/>
        </p:nvCxnSpPr>
        <p:spPr>
          <a:xfrm flipH="1" flipV="1">
            <a:off x="2554076" y="2836452"/>
            <a:ext cx="2183175" cy="18692"/>
          </a:xfrm>
          <a:prstGeom prst="straightConnector1">
            <a:avLst/>
          </a:prstGeom>
          <a:ln w="2222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4" name="ZoneTexte 33">
            <a:extLst>
              <a:ext uri="{FF2B5EF4-FFF2-40B4-BE49-F238E27FC236}">
                <a16:creationId xmlns:a16="http://schemas.microsoft.com/office/drawing/2014/main" id="{3A8E93F8-B158-B575-4958-C250B3AFD288}"/>
              </a:ext>
            </a:extLst>
          </p:cNvPr>
          <p:cNvSpPr txBox="1"/>
          <p:nvPr/>
        </p:nvSpPr>
        <p:spPr>
          <a:xfrm>
            <a:off x="4724396" y="3045316"/>
            <a:ext cx="4351663" cy="276999"/>
          </a:xfrm>
          <a:prstGeom prst="rect">
            <a:avLst/>
          </a:prstGeom>
          <a:noFill/>
          <a:ln>
            <a:solidFill>
              <a:schemeClr val="accent1">
                <a:lumMod val="50000"/>
              </a:schemeClr>
            </a:solidFill>
          </a:ln>
        </p:spPr>
        <p:txBody>
          <a:bodyPr wrap="square">
            <a:spAutoFit/>
          </a:bodyPr>
          <a:lstStyle/>
          <a:p>
            <a:pPr algn="l">
              <a:spcBef>
                <a:spcPts val="600"/>
              </a:spcBef>
              <a:spcAft>
                <a:spcPts val="0"/>
              </a:spcAft>
            </a:pPr>
            <a:r>
              <a:rPr lang="fr-FR" sz="1200" dirty="0">
                <a:latin typeface="Calibri" panose="020F0502020204030204" pitchFamily="34" charset="0"/>
                <a:ea typeface="Calibri" panose="020F0502020204030204" pitchFamily="34" charset="0"/>
              </a:rPr>
              <a:t>importe</a:t>
            </a:r>
            <a:r>
              <a:rPr lang="fr-FR" sz="1200" spc="-5"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le</a:t>
            </a:r>
            <a:r>
              <a:rPr lang="fr-FR" sz="1200" spc="-20"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fichier </a:t>
            </a:r>
            <a:r>
              <a:rPr lang="fr-FR" sz="1200" b="1" dirty="0">
                <a:latin typeface="Calibri" panose="020F0502020204030204" pitchFamily="34" charset="0"/>
                <a:ea typeface="Calibri" panose="020F0502020204030204" pitchFamily="34" charset="0"/>
              </a:rPr>
              <a:t>src/App.js</a:t>
            </a:r>
            <a:r>
              <a:rPr lang="fr-FR" sz="1200" b="1" spc="-15"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qui</a:t>
            </a:r>
            <a:r>
              <a:rPr lang="fr-FR" sz="1200" spc="-25"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définit</a:t>
            </a:r>
            <a:r>
              <a:rPr lang="fr-FR" sz="1200" spc="-5"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une</a:t>
            </a:r>
            <a:r>
              <a:rPr lang="fr-FR" sz="1200" spc="-15"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fonction</a:t>
            </a:r>
            <a:r>
              <a:rPr lang="fr-FR" sz="1200" spc="-5" dirty="0">
                <a:latin typeface="Calibri" panose="020F0502020204030204" pitchFamily="34" charset="0"/>
                <a:ea typeface="Calibri" panose="020F0502020204030204" pitchFamily="34" charset="0"/>
              </a:rPr>
              <a:t> </a:t>
            </a:r>
            <a:r>
              <a:rPr lang="fr-FR" sz="1200" dirty="0">
                <a:latin typeface="Calibri" panose="020F0502020204030204" pitchFamily="34" charset="0"/>
                <a:ea typeface="Calibri" panose="020F0502020204030204" pitchFamily="34" charset="0"/>
              </a:rPr>
              <a:t>nommée</a:t>
            </a:r>
            <a:r>
              <a:rPr lang="fr-FR" sz="1200" spc="-30" dirty="0">
                <a:latin typeface="Calibri" panose="020F0502020204030204" pitchFamily="34" charset="0"/>
                <a:ea typeface="Calibri" panose="020F0502020204030204" pitchFamily="34" charset="0"/>
              </a:rPr>
              <a:t> </a:t>
            </a:r>
            <a:r>
              <a:rPr lang="fr-FR" sz="1200" b="1" spc="-20" dirty="0">
                <a:latin typeface="Calibri" panose="020F0502020204030204" pitchFamily="34" charset="0"/>
                <a:ea typeface="Calibri" panose="020F0502020204030204" pitchFamily="34" charset="0"/>
              </a:rPr>
              <a:t>App.</a:t>
            </a:r>
            <a:endParaRPr lang="fr-FR" sz="1200" dirty="0">
              <a:latin typeface="Calibri" panose="020F0502020204030204" pitchFamily="34" charset="0"/>
              <a:ea typeface="Calibri" panose="020F0502020204030204" pitchFamily="34" charset="0"/>
            </a:endParaRPr>
          </a:p>
        </p:txBody>
      </p:sp>
      <p:sp>
        <p:nvSpPr>
          <p:cNvPr id="35" name="Rectangle 34">
            <a:extLst>
              <a:ext uri="{FF2B5EF4-FFF2-40B4-BE49-F238E27FC236}">
                <a16:creationId xmlns:a16="http://schemas.microsoft.com/office/drawing/2014/main" id="{5CAD2F86-0BEE-8961-DC2E-2900CE350E1D}"/>
              </a:ext>
            </a:extLst>
          </p:cNvPr>
          <p:cNvSpPr/>
          <p:nvPr/>
        </p:nvSpPr>
        <p:spPr>
          <a:xfrm>
            <a:off x="477330" y="3039872"/>
            <a:ext cx="2063891" cy="250503"/>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6" name="Connecteur droit avec flèche 35">
            <a:extLst>
              <a:ext uri="{FF2B5EF4-FFF2-40B4-BE49-F238E27FC236}">
                <a16:creationId xmlns:a16="http://schemas.microsoft.com/office/drawing/2014/main" id="{C0928673-BA62-3038-3C59-ADC8199C6474}"/>
              </a:ext>
            </a:extLst>
          </p:cNvPr>
          <p:cNvCxnSpPr>
            <a:cxnSpLocks/>
            <a:stCxn id="34" idx="1"/>
            <a:endCxn id="35" idx="3"/>
          </p:cNvCxnSpPr>
          <p:nvPr/>
        </p:nvCxnSpPr>
        <p:spPr>
          <a:xfrm flipH="1" flipV="1">
            <a:off x="2541221" y="3165124"/>
            <a:ext cx="2183175" cy="18692"/>
          </a:xfrm>
          <a:prstGeom prst="straightConnector1">
            <a:avLst/>
          </a:prstGeom>
          <a:ln w="2222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5DDF1AFA-0BB3-01CE-AA1B-CF67D819E537}"/>
              </a:ext>
            </a:extLst>
          </p:cNvPr>
          <p:cNvSpPr txBox="1"/>
          <p:nvPr/>
        </p:nvSpPr>
        <p:spPr>
          <a:xfrm>
            <a:off x="4726236" y="4373066"/>
            <a:ext cx="4351663" cy="523220"/>
          </a:xfrm>
          <a:prstGeom prst="rect">
            <a:avLst/>
          </a:prstGeom>
          <a:noFill/>
          <a:ln>
            <a:solidFill>
              <a:schemeClr val="accent1">
                <a:lumMod val="50000"/>
              </a:schemeClr>
            </a:solidFill>
          </a:ln>
        </p:spPr>
        <p:txBody>
          <a:bodyPr wrap="square">
            <a:spAutoFit/>
          </a:bodyPr>
          <a:lstStyle/>
          <a:p>
            <a:pPr algn="l">
              <a:spcBef>
                <a:spcPts val="600"/>
              </a:spcBef>
              <a:spcAft>
                <a:spcPts val="0"/>
              </a:spcAft>
            </a:pPr>
            <a:r>
              <a:rPr lang="fr-FR" sz="1400" dirty="0">
                <a:latin typeface="Calibri" panose="020F0502020204030204" pitchFamily="34" charset="0"/>
                <a:ea typeface="Calibri" panose="020F0502020204030204" pitchFamily="34" charset="0"/>
              </a:rPr>
              <a:t>affiche</a:t>
            </a:r>
            <a:r>
              <a:rPr lang="fr-FR" sz="1400" spc="-10" dirty="0">
                <a:latin typeface="Calibri" panose="020F0502020204030204" pitchFamily="34" charset="0"/>
                <a:ea typeface="Calibri" panose="020F0502020204030204" pitchFamily="34" charset="0"/>
              </a:rPr>
              <a:t> </a:t>
            </a:r>
            <a:r>
              <a:rPr lang="fr-FR" sz="1400" dirty="0">
                <a:latin typeface="Calibri" panose="020F0502020204030204" pitchFamily="34" charset="0"/>
                <a:ea typeface="Calibri" panose="020F0502020204030204" pitchFamily="34" charset="0"/>
              </a:rPr>
              <a:t>l’élément</a:t>
            </a:r>
            <a:r>
              <a:rPr lang="fr-FR" sz="1400" spc="-15" dirty="0">
                <a:latin typeface="Calibri" panose="020F0502020204030204" pitchFamily="34" charset="0"/>
                <a:ea typeface="Calibri" panose="020F0502020204030204" pitchFamily="34" charset="0"/>
              </a:rPr>
              <a:t> </a:t>
            </a:r>
            <a:r>
              <a:rPr lang="fr-FR" sz="1400" dirty="0" err="1">
                <a:latin typeface="Calibri" panose="020F0502020204030204" pitchFamily="34" charset="0"/>
                <a:ea typeface="Calibri" panose="020F0502020204030204" pitchFamily="34" charset="0"/>
              </a:rPr>
              <a:t>React</a:t>
            </a:r>
            <a:r>
              <a:rPr lang="fr-FR" sz="1400" dirty="0">
                <a:latin typeface="Calibri" panose="020F0502020204030204" pitchFamily="34" charset="0"/>
                <a:ea typeface="Calibri" panose="020F0502020204030204" pitchFamily="34" charset="0"/>
              </a:rPr>
              <a:t> </a:t>
            </a:r>
            <a:r>
              <a:rPr lang="fr-FR" sz="1400" b="1" dirty="0">
                <a:latin typeface="Calibri" panose="020F0502020204030204" pitchFamily="34" charset="0"/>
                <a:ea typeface="Calibri" panose="020F0502020204030204" pitchFamily="34" charset="0"/>
              </a:rPr>
              <a:t>&lt;App</a:t>
            </a:r>
            <a:r>
              <a:rPr lang="fr-FR" sz="1400" b="1" spc="-15" dirty="0">
                <a:latin typeface="Calibri" panose="020F0502020204030204" pitchFamily="34" charset="0"/>
                <a:ea typeface="Calibri" panose="020F0502020204030204" pitchFamily="34" charset="0"/>
              </a:rPr>
              <a:t> </a:t>
            </a:r>
            <a:r>
              <a:rPr lang="fr-FR" sz="1400" b="1" dirty="0">
                <a:latin typeface="Calibri" panose="020F0502020204030204" pitchFamily="34" charset="0"/>
                <a:ea typeface="Calibri" panose="020F0502020204030204" pitchFamily="34" charset="0"/>
              </a:rPr>
              <a:t>/&gt;</a:t>
            </a:r>
            <a:r>
              <a:rPr lang="fr-FR" sz="1400" b="1" spc="-15" dirty="0">
                <a:latin typeface="Calibri" panose="020F0502020204030204" pitchFamily="34" charset="0"/>
                <a:ea typeface="Calibri" panose="020F0502020204030204" pitchFamily="34" charset="0"/>
              </a:rPr>
              <a:t> </a:t>
            </a:r>
            <a:r>
              <a:rPr lang="fr-FR" sz="1400" dirty="0">
                <a:latin typeface="Calibri" panose="020F0502020204030204" pitchFamily="34" charset="0"/>
                <a:ea typeface="Calibri" panose="020F0502020204030204" pitchFamily="34" charset="0"/>
              </a:rPr>
              <a:t>au</a:t>
            </a:r>
            <a:r>
              <a:rPr lang="fr-FR" sz="1400" spc="-5" dirty="0">
                <a:latin typeface="Calibri" panose="020F0502020204030204" pitchFamily="34" charset="0"/>
                <a:ea typeface="Calibri" panose="020F0502020204030204" pitchFamily="34" charset="0"/>
              </a:rPr>
              <a:t> </a:t>
            </a:r>
            <a:r>
              <a:rPr lang="fr-FR" sz="1400" dirty="0">
                <a:latin typeface="Calibri" panose="020F0502020204030204" pitchFamily="34" charset="0"/>
                <a:ea typeface="Calibri" panose="020F0502020204030204" pitchFamily="34" charset="0"/>
              </a:rPr>
              <a:t>sein</a:t>
            </a:r>
            <a:r>
              <a:rPr lang="fr-FR" sz="1400" spc="-5" dirty="0">
                <a:latin typeface="Calibri" panose="020F0502020204030204" pitchFamily="34" charset="0"/>
                <a:ea typeface="Calibri" panose="020F0502020204030204" pitchFamily="34" charset="0"/>
              </a:rPr>
              <a:t> </a:t>
            </a:r>
            <a:r>
              <a:rPr lang="fr-FR" sz="1400" dirty="0">
                <a:latin typeface="Calibri" panose="020F0502020204030204" pitchFamily="34" charset="0"/>
                <a:ea typeface="Calibri" panose="020F0502020204030204" pitchFamily="34" charset="0"/>
              </a:rPr>
              <a:t>du</a:t>
            </a:r>
            <a:r>
              <a:rPr lang="fr-FR" sz="1400" spc="-15" dirty="0">
                <a:latin typeface="Calibri" panose="020F0502020204030204" pitchFamily="34" charset="0"/>
                <a:ea typeface="Calibri" panose="020F0502020204030204" pitchFamily="34" charset="0"/>
              </a:rPr>
              <a:t> </a:t>
            </a:r>
            <a:r>
              <a:rPr lang="fr-FR" sz="1400" dirty="0">
                <a:latin typeface="Calibri" panose="020F0502020204030204" pitchFamily="34" charset="0"/>
                <a:ea typeface="Calibri" panose="020F0502020204030204" pitchFamily="34" charset="0"/>
              </a:rPr>
              <a:t>nœud</a:t>
            </a:r>
            <a:r>
              <a:rPr lang="fr-FR" sz="1400" spc="-5" dirty="0">
                <a:latin typeface="Calibri" panose="020F0502020204030204" pitchFamily="34" charset="0"/>
                <a:ea typeface="Calibri" panose="020F0502020204030204" pitchFamily="34" charset="0"/>
              </a:rPr>
              <a:t> </a:t>
            </a:r>
            <a:r>
              <a:rPr lang="fr-FR" sz="1400" dirty="0">
                <a:latin typeface="Calibri" panose="020F0502020204030204" pitchFamily="34" charset="0"/>
                <a:ea typeface="Calibri" panose="020F0502020204030204" pitchFamily="34" charset="0"/>
              </a:rPr>
              <a:t>DOM </a:t>
            </a:r>
            <a:r>
              <a:rPr lang="fr-FR" sz="1400" b="1" dirty="0">
                <a:latin typeface="Calibri" panose="020F0502020204030204" pitchFamily="34" charset="0"/>
                <a:ea typeface="Calibri" panose="020F0502020204030204" pitchFamily="34" charset="0"/>
              </a:rPr>
              <a:t>root</a:t>
            </a:r>
            <a:r>
              <a:rPr lang="fr-FR" sz="1400" b="1" spc="-10" dirty="0">
                <a:latin typeface="Calibri" panose="020F0502020204030204" pitchFamily="34" charset="0"/>
                <a:ea typeface="Calibri" panose="020F0502020204030204" pitchFamily="34" charset="0"/>
              </a:rPr>
              <a:t> </a:t>
            </a:r>
            <a:r>
              <a:rPr lang="fr-FR" sz="1400" dirty="0">
                <a:latin typeface="Calibri" panose="020F0502020204030204" pitchFamily="34" charset="0"/>
                <a:ea typeface="Calibri" panose="020F0502020204030204" pitchFamily="34" charset="0"/>
              </a:rPr>
              <a:t>et</a:t>
            </a:r>
            <a:r>
              <a:rPr lang="fr-FR" sz="1400" spc="-25" dirty="0">
                <a:latin typeface="Calibri" panose="020F0502020204030204" pitchFamily="34" charset="0"/>
                <a:ea typeface="Calibri" panose="020F0502020204030204" pitchFamily="34" charset="0"/>
              </a:rPr>
              <a:t> </a:t>
            </a:r>
            <a:r>
              <a:rPr lang="fr-FR" sz="1400" dirty="0">
                <a:latin typeface="Calibri" panose="020F0502020204030204" pitchFamily="34" charset="0"/>
                <a:ea typeface="Calibri" panose="020F0502020204030204" pitchFamily="34" charset="0"/>
              </a:rPr>
              <a:t>renvoie une référence sur le composant.</a:t>
            </a:r>
          </a:p>
        </p:txBody>
      </p:sp>
      <p:sp>
        <p:nvSpPr>
          <p:cNvPr id="38" name="Rectangle 37">
            <a:extLst>
              <a:ext uri="{FF2B5EF4-FFF2-40B4-BE49-F238E27FC236}">
                <a16:creationId xmlns:a16="http://schemas.microsoft.com/office/drawing/2014/main" id="{5C2A1616-7302-1E52-3902-BECDEC87B2BA}"/>
              </a:ext>
            </a:extLst>
          </p:cNvPr>
          <p:cNvSpPr/>
          <p:nvPr/>
        </p:nvSpPr>
        <p:spPr>
          <a:xfrm>
            <a:off x="446082" y="3765151"/>
            <a:ext cx="3795412" cy="1753307"/>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39" name="Connecteur droit avec flèche 38">
            <a:extLst>
              <a:ext uri="{FF2B5EF4-FFF2-40B4-BE49-F238E27FC236}">
                <a16:creationId xmlns:a16="http://schemas.microsoft.com/office/drawing/2014/main" id="{83DC1022-380D-500D-B024-AB042D5E9E82}"/>
              </a:ext>
            </a:extLst>
          </p:cNvPr>
          <p:cNvCxnSpPr>
            <a:cxnSpLocks/>
            <a:stCxn id="37" idx="1"/>
            <a:endCxn id="38" idx="3"/>
          </p:cNvCxnSpPr>
          <p:nvPr/>
        </p:nvCxnSpPr>
        <p:spPr>
          <a:xfrm flipH="1">
            <a:off x="4241494" y="4634676"/>
            <a:ext cx="484742" cy="7129"/>
          </a:xfrm>
          <a:prstGeom prst="straightConnector1">
            <a:avLst/>
          </a:prstGeom>
          <a:ln w="2222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0AC4153D-E637-BF49-8975-93605C13D619}"/>
              </a:ext>
            </a:extLst>
          </p:cNvPr>
          <p:cNvSpPr/>
          <p:nvPr/>
        </p:nvSpPr>
        <p:spPr>
          <a:xfrm>
            <a:off x="446082" y="5775739"/>
            <a:ext cx="2063891" cy="250503"/>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8" name="Connecteur droit avec flèche 47">
            <a:extLst>
              <a:ext uri="{FF2B5EF4-FFF2-40B4-BE49-F238E27FC236}">
                <a16:creationId xmlns:a16="http://schemas.microsoft.com/office/drawing/2014/main" id="{DE38A6E6-808B-1494-89CB-FF48D179A4D9}"/>
              </a:ext>
            </a:extLst>
          </p:cNvPr>
          <p:cNvCxnSpPr>
            <a:cxnSpLocks/>
            <a:stCxn id="12" idx="1"/>
            <a:endCxn id="46" idx="3"/>
          </p:cNvCxnSpPr>
          <p:nvPr/>
        </p:nvCxnSpPr>
        <p:spPr>
          <a:xfrm flipH="1" flipV="1">
            <a:off x="2509973" y="5900991"/>
            <a:ext cx="2062027" cy="1770"/>
          </a:xfrm>
          <a:prstGeom prst="straightConnector1">
            <a:avLst/>
          </a:prstGeom>
          <a:ln w="2222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54" name="ZoneTexte 53">
            <a:extLst>
              <a:ext uri="{FF2B5EF4-FFF2-40B4-BE49-F238E27FC236}">
                <a16:creationId xmlns:a16="http://schemas.microsoft.com/office/drawing/2014/main" id="{5EE68721-DCBF-A662-BEBB-E666512122F1}"/>
              </a:ext>
            </a:extLst>
          </p:cNvPr>
          <p:cNvSpPr txBox="1"/>
          <p:nvPr/>
        </p:nvSpPr>
        <p:spPr>
          <a:xfrm>
            <a:off x="88900" y="831758"/>
            <a:ext cx="8702560" cy="584775"/>
          </a:xfrm>
          <a:prstGeom prst="rect">
            <a:avLst/>
          </a:prstGeom>
          <a:noFill/>
        </p:spPr>
        <p:txBody>
          <a:bodyPr wrap="square">
            <a:spAutoFit/>
          </a:bodyPr>
          <a:lstStyle/>
          <a:p>
            <a:pPr algn="just"/>
            <a:r>
              <a:rPr lang="fr-FR" dirty="0"/>
              <a:t>Quand vous créez un projet </a:t>
            </a:r>
            <a:r>
              <a:rPr lang="fr-FR" dirty="0" err="1"/>
              <a:t>React</a:t>
            </a:r>
            <a:r>
              <a:rPr lang="fr-FR" dirty="0"/>
              <a:t> avec </a:t>
            </a:r>
            <a:r>
              <a:rPr lang="fr-FR" b="1" dirty="0" err="1"/>
              <a:t>create</a:t>
            </a:r>
            <a:r>
              <a:rPr lang="fr-FR" b="1" dirty="0"/>
              <a:t>-</a:t>
            </a:r>
            <a:r>
              <a:rPr lang="fr-FR" b="1" dirty="0" err="1"/>
              <a:t>react</a:t>
            </a:r>
            <a:r>
              <a:rPr lang="fr-FR" b="1" dirty="0"/>
              <a:t>-app</a:t>
            </a:r>
            <a:r>
              <a:rPr lang="fr-FR" dirty="0"/>
              <a:t>, il y a deux fichiers principaux, le fichier </a:t>
            </a:r>
            <a:r>
              <a:rPr lang="fr-FR" b="1" dirty="0"/>
              <a:t>public/index.html </a:t>
            </a:r>
            <a:r>
              <a:rPr lang="fr-FR" dirty="0"/>
              <a:t>et le fichier </a:t>
            </a:r>
            <a:r>
              <a:rPr lang="fr-FR" b="1" dirty="0"/>
              <a:t>src/index.js</a:t>
            </a:r>
            <a:endParaRPr lang="fr-FR" dirty="0">
              <a:latin typeface="+mn-lt"/>
            </a:endParaRPr>
          </a:p>
        </p:txBody>
      </p:sp>
    </p:spTree>
    <p:extLst>
      <p:ext uri="{BB962C8B-B14F-4D97-AF65-F5344CB8AC3E}">
        <p14:creationId xmlns:p14="http://schemas.microsoft.com/office/powerpoint/2010/main" val="70944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childTnLst>
                                </p:cTn>
                              </p:par>
                              <p:par>
                                <p:cTn id="28" presetID="1" presetClass="entr" presetSubtype="0" fill="hold" nodeType="withEffect">
                                  <p:stCondLst>
                                    <p:cond delay="0"/>
                                  </p:stCondLst>
                                  <p:childTnLst>
                                    <p:set>
                                      <p:cBhvr>
                                        <p:cTn id="29" dur="1" fill="hold">
                                          <p:stCondLst>
                                            <p:cond delay="0"/>
                                          </p:stCondLst>
                                        </p:cTn>
                                        <p:tgtEl>
                                          <p:spTgt spid="3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35"/>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3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46"/>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48"/>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P spid="17" grpId="0" animBg="1"/>
      <p:bldP spid="25" grpId="0" animBg="1"/>
      <p:bldP spid="27" grpId="0" animBg="1"/>
      <p:bldP spid="29" grpId="0" animBg="1"/>
      <p:bldP spid="30" grpId="0" animBg="1"/>
      <p:bldP spid="34" grpId="0" animBg="1"/>
      <p:bldP spid="35" grpId="0" animBg="1"/>
      <p:bldP spid="37" grpId="0" animBg="1"/>
      <p:bldP spid="38" grpId="0" animBg="1"/>
      <p:bldP spid="4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TP- explication du code</a:t>
            </a:r>
            <a:endParaRPr lang="fr-FR" sz="2400" b="1" dirty="0">
              <a:solidFill>
                <a:schemeClr val="accent1">
                  <a:lumMod val="75000"/>
                </a:schemeClr>
              </a:solidFill>
              <a:latin typeface="+mn-lt"/>
            </a:endParaRPr>
          </a:p>
        </p:txBody>
      </p:sp>
      <p:sp>
        <p:nvSpPr>
          <p:cNvPr id="7" name="ZoneTexte 6">
            <a:extLst>
              <a:ext uri="{FF2B5EF4-FFF2-40B4-BE49-F238E27FC236}">
                <a16:creationId xmlns:a16="http://schemas.microsoft.com/office/drawing/2014/main" id="{D1623B63-DB56-EEDF-C19D-10E48FB394DA}"/>
              </a:ext>
            </a:extLst>
          </p:cNvPr>
          <p:cNvSpPr txBox="1"/>
          <p:nvPr/>
        </p:nvSpPr>
        <p:spPr>
          <a:xfrm>
            <a:off x="88900" y="2019383"/>
            <a:ext cx="5144877" cy="4298613"/>
          </a:xfrm>
          <a:prstGeom prst="rect">
            <a:avLst/>
          </a:prstGeom>
          <a:noFill/>
          <a:ln>
            <a:solidFill>
              <a:schemeClr val="accent1">
                <a:lumMod val="75000"/>
              </a:schemeClr>
            </a:solidFill>
          </a:ln>
        </p:spPr>
        <p:txBody>
          <a:bodyPr wrap="square">
            <a:spAutoFit/>
          </a:bodyPr>
          <a:lstStyle/>
          <a:p>
            <a:pPr marR="2602230" algn="l">
              <a:lnSpc>
                <a:spcPct val="110000"/>
              </a:lnSpc>
              <a:spcBef>
                <a:spcPts val="730"/>
              </a:spcBef>
              <a:spcAft>
                <a:spcPts val="0"/>
              </a:spcAft>
            </a:pPr>
            <a:r>
              <a:rPr lang="en-US" sz="1200" dirty="0">
                <a:solidFill>
                  <a:srgbClr val="0000FF"/>
                </a:solidFill>
                <a:effectLst/>
                <a:latin typeface="+mn-lt"/>
                <a:ea typeface="Calibri" panose="020F0502020204030204" pitchFamily="34" charset="0"/>
              </a:rPr>
              <a:t>import</a:t>
            </a:r>
            <a:r>
              <a:rPr lang="en-US" sz="1200" spc="-55" dirty="0">
                <a:solidFill>
                  <a:srgbClr val="0000FF"/>
                </a:solidFill>
                <a:effectLst/>
                <a:latin typeface="+mn-lt"/>
                <a:ea typeface="Calibri" panose="020F0502020204030204" pitchFamily="34" charset="0"/>
              </a:rPr>
              <a:t> </a:t>
            </a:r>
            <a:r>
              <a:rPr lang="en-US" sz="1200" dirty="0">
                <a:effectLst/>
                <a:latin typeface="+mn-lt"/>
                <a:ea typeface="Calibri" panose="020F0502020204030204" pitchFamily="34" charset="0"/>
              </a:rPr>
              <a:t>logo</a:t>
            </a:r>
            <a:r>
              <a:rPr lang="en-US" sz="1200" spc="-55"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from</a:t>
            </a:r>
            <a:r>
              <a:rPr lang="en-US" sz="1200" spc="-50" dirty="0">
                <a:solidFill>
                  <a:srgbClr val="0000FF"/>
                </a:solidFill>
                <a:effectLst/>
                <a:latin typeface="+mn-lt"/>
                <a:ea typeface="Calibri" panose="020F0502020204030204" pitchFamily="34" charset="0"/>
              </a:rPr>
              <a:t> </a:t>
            </a:r>
            <a:r>
              <a:rPr lang="en-US" sz="1200" dirty="0">
                <a:solidFill>
                  <a:srgbClr val="A21515"/>
                </a:solidFill>
                <a:effectLst/>
                <a:latin typeface="+mn-lt"/>
                <a:ea typeface="Calibri" panose="020F0502020204030204" pitchFamily="34" charset="0"/>
              </a:rPr>
              <a:t>'./</a:t>
            </a:r>
            <a:r>
              <a:rPr lang="en-US" sz="1200" dirty="0" err="1">
                <a:solidFill>
                  <a:srgbClr val="A21515"/>
                </a:solidFill>
                <a:effectLst/>
                <a:latin typeface="+mn-lt"/>
                <a:ea typeface="Calibri" panose="020F0502020204030204" pitchFamily="34" charset="0"/>
              </a:rPr>
              <a:t>logo.svg</a:t>
            </a:r>
            <a:r>
              <a:rPr lang="en-US" sz="1200" dirty="0">
                <a:solidFill>
                  <a:srgbClr val="A21515"/>
                </a:solidFill>
                <a:effectLst/>
                <a:latin typeface="+mn-lt"/>
                <a:ea typeface="Calibri" panose="020F0502020204030204" pitchFamily="34" charset="0"/>
              </a:rPr>
              <a:t>’</a:t>
            </a:r>
            <a:r>
              <a:rPr lang="en-US" sz="1200" dirty="0">
                <a:effectLst/>
                <a:latin typeface="+mn-lt"/>
                <a:ea typeface="Calibri" panose="020F0502020204030204" pitchFamily="34" charset="0"/>
              </a:rPr>
              <a:t>; </a:t>
            </a:r>
          </a:p>
          <a:p>
            <a:pPr marR="2602230" algn="l">
              <a:lnSpc>
                <a:spcPct val="110000"/>
              </a:lnSpc>
              <a:spcBef>
                <a:spcPts val="730"/>
              </a:spcBef>
              <a:spcAft>
                <a:spcPts val="0"/>
              </a:spcAft>
            </a:pPr>
            <a:r>
              <a:rPr lang="en-US" sz="1200" dirty="0">
                <a:solidFill>
                  <a:srgbClr val="0000FF"/>
                </a:solidFill>
                <a:effectLst/>
                <a:latin typeface="+mn-lt"/>
                <a:ea typeface="Calibri" panose="020F0502020204030204" pitchFamily="34" charset="0"/>
              </a:rPr>
              <a:t>import </a:t>
            </a:r>
            <a:r>
              <a:rPr lang="en-US" sz="1200" dirty="0">
                <a:solidFill>
                  <a:srgbClr val="A21515"/>
                </a:solidFill>
                <a:effectLst/>
                <a:latin typeface="+mn-lt"/>
                <a:ea typeface="Calibri" panose="020F0502020204030204" pitchFamily="34" charset="0"/>
              </a:rPr>
              <a:t>'./App.css’</a:t>
            </a:r>
            <a:r>
              <a:rPr lang="en-US" sz="1200" dirty="0">
                <a:effectLst/>
                <a:latin typeface="+mn-lt"/>
                <a:ea typeface="Calibri" panose="020F0502020204030204" pitchFamily="34" charset="0"/>
              </a:rPr>
              <a:t>;</a:t>
            </a:r>
          </a:p>
          <a:p>
            <a:pPr marR="2602230" algn="l">
              <a:lnSpc>
                <a:spcPct val="110000"/>
              </a:lnSpc>
              <a:spcBef>
                <a:spcPts val="730"/>
              </a:spcBef>
              <a:spcAft>
                <a:spcPts val="0"/>
              </a:spcAft>
            </a:pPr>
            <a:endParaRPr lang="fr-FR" sz="1200" dirty="0">
              <a:effectLst/>
              <a:latin typeface="+mn-lt"/>
              <a:ea typeface="Calibri" panose="020F0502020204030204" pitchFamily="34" charset="0"/>
            </a:endParaRPr>
          </a:p>
          <a:p>
            <a:pPr marL="265113" marR="3679190" algn="l">
              <a:lnSpc>
                <a:spcPct val="110000"/>
              </a:lnSpc>
              <a:spcAft>
                <a:spcPts val="0"/>
              </a:spcAft>
            </a:pPr>
            <a:r>
              <a:rPr lang="en-US" sz="1200" dirty="0">
                <a:solidFill>
                  <a:srgbClr val="0000FF"/>
                </a:solidFill>
                <a:effectLst/>
                <a:latin typeface="+mn-lt"/>
                <a:ea typeface="Calibri" panose="020F0502020204030204" pitchFamily="34" charset="0"/>
              </a:rPr>
              <a:t>function</a:t>
            </a:r>
            <a:r>
              <a:rPr lang="en-US" sz="1200" spc="-80" dirty="0">
                <a:solidFill>
                  <a:srgbClr val="0000FF"/>
                </a:solidFill>
                <a:effectLst/>
                <a:latin typeface="+mn-lt"/>
                <a:ea typeface="Calibri" panose="020F0502020204030204" pitchFamily="34" charset="0"/>
              </a:rPr>
              <a:t> </a:t>
            </a:r>
            <a:r>
              <a:rPr lang="en-US" sz="1200" dirty="0">
                <a:effectLst/>
                <a:latin typeface="+mn-lt"/>
                <a:ea typeface="Calibri" panose="020F0502020204030204" pitchFamily="34" charset="0"/>
              </a:rPr>
              <a:t>App()</a:t>
            </a:r>
            <a:r>
              <a:rPr lang="en-US" sz="1200" spc="-95" dirty="0">
                <a:effectLst/>
                <a:latin typeface="+mn-lt"/>
                <a:ea typeface="Calibri" panose="020F0502020204030204" pitchFamily="34" charset="0"/>
              </a:rPr>
              <a:t> </a:t>
            </a:r>
            <a:r>
              <a:rPr lang="en-US" sz="1200" dirty="0">
                <a:effectLst/>
                <a:latin typeface="+mn-lt"/>
                <a:ea typeface="Calibri" panose="020F0502020204030204" pitchFamily="34" charset="0"/>
              </a:rPr>
              <a:t>{</a:t>
            </a:r>
          </a:p>
          <a:p>
            <a:pPr marL="363538" marR="3679190" algn="l">
              <a:lnSpc>
                <a:spcPct val="110000"/>
              </a:lnSpc>
              <a:spcAft>
                <a:spcPts val="0"/>
              </a:spcAft>
            </a:pPr>
            <a:r>
              <a:rPr lang="en-US" sz="1200" dirty="0">
                <a:solidFill>
                  <a:srgbClr val="0000FF"/>
                </a:solidFill>
                <a:effectLst/>
                <a:latin typeface="+mn-lt"/>
                <a:ea typeface="Calibri" panose="020F0502020204030204" pitchFamily="34" charset="0"/>
              </a:rPr>
              <a:t>return </a:t>
            </a:r>
            <a:r>
              <a:rPr lang="en-US" sz="120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539750" algn="l">
              <a:lnSpc>
                <a:spcPts val="1285"/>
              </a:lnSpc>
            </a:pPr>
            <a:r>
              <a:rPr lang="en-US" sz="1200" dirty="0">
                <a:solidFill>
                  <a:srgbClr val="800000"/>
                </a:solidFill>
                <a:effectLst/>
                <a:latin typeface="+mn-lt"/>
                <a:ea typeface="Calibri" panose="020F0502020204030204" pitchFamily="34" charset="0"/>
              </a:rPr>
              <a:t>&lt;div</a:t>
            </a:r>
            <a:r>
              <a:rPr lang="en-US" sz="1200" spc="-20" dirty="0">
                <a:solidFill>
                  <a:srgbClr val="800000"/>
                </a:solidFill>
                <a:effectLst/>
                <a:latin typeface="+mn-lt"/>
                <a:ea typeface="Calibri" panose="020F0502020204030204" pitchFamily="34" charset="0"/>
              </a:rPr>
              <a:t> </a:t>
            </a:r>
            <a:r>
              <a:rPr lang="en-US" sz="1200" spc="-10" dirty="0" err="1">
                <a:solidFill>
                  <a:srgbClr val="FF0000"/>
                </a:solidFill>
                <a:effectLst/>
                <a:latin typeface="+mn-lt"/>
                <a:ea typeface="Calibri" panose="020F0502020204030204" pitchFamily="34" charset="0"/>
              </a:rPr>
              <a:t>className</a:t>
            </a:r>
            <a:r>
              <a:rPr lang="en-US" sz="1200" spc="-10" dirty="0">
                <a:effectLst/>
                <a:latin typeface="+mn-lt"/>
                <a:ea typeface="Calibri" panose="020F0502020204030204" pitchFamily="34" charset="0"/>
              </a:rPr>
              <a:t>=</a:t>
            </a:r>
            <a:r>
              <a:rPr lang="en-US" sz="1200" spc="-10" dirty="0">
                <a:solidFill>
                  <a:srgbClr val="A21515"/>
                </a:solidFill>
                <a:effectLst/>
                <a:latin typeface="+mn-lt"/>
                <a:ea typeface="Calibri" panose="020F0502020204030204" pitchFamily="34" charset="0"/>
              </a:rPr>
              <a:t>"App"</a:t>
            </a:r>
            <a:r>
              <a:rPr lang="en-US" sz="1200" spc="-1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892175" algn="l">
              <a:spcBef>
                <a:spcPts val="125"/>
              </a:spcBef>
              <a:spcAft>
                <a:spcPts val="0"/>
              </a:spcAft>
            </a:pPr>
            <a:r>
              <a:rPr lang="en-US" sz="1200" dirty="0">
                <a:solidFill>
                  <a:srgbClr val="800000"/>
                </a:solidFill>
                <a:effectLst/>
                <a:latin typeface="+mn-lt"/>
                <a:ea typeface="Calibri" panose="020F0502020204030204" pitchFamily="34" charset="0"/>
              </a:rPr>
              <a:t>&lt;header</a:t>
            </a:r>
            <a:r>
              <a:rPr lang="en-US" sz="1200" spc="-110"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className</a:t>
            </a:r>
            <a:r>
              <a:rPr lang="en-US" sz="1200" dirty="0">
                <a:effectLst/>
                <a:latin typeface="+mn-lt"/>
                <a:ea typeface="Calibri" panose="020F0502020204030204" pitchFamily="34" charset="0"/>
              </a:rPr>
              <a:t>=</a:t>
            </a:r>
            <a:r>
              <a:rPr lang="en-US" sz="1200" dirty="0">
                <a:solidFill>
                  <a:srgbClr val="A21515"/>
                </a:solidFill>
                <a:effectLst/>
                <a:latin typeface="+mn-lt"/>
                <a:ea typeface="Calibri" panose="020F0502020204030204" pitchFamily="34" charset="0"/>
              </a:rPr>
              <a:t>"App-</a:t>
            </a:r>
            <a:r>
              <a:rPr lang="en-US" sz="1200" spc="-10" dirty="0">
                <a:solidFill>
                  <a:srgbClr val="A21515"/>
                </a:solidFill>
                <a:effectLst/>
                <a:latin typeface="+mn-lt"/>
                <a:ea typeface="Calibri" panose="020F0502020204030204" pitchFamily="34" charset="0"/>
              </a:rPr>
              <a:t>header"</a:t>
            </a:r>
            <a:r>
              <a:rPr lang="en-US" sz="1200" spc="-1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255713" algn="l">
              <a:spcBef>
                <a:spcPts val="130"/>
              </a:spcBef>
              <a:spcAft>
                <a:spcPts val="0"/>
              </a:spcAft>
            </a:pPr>
            <a:r>
              <a:rPr lang="en-US" sz="1200" dirty="0">
                <a:solidFill>
                  <a:srgbClr val="800000"/>
                </a:solidFill>
                <a:effectLst/>
                <a:latin typeface="+mn-lt"/>
                <a:ea typeface="Calibri" panose="020F0502020204030204" pitchFamily="34" charset="0"/>
              </a:rPr>
              <a:t>&lt;</a:t>
            </a:r>
            <a:r>
              <a:rPr lang="en-US" sz="1200" dirty="0" err="1">
                <a:solidFill>
                  <a:srgbClr val="800000"/>
                </a:solidFill>
                <a:effectLst/>
                <a:latin typeface="+mn-lt"/>
                <a:ea typeface="Calibri" panose="020F0502020204030204" pitchFamily="34" charset="0"/>
              </a:rPr>
              <a:t>img</a:t>
            </a:r>
            <a:r>
              <a:rPr lang="en-US" sz="1200" spc="-50"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src</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a:t>
            </a:r>
            <a:r>
              <a:rPr lang="en-US" sz="1200" dirty="0">
                <a:effectLst/>
                <a:latin typeface="+mn-lt"/>
                <a:ea typeface="Calibri" panose="020F0502020204030204" pitchFamily="34" charset="0"/>
              </a:rPr>
              <a:t>logo</a:t>
            </a:r>
            <a:r>
              <a:rPr lang="en-US" sz="1200" dirty="0">
                <a:solidFill>
                  <a:srgbClr val="0000FF"/>
                </a:solidFill>
                <a:effectLst/>
                <a:latin typeface="+mn-lt"/>
                <a:ea typeface="Calibri" panose="020F0502020204030204" pitchFamily="34" charset="0"/>
              </a:rPr>
              <a:t>}</a:t>
            </a:r>
            <a:r>
              <a:rPr lang="en-US" sz="1200" spc="-50" dirty="0">
                <a:solidFill>
                  <a:srgbClr val="0000FF"/>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className</a:t>
            </a:r>
            <a:r>
              <a:rPr lang="en-US" sz="1200" dirty="0">
                <a:effectLst/>
                <a:latin typeface="+mn-lt"/>
                <a:ea typeface="Calibri" panose="020F0502020204030204" pitchFamily="34" charset="0"/>
              </a:rPr>
              <a:t>=</a:t>
            </a:r>
            <a:r>
              <a:rPr lang="en-US" sz="1200" dirty="0">
                <a:solidFill>
                  <a:srgbClr val="A21515"/>
                </a:solidFill>
                <a:effectLst/>
                <a:latin typeface="+mn-lt"/>
                <a:ea typeface="Calibri" panose="020F0502020204030204" pitchFamily="34" charset="0"/>
              </a:rPr>
              <a:t>"App-logo"</a:t>
            </a:r>
            <a:r>
              <a:rPr lang="en-US" sz="1200" spc="-60" dirty="0">
                <a:solidFill>
                  <a:srgbClr val="A21515"/>
                </a:solidFill>
                <a:effectLst/>
                <a:latin typeface="+mn-lt"/>
                <a:ea typeface="Calibri" panose="020F0502020204030204" pitchFamily="34" charset="0"/>
              </a:rPr>
              <a:t> </a:t>
            </a:r>
            <a:r>
              <a:rPr lang="en-US" sz="1200" dirty="0">
                <a:solidFill>
                  <a:srgbClr val="FF0000"/>
                </a:solidFill>
                <a:effectLst/>
                <a:latin typeface="+mn-lt"/>
                <a:ea typeface="Calibri" panose="020F0502020204030204" pitchFamily="34" charset="0"/>
              </a:rPr>
              <a:t>alt</a:t>
            </a:r>
            <a:r>
              <a:rPr lang="en-US" sz="1200" dirty="0">
                <a:effectLst/>
                <a:latin typeface="+mn-lt"/>
                <a:ea typeface="Calibri" panose="020F0502020204030204" pitchFamily="34" charset="0"/>
              </a:rPr>
              <a:t>=</a:t>
            </a:r>
            <a:r>
              <a:rPr lang="en-US" sz="1200" dirty="0">
                <a:solidFill>
                  <a:srgbClr val="A21515"/>
                </a:solidFill>
                <a:effectLst/>
                <a:latin typeface="+mn-lt"/>
                <a:ea typeface="Calibri" panose="020F0502020204030204" pitchFamily="34" charset="0"/>
              </a:rPr>
              <a:t>"logo"</a:t>
            </a:r>
            <a:r>
              <a:rPr lang="en-US" sz="1200" spc="-45" dirty="0">
                <a:solidFill>
                  <a:srgbClr val="A21515"/>
                </a:solidFill>
                <a:effectLst/>
                <a:latin typeface="+mn-lt"/>
                <a:ea typeface="Calibri" panose="020F0502020204030204" pitchFamily="34" charset="0"/>
              </a:rPr>
              <a:t> </a:t>
            </a:r>
            <a:r>
              <a:rPr lang="en-US" sz="1200" spc="-25"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255713" algn="l">
              <a:spcBef>
                <a:spcPts val="140"/>
              </a:spcBef>
              <a:spcAft>
                <a:spcPts val="0"/>
              </a:spcAft>
            </a:pPr>
            <a:r>
              <a:rPr lang="en-US" sz="1200" spc="-25" dirty="0">
                <a:solidFill>
                  <a:srgbClr val="800000"/>
                </a:solidFill>
                <a:effectLst/>
                <a:latin typeface="+mn-lt"/>
                <a:ea typeface="Calibri" panose="020F0502020204030204" pitchFamily="34" charset="0"/>
              </a:rPr>
              <a:t>&lt;p&gt;</a:t>
            </a:r>
            <a:endParaRPr lang="fr-FR" sz="1200" dirty="0">
              <a:effectLst/>
              <a:latin typeface="+mn-lt"/>
              <a:ea typeface="Calibri" panose="020F0502020204030204" pitchFamily="34" charset="0"/>
            </a:endParaRPr>
          </a:p>
          <a:p>
            <a:pPr marL="1255713" algn="l">
              <a:spcBef>
                <a:spcPts val="140"/>
              </a:spcBef>
              <a:spcAft>
                <a:spcPts val="0"/>
              </a:spcAft>
            </a:pPr>
            <a:r>
              <a:rPr lang="en-US" sz="1200" dirty="0">
                <a:effectLst/>
                <a:latin typeface="+mn-lt"/>
                <a:ea typeface="Calibri" panose="020F0502020204030204" pitchFamily="34" charset="0"/>
              </a:rPr>
              <a:t>Edit</a:t>
            </a:r>
            <a:r>
              <a:rPr lang="en-US" sz="1200" spc="-55" dirty="0">
                <a:effectLst/>
                <a:latin typeface="+mn-lt"/>
                <a:ea typeface="Calibri" panose="020F0502020204030204" pitchFamily="34" charset="0"/>
              </a:rPr>
              <a:t> </a:t>
            </a:r>
            <a:r>
              <a:rPr lang="en-US" sz="1200" dirty="0">
                <a:solidFill>
                  <a:srgbClr val="800000"/>
                </a:solidFill>
                <a:effectLst/>
                <a:latin typeface="+mn-lt"/>
                <a:ea typeface="Calibri" panose="020F0502020204030204" pitchFamily="34" charset="0"/>
              </a:rPr>
              <a:t>&lt;code&gt;</a:t>
            </a:r>
            <a:r>
              <a:rPr lang="en-US" sz="1200" dirty="0" err="1">
                <a:effectLst/>
                <a:latin typeface="+mn-lt"/>
                <a:ea typeface="Calibri" panose="020F0502020204030204" pitchFamily="34" charset="0"/>
              </a:rPr>
              <a:t>src</a:t>
            </a:r>
            <a:r>
              <a:rPr lang="en-US" sz="1200" dirty="0">
                <a:effectLst/>
                <a:latin typeface="+mn-lt"/>
                <a:ea typeface="Calibri" panose="020F0502020204030204" pitchFamily="34" charset="0"/>
              </a:rPr>
              <a:t>/App.js</a:t>
            </a:r>
            <a:r>
              <a:rPr lang="en-US" sz="1200" dirty="0">
                <a:solidFill>
                  <a:srgbClr val="800000"/>
                </a:solidFill>
                <a:effectLst/>
                <a:latin typeface="+mn-lt"/>
                <a:ea typeface="Calibri" panose="020F0502020204030204" pitchFamily="34" charset="0"/>
              </a:rPr>
              <a:t>&lt;/code&gt;</a:t>
            </a:r>
            <a:r>
              <a:rPr lang="en-US" sz="1200" spc="-30" dirty="0">
                <a:solidFill>
                  <a:srgbClr val="800000"/>
                </a:solidFill>
                <a:effectLst/>
                <a:latin typeface="+mn-lt"/>
                <a:ea typeface="Calibri" panose="020F0502020204030204" pitchFamily="34" charset="0"/>
              </a:rPr>
              <a:t> </a:t>
            </a:r>
            <a:r>
              <a:rPr lang="en-US" sz="1200" dirty="0">
                <a:effectLst/>
                <a:latin typeface="+mn-lt"/>
                <a:ea typeface="Calibri" panose="020F0502020204030204" pitchFamily="34" charset="0"/>
              </a:rPr>
              <a:t>and</a:t>
            </a:r>
            <a:r>
              <a:rPr lang="en-US" sz="1200" spc="-35" dirty="0">
                <a:effectLst/>
                <a:latin typeface="+mn-lt"/>
                <a:ea typeface="Calibri" panose="020F0502020204030204" pitchFamily="34" charset="0"/>
              </a:rPr>
              <a:t> </a:t>
            </a:r>
            <a:r>
              <a:rPr lang="en-US" sz="1200" dirty="0">
                <a:effectLst/>
                <a:latin typeface="+mn-lt"/>
                <a:ea typeface="Calibri" panose="020F0502020204030204" pitchFamily="34" charset="0"/>
              </a:rPr>
              <a:t>save</a:t>
            </a:r>
            <a:r>
              <a:rPr lang="en-US" sz="1200" spc="-40" dirty="0">
                <a:effectLst/>
                <a:latin typeface="+mn-lt"/>
                <a:ea typeface="Calibri" panose="020F0502020204030204" pitchFamily="34" charset="0"/>
              </a:rPr>
              <a:t> </a:t>
            </a:r>
            <a:r>
              <a:rPr lang="en-US" sz="1200" dirty="0">
                <a:effectLst/>
                <a:latin typeface="+mn-lt"/>
                <a:ea typeface="Calibri" panose="020F0502020204030204" pitchFamily="34" charset="0"/>
              </a:rPr>
              <a:t>to</a:t>
            </a:r>
            <a:r>
              <a:rPr lang="en-US" sz="1200" spc="-35" dirty="0">
                <a:effectLst/>
                <a:latin typeface="+mn-lt"/>
                <a:ea typeface="Calibri" panose="020F0502020204030204" pitchFamily="34" charset="0"/>
              </a:rPr>
              <a:t> </a:t>
            </a:r>
            <a:r>
              <a:rPr lang="en-US" sz="1200" spc="-10" dirty="0">
                <a:effectLst/>
                <a:latin typeface="+mn-lt"/>
                <a:ea typeface="Calibri" panose="020F0502020204030204" pitchFamily="34" charset="0"/>
              </a:rPr>
              <a:t>reload.</a:t>
            </a:r>
            <a:endParaRPr lang="fr-FR" sz="1200" dirty="0">
              <a:effectLst/>
              <a:latin typeface="+mn-lt"/>
              <a:ea typeface="Calibri" panose="020F0502020204030204" pitchFamily="34" charset="0"/>
            </a:endParaRPr>
          </a:p>
          <a:p>
            <a:pPr marL="1255713" algn="l">
              <a:spcBef>
                <a:spcPts val="140"/>
              </a:spcBef>
              <a:spcAft>
                <a:spcPts val="0"/>
              </a:spcAft>
            </a:pPr>
            <a:r>
              <a:rPr lang="en-US" sz="1200" spc="-20" dirty="0">
                <a:solidFill>
                  <a:srgbClr val="800000"/>
                </a:solidFill>
                <a:effectLst/>
                <a:latin typeface="+mn-lt"/>
                <a:ea typeface="Calibri" panose="020F0502020204030204" pitchFamily="34" charset="0"/>
              </a:rPr>
              <a:t>&lt;/p&gt;</a:t>
            </a:r>
            <a:endParaRPr lang="fr-FR" sz="1200" dirty="0">
              <a:effectLst/>
              <a:latin typeface="+mn-lt"/>
              <a:ea typeface="Calibri" panose="020F0502020204030204" pitchFamily="34" charset="0"/>
            </a:endParaRPr>
          </a:p>
          <a:p>
            <a:pPr marL="1255713" algn="l">
              <a:spcBef>
                <a:spcPts val="125"/>
              </a:spcBef>
              <a:spcAft>
                <a:spcPts val="0"/>
              </a:spcAft>
            </a:pPr>
            <a:r>
              <a:rPr lang="en-US" sz="1200" spc="-25" dirty="0">
                <a:solidFill>
                  <a:srgbClr val="800000"/>
                </a:solidFill>
                <a:effectLst/>
                <a:latin typeface="+mn-lt"/>
                <a:ea typeface="Calibri" panose="020F0502020204030204" pitchFamily="34" charset="0"/>
              </a:rPr>
              <a:t>&lt;a</a:t>
            </a:r>
            <a:r>
              <a:rPr lang="fr-FR" sz="1200" dirty="0">
                <a:latin typeface="+mn-lt"/>
                <a:ea typeface="Calibri" panose="020F0502020204030204" pitchFamily="34" charset="0"/>
              </a:rPr>
              <a:t> </a:t>
            </a:r>
            <a:r>
              <a:rPr lang="en-US" sz="1200" spc="-10" dirty="0" err="1">
                <a:solidFill>
                  <a:srgbClr val="FF0000"/>
                </a:solidFill>
                <a:effectLst/>
                <a:latin typeface="+mn-lt"/>
                <a:ea typeface="Calibri" panose="020F0502020204030204" pitchFamily="34" charset="0"/>
              </a:rPr>
              <a:t>className</a:t>
            </a:r>
            <a:r>
              <a:rPr lang="en-US" sz="1200" spc="-10" dirty="0">
                <a:effectLst/>
                <a:latin typeface="+mn-lt"/>
                <a:ea typeface="Calibri" panose="020F0502020204030204" pitchFamily="34" charset="0"/>
              </a:rPr>
              <a:t>=</a:t>
            </a:r>
            <a:r>
              <a:rPr lang="en-US" sz="1200" spc="-10" dirty="0">
                <a:solidFill>
                  <a:srgbClr val="A21515"/>
                </a:solidFill>
                <a:effectLst/>
                <a:latin typeface="+mn-lt"/>
                <a:ea typeface="Calibri" panose="020F0502020204030204" pitchFamily="34" charset="0"/>
              </a:rPr>
              <a:t>"App-link" </a:t>
            </a:r>
            <a:r>
              <a:rPr lang="en-US" sz="1200" spc="-10" dirty="0" err="1">
                <a:solidFill>
                  <a:srgbClr val="FF0000"/>
                </a:solidFill>
                <a:effectLst/>
                <a:latin typeface="+mn-lt"/>
                <a:ea typeface="Calibri" panose="020F0502020204030204" pitchFamily="34" charset="0"/>
              </a:rPr>
              <a:t>href</a:t>
            </a:r>
            <a:r>
              <a:rPr lang="en-US" sz="1200" spc="-10" dirty="0">
                <a:effectLst/>
                <a:latin typeface="+mn-lt"/>
                <a:ea typeface="Calibri" panose="020F0502020204030204" pitchFamily="34" charset="0"/>
              </a:rPr>
              <a:t>=</a:t>
            </a:r>
            <a:r>
              <a:rPr lang="en-US" sz="1200" spc="-10" dirty="0">
                <a:solidFill>
                  <a:srgbClr val="A21515"/>
                </a:solidFill>
                <a:effectLst/>
                <a:latin typeface="+mn-lt"/>
                <a:ea typeface="Calibri" panose="020F0502020204030204" pitchFamily="34" charset="0"/>
              </a:rPr>
              <a:t>"https://reactjs.org" </a:t>
            </a:r>
            <a:r>
              <a:rPr lang="en-US" sz="1200" spc="-10" dirty="0">
                <a:solidFill>
                  <a:srgbClr val="FF0000"/>
                </a:solidFill>
                <a:effectLst/>
                <a:latin typeface="+mn-lt"/>
                <a:ea typeface="Calibri" panose="020F0502020204030204" pitchFamily="34" charset="0"/>
              </a:rPr>
              <a:t>target</a:t>
            </a:r>
            <a:r>
              <a:rPr lang="en-US" sz="1200" spc="-10" dirty="0">
                <a:effectLst/>
                <a:latin typeface="+mn-lt"/>
                <a:ea typeface="Calibri" panose="020F0502020204030204" pitchFamily="34" charset="0"/>
              </a:rPr>
              <a:t>=</a:t>
            </a:r>
            <a:r>
              <a:rPr lang="en-US" sz="1200" spc="-10" dirty="0">
                <a:solidFill>
                  <a:srgbClr val="A21515"/>
                </a:solidFill>
                <a:effectLst/>
                <a:latin typeface="+mn-lt"/>
                <a:ea typeface="Calibri" panose="020F0502020204030204" pitchFamily="34" charset="0"/>
              </a:rPr>
              <a:t>"_blank" </a:t>
            </a:r>
            <a:r>
              <a:rPr lang="en-US" sz="1200" dirty="0" err="1">
                <a:solidFill>
                  <a:srgbClr val="FF0000"/>
                </a:solidFill>
                <a:effectLst/>
                <a:latin typeface="+mn-lt"/>
                <a:ea typeface="Calibri" panose="020F0502020204030204" pitchFamily="34" charset="0"/>
              </a:rPr>
              <a:t>rel</a:t>
            </a:r>
            <a:r>
              <a:rPr lang="en-US" sz="1200" dirty="0">
                <a:effectLst/>
                <a:latin typeface="+mn-lt"/>
                <a:ea typeface="Calibri" panose="020F0502020204030204" pitchFamily="34" charset="0"/>
              </a:rPr>
              <a:t>=</a:t>
            </a:r>
            <a:r>
              <a:rPr lang="en-US" sz="1200" dirty="0">
                <a:solidFill>
                  <a:srgbClr val="A21515"/>
                </a:solidFill>
                <a:effectLst/>
                <a:latin typeface="+mn-lt"/>
                <a:ea typeface="Calibri" panose="020F0502020204030204" pitchFamily="34" charset="0"/>
              </a:rPr>
              <a:t>"</a:t>
            </a:r>
            <a:r>
              <a:rPr lang="en-US" sz="1200" dirty="0" err="1">
                <a:solidFill>
                  <a:srgbClr val="A21515"/>
                </a:solidFill>
                <a:effectLst/>
                <a:latin typeface="+mn-lt"/>
                <a:ea typeface="Calibri" panose="020F0502020204030204" pitchFamily="34" charset="0"/>
              </a:rPr>
              <a:t>noopener</a:t>
            </a:r>
            <a:r>
              <a:rPr lang="en-US" sz="1200" dirty="0">
                <a:solidFill>
                  <a:srgbClr val="A21515"/>
                </a:solidFill>
                <a:effectLst/>
                <a:latin typeface="+mn-lt"/>
                <a:ea typeface="Calibri" panose="020F0502020204030204" pitchFamily="34" charset="0"/>
              </a:rPr>
              <a:t> </a:t>
            </a:r>
            <a:r>
              <a:rPr lang="en-US" sz="1200" dirty="0" err="1">
                <a:solidFill>
                  <a:srgbClr val="A21515"/>
                </a:solidFill>
                <a:effectLst/>
                <a:latin typeface="+mn-lt"/>
                <a:ea typeface="Calibri" panose="020F0502020204030204" pitchFamily="34" charset="0"/>
              </a:rPr>
              <a:t>noreferrer</a:t>
            </a:r>
            <a:r>
              <a:rPr lang="en-US" sz="1200" dirty="0">
                <a:solidFill>
                  <a:srgbClr val="A21515"/>
                </a:solidFill>
                <a:effectLst/>
                <a:latin typeface="+mn-lt"/>
                <a:ea typeface="Calibri" panose="020F0502020204030204" pitchFamily="34" charset="0"/>
              </a:rPr>
              <a:t>"</a:t>
            </a:r>
            <a:r>
              <a:rPr lang="en-US" sz="1200" spc="-50" dirty="0">
                <a:solidFill>
                  <a:srgbClr val="800000"/>
                </a:solidFill>
                <a:effectLst/>
                <a:latin typeface="+mn-lt"/>
                <a:ea typeface="Calibri" panose="020F0502020204030204" pitchFamily="34" charset="0"/>
              </a:rPr>
              <a:t>&gt;</a:t>
            </a:r>
            <a:r>
              <a:rPr lang="en-US" sz="1200" dirty="0">
                <a:effectLst/>
                <a:latin typeface="+mn-lt"/>
                <a:ea typeface="Calibri" panose="020F0502020204030204" pitchFamily="34" charset="0"/>
              </a:rPr>
              <a:t> </a:t>
            </a:r>
            <a:endParaRPr lang="fr-FR" sz="1200" dirty="0">
              <a:effectLst/>
              <a:latin typeface="+mn-lt"/>
              <a:ea typeface="Calibri" panose="020F0502020204030204" pitchFamily="34" charset="0"/>
            </a:endParaRPr>
          </a:p>
          <a:p>
            <a:pPr marL="1431925" algn="l">
              <a:spcBef>
                <a:spcPts val="140"/>
              </a:spcBef>
              <a:spcAft>
                <a:spcPts val="0"/>
              </a:spcAft>
            </a:pPr>
            <a:r>
              <a:rPr lang="en-US" sz="1200" dirty="0">
                <a:effectLst/>
                <a:latin typeface="+mn-lt"/>
                <a:ea typeface="Calibri" panose="020F0502020204030204" pitchFamily="34" charset="0"/>
              </a:rPr>
              <a:t>Learn</a:t>
            </a:r>
            <a:r>
              <a:rPr lang="en-US" sz="1200" spc="-25" dirty="0">
                <a:effectLst/>
                <a:latin typeface="+mn-lt"/>
                <a:ea typeface="Calibri" panose="020F0502020204030204" pitchFamily="34" charset="0"/>
              </a:rPr>
              <a:t> </a:t>
            </a:r>
            <a:r>
              <a:rPr lang="en-US" sz="1200" spc="-10" dirty="0">
                <a:effectLst/>
                <a:latin typeface="+mn-lt"/>
                <a:ea typeface="Calibri" panose="020F0502020204030204" pitchFamily="34" charset="0"/>
              </a:rPr>
              <a:t>React</a:t>
            </a:r>
            <a:endParaRPr lang="fr-FR" sz="1200" dirty="0">
              <a:effectLst/>
              <a:latin typeface="+mn-lt"/>
              <a:ea typeface="Calibri" panose="020F0502020204030204" pitchFamily="34" charset="0"/>
            </a:endParaRPr>
          </a:p>
          <a:p>
            <a:pPr marL="1255713" algn="l">
              <a:spcBef>
                <a:spcPts val="140"/>
              </a:spcBef>
              <a:spcAft>
                <a:spcPts val="0"/>
              </a:spcAft>
            </a:pPr>
            <a:r>
              <a:rPr lang="en-US" sz="1200" spc="-20" dirty="0">
                <a:solidFill>
                  <a:srgbClr val="800000"/>
                </a:solidFill>
                <a:effectLst/>
                <a:latin typeface="+mn-lt"/>
                <a:ea typeface="Calibri" panose="020F0502020204030204" pitchFamily="34" charset="0"/>
              </a:rPr>
              <a:t>&lt;/a&gt;</a:t>
            </a:r>
            <a:endParaRPr lang="fr-FR" sz="1200" dirty="0">
              <a:effectLst/>
              <a:latin typeface="+mn-lt"/>
              <a:ea typeface="Calibri" panose="020F0502020204030204" pitchFamily="34" charset="0"/>
            </a:endParaRPr>
          </a:p>
          <a:p>
            <a:pPr marL="892175" algn="l">
              <a:spcBef>
                <a:spcPts val="130"/>
              </a:spcBef>
              <a:spcAft>
                <a:spcPts val="0"/>
              </a:spcAft>
            </a:pPr>
            <a:r>
              <a:rPr lang="en-US" sz="1200" spc="-10" dirty="0">
                <a:solidFill>
                  <a:srgbClr val="800000"/>
                </a:solidFill>
                <a:effectLst/>
                <a:latin typeface="+mn-lt"/>
                <a:ea typeface="Calibri" panose="020F0502020204030204" pitchFamily="34" charset="0"/>
              </a:rPr>
              <a:t>&lt;/header&gt;</a:t>
            </a:r>
            <a:endParaRPr lang="fr-FR" sz="1200" dirty="0">
              <a:effectLst/>
              <a:latin typeface="+mn-lt"/>
              <a:ea typeface="Calibri" panose="020F0502020204030204" pitchFamily="34" charset="0"/>
            </a:endParaRPr>
          </a:p>
          <a:p>
            <a:pPr marL="539750" algn="l">
              <a:spcBef>
                <a:spcPts val="140"/>
              </a:spcBef>
              <a:spcAft>
                <a:spcPts val="0"/>
              </a:spcAft>
            </a:pPr>
            <a:r>
              <a:rPr lang="en-US" sz="1200" spc="-10" dirty="0">
                <a:solidFill>
                  <a:srgbClr val="800000"/>
                </a:solidFill>
                <a:effectLst/>
                <a:latin typeface="+mn-lt"/>
                <a:ea typeface="Calibri" panose="020F0502020204030204" pitchFamily="34" charset="0"/>
              </a:rPr>
              <a:t>&lt;/div&gt;</a:t>
            </a:r>
            <a:endParaRPr lang="fr-FR" sz="1200" dirty="0">
              <a:effectLst/>
              <a:latin typeface="+mn-lt"/>
              <a:ea typeface="Calibri" panose="020F0502020204030204" pitchFamily="34" charset="0"/>
            </a:endParaRPr>
          </a:p>
          <a:p>
            <a:pPr algn="l">
              <a:spcBef>
                <a:spcPts val="140"/>
              </a:spcBef>
              <a:spcAft>
                <a:spcPts val="0"/>
              </a:spcAft>
            </a:pPr>
            <a:r>
              <a:rPr lang="fr-FR" sz="1200" spc="-25"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algn="l">
              <a:spcBef>
                <a:spcPts val="140"/>
              </a:spcBef>
              <a:spcAft>
                <a:spcPts val="0"/>
              </a:spcAft>
            </a:pPr>
            <a:r>
              <a:rPr lang="fr-FR" sz="1200" spc="-50" dirty="0">
                <a:effectLst/>
                <a:latin typeface="+mn-lt"/>
                <a:ea typeface="Calibri" panose="020F0502020204030204" pitchFamily="34" charset="0"/>
              </a:rPr>
              <a:t>}</a:t>
            </a:r>
          </a:p>
          <a:p>
            <a:pPr algn="l">
              <a:spcBef>
                <a:spcPts val="140"/>
              </a:spcBef>
              <a:spcAft>
                <a:spcPts val="0"/>
              </a:spcAft>
            </a:pPr>
            <a:r>
              <a:rPr lang="fr-FR" sz="1800" dirty="0">
                <a:solidFill>
                  <a:srgbClr val="0000FF"/>
                </a:solidFill>
                <a:effectLst/>
                <a:latin typeface="Consolas" panose="020B0609020204030204" pitchFamily="49" charset="0"/>
                <a:ea typeface="Calibri" panose="020F0502020204030204" pitchFamily="34" charset="0"/>
              </a:rPr>
              <a:t>export</a:t>
            </a:r>
            <a:r>
              <a:rPr lang="fr-FR" sz="1800" spc="-45" dirty="0">
                <a:solidFill>
                  <a:srgbClr val="0000FF"/>
                </a:solidFill>
                <a:effectLst/>
                <a:latin typeface="Consolas" panose="020B0609020204030204" pitchFamily="49" charset="0"/>
                <a:ea typeface="Calibri" panose="020F0502020204030204" pitchFamily="34" charset="0"/>
              </a:rPr>
              <a:t> </a:t>
            </a:r>
            <a:r>
              <a:rPr lang="fr-FR" sz="1800" dirty="0">
                <a:solidFill>
                  <a:srgbClr val="0000FF"/>
                </a:solidFill>
                <a:effectLst/>
                <a:latin typeface="Consolas" panose="020B0609020204030204" pitchFamily="49" charset="0"/>
                <a:ea typeface="Calibri" panose="020F0502020204030204" pitchFamily="34" charset="0"/>
              </a:rPr>
              <a:t>default</a:t>
            </a:r>
            <a:r>
              <a:rPr lang="fr-FR" sz="1800" spc="-30" dirty="0">
                <a:solidFill>
                  <a:srgbClr val="0000FF"/>
                </a:solidFill>
                <a:effectLst/>
                <a:latin typeface="Consolas" panose="020B0609020204030204" pitchFamily="49" charset="0"/>
                <a:ea typeface="Calibri" panose="020F0502020204030204" pitchFamily="34" charset="0"/>
              </a:rPr>
              <a:t> </a:t>
            </a:r>
            <a:r>
              <a:rPr lang="fr-FR" sz="1800" spc="-20" dirty="0">
                <a:effectLst/>
                <a:latin typeface="Consolas" panose="020B0609020204030204" pitchFamily="49" charset="0"/>
                <a:ea typeface="Calibri" panose="020F0502020204030204" pitchFamily="34" charset="0"/>
              </a:rPr>
              <a:t>App;</a:t>
            </a:r>
            <a:endParaRPr lang="fr-FR" sz="1800" dirty="0">
              <a:effectLst/>
              <a:latin typeface="Calibri" panose="020F0502020204030204" pitchFamily="34" charset="0"/>
              <a:ea typeface="Calibri" panose="020F0502020204030204" pitchFamily="34" charset="0"/>
            </a:endParaRPr>
          </a:p>
        </p:txBody>
      </p:sp>
      <p:sp>
        <p:nvSpPr>
          <p:cNvPr id="9" name="ZoneTexte 8">
            <a:extLst>
              <a:ext uri="{FF2B5EF4-FFF2-40B4-BE49-F238E27FC236}">
                <a16:creationId xmlns:a16="http://schemas.microsoft.com/office/drawing/2014/main" id="{19F7D2A4-2B50-7EE2-3314-17F5AE0CD763}"/>
              </a:ext>
            </a:extLst>
          </p:cNvPr>
          <p:cNvSpPr txBox="1"/>
          <p:nvPr/>
        </p:nvSpPr>
        <p:spPr>
          <a:xfrm>
            <a:off x="88901" y="1461976"/>
            <a:ext cx="5144876" cy="338554"/>
          </a:xfrm>
          <a:prstGeom prst="rect">
            <a:avLst/>
          </a:prstGeom>
          <a:noFill/>
          <a:ln>
            <a:solidFill>
              <a:schemeClr val="accent1"/>
            </a:solidFill>
          </a:ln>
        </p:spPr>
        <p:txBody>
          <a:bodyPr wrap="square">
            <a:spAutoFit/>
          </a:bodyPr>
          <a:lstStyle/>
          <a:p>
            <a:pPr marL="539115">
              <a:spcBef>
                <a:spcPts val="600"/>
              </a:spcBef>
              <a:spcAft>
                <a:spcPts val="0"/>
              </a:spcAft>
            </a:pPr>
            <a:r>
              <a:rPr lang="fr-FR" sz="1600" b="1" dirty="0">
                <a:effectLst/>
                <a:latin typeface="Calibri" panose="020F0502020204030204" pitchFamily="34" charset="0"/>
                <a:ea typeface="Calibri" panose="020F0502020204030204" pitchFamily="34" charset="0"/>
              </a:rPr>
              <a:t>Le composant src/App.js </a:t>
            </a:r>
            <a:endParaRPr lang="fr-FR" sz="1400" dirty="0">
              <a:effectLst/>
              <a:latin typeface="Calibri" panose="020F0502020204030204" pitchFamily="34" charset="0"/>
              <a:ea typeface="Calibri" panose="020F0502020204030204" pitchFamily="34" charset="0"/>
            </a:endParaRPr>
          </a:p>
        </p:txBody>
      </p:sp>
      <p:sp>
        <p:nvSpPr>
          <p:cNvPr id="11" name="ZoneTexte 10">
            <a:extLst>
              <a:ext uri="{FF2B5EF4-FFF2-40B4-BE49-F238E27FC236}">
                <a16:creationId xmlns:a16="http://schemas.microsoft.com/office/drawing/2014/main" id="{4FB556D6-41A1-6F14-1A76-208F111EB657}"/>
              </a:ext>
            </a:extLst>
          </p:cNvPr>
          <p:cNvSpPr txBox="1"/>
          <p:nvPr/>
        </p:nvSpPr>
        <p:spPr>
          <a:xfrm>
            <a:off x="5796710" y="3409935"/>
            <a:ext cx="3258390" cy="1077218"/>
          </a:xfrm>
          <a:prstGeom prst="rect">
            <a:avLst/>
          </a:prstGeom>
          <a:noFill/>
          <a:ln>
            <a:solidFill>
              <a:schemeClr val="accent1">
                <a:lumMod val="50000"/>
              </a:schemeClr>
            </a:solidFill>
          </a:ln>
        </p:spPr>
        <p:txBody>
          <a:bodyPr wrap="square">
            <a:spAutoFit/>
          </a:bodyPr>
          <a:lstStyle/>
          <a:p>
            <a:pPr algn="l"/>
            <a:r>
              <a:rPr lang="fr-FR" dirty="0">
                <a:latin typeface="+mn-lt"/>
              </a:rPr>
              <a:t>La fonction </a:t>
            </a:r>
            <a:r>
              <a:rPr lang="fr-FR" b="1" dirty="0">
                <a:latin typeface="+mn-lt"/>
              </a:rPr>
              <a:t>App </a:t>
            </a:r>
            <a:r>
              <a:rPr lang="fr-FR" dirty="0">
                <a:latin typeface="+mn-lt"/>
              </a:rPr>
              <a:t>renvoie une expression JSX. Cette expression définit ce que le navigateur restitue finalement au DOM.</a:t>
            </a:r>
          </a:p>
        </p:txBody>
      </p:sp>
      <p:sp>
        <p:nvSpPr>
          <p:cNvPr id="2" name="ZoneTexte 1">
            <a:extLst>
              <a:ext uri="{FF2B5EF4-FFF2-40B4-BE49-F238E27FC236}">
                <a16:creationId xmlns:a16="http://schemas.microsoft.com/office/drawing/2014/main" id="{81C4AB7C-2F98-9984-AC59-7A6BDDD5DEDA}"/>
              </a:ext>
            </a:extLst>
          </p:cNvPr>
          <p:cNvSpPr txBox="1"/>
          <p:nvPr/>
        </p:nvSpPr>
        <p:spPr>
          <a:xfrm>
            <a:off x="5772842" y="5586152"/>
            <a:ext cx="3258390" cy="830997"/>
          </a:xfrm>
          <a:prstGeom prst="rect">
            <a:avLst/>
          </a:prstGeom>
          <a:noFill/>
          <a:ln>
            <a:solidFill>
              <a:schemeClr val="accent1">
                <a:lumMod val="50000"/>
              </a:schemeClr>
            </a:solidFill>
          </a:ln>
        </p:spPr>
        <p:txBody>
          <a:bodyPr wrap="square">
            <a:spAutoFit/>
          </a:bodyPr>
          <a:lstStyle/>
          <a:p>
            <a:pPr algn="l"/>
            <a:r>
              <a:rPr lang="fr-FR" b="1" i="1" dirty="0">
                <a:latin typeface="+mn-lt"/>
              </a:rPr>
              <a:t>export default App </a:t>
            </a:r>
            <a:r>
              <a:rPr lang="fr-FR" dirty="0">
                <a:latin typeface="+mn-lt"/>
              </a:rPr>
              <a:t>rend le composant App disponible pour les autres modules.</a:t>
            </a:r>
          </a:p>
        </p:txBody>
      </p:sp>
      <p:sp>
        <p:nvSpPr>
          <p:cNvPr id="8" name="Rectangle 7">
            <a:extLst>
              <a:ext uri="{FF2B5EF4-FFF2-40B4-BE49-F238E27FC236}">
                <a16:creationId xmlns:a16="http://schemas.microsoft.com/office/drawing/2014/main" id="{D396DDE9-754B-4FCA-C1A1-F8414C047617}"/>
              </a:ext>
            </a:extLst>
          </p:cNvPr>
          <p:cNvSpPr/>
          <p:nvPr/>
        </p:nvSpPr>
        <p:spPr>
          <a:xfrm>
            <a:off x="88900" y="5927075"/>
            <a:ext cx="2577182" cy="390921"/>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a:extLst>
              <a:ext uri="{FF2B5EF4-FFF2-40B4-BE49-F238E27FC236}">
                <a16:creationId xmlns:a16="http://schemas.microsoft.com/office/drawing/2014/main" id="{0926D140-E2C5-56FD-0627-EBF7FE704CC9}"/>
              </a:ext>
            </a:extLst>
          </p:cNvPr>
          <p:cNvSpPr/>
          <p:nvPr/>
        </p:nvSpPr>
        <p:spPr>
          <a:xfrm>
            <a:off x="88899" y="2019383"/>
            <a:ext cx="4802589" cy="388311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Connecteur droit avec flèche 16">
            <a:extLst>
              <a:ext uri="{FF2B5EF4-FFF2-40B4-BE49-F238E27FC236}">
                <a16:creationId xmlns:a16="http://schemas.microsoft.com/office/drawing/2014/main" id="{911FE81A-FD54-0816-54D9-1DE0C7E6835D}"/>
              </a:ext>
            </a:extLst>
          </p:cNvPr>
          <p:cNvCxnSpPr>
            <a:cxnSpLocks/>
            <a:stCxn id="11" idx="1"/>
            <a:endCxn id="16" idx="3"/>
          </p:cNvCxnSpPr>
          <p:nvPr/>
        </p:nvCxnSpPr>
        <p:spPr>
          <a:xfrm flipH="1">
            <a:off x="4891488" y="3948544"/>
            <a:ext cx="905222" cy="12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eur : en angle 21">
            <a:extLst>
              <a:ext uri="{FF2B5EF4-FFF2-40B4-BE49-F238E27FC236}">
                <a16:creationId xmlns:a16="http://schemas.microsoft.com/office/drawing/2014/main" id="{1D815647-7847-697F-DABB-4F1BFAC57DB1}"/>
              </a:ext>
            </a:extLst>
          </p:cNvPr>
          <p:cNvCxnSpPr>
            <a:cxnSpLocks/>
            <a:stCxn id="2" idx="1"/>
            <a:endCxn id="8" idx="3"/>
          </p:cNvCxnSpPr>
          <p:nvPr/>
        </p:nvCxnSpPr>
        <p:spPr>
          <a:xfrm rot="10800000" flipV="1">
            <a:off x="2666082" y="6001650"/>
            <a:ext cx="3106760" cy="12088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8BAAC0A4-4AF5-6766-FA41-F7F7B7A25A01}"/>
              </a:ext>
            </a:extLst>
          </p:cNvPr>
          <p:cNvSpPr txBox="1"/>
          <p:nvPr/>
        </p:nvSpPr>
        <p:spPr>
          <a:xfrm>
            <a:off x="88900" y="831758"/>
            <a:ext cx="8702560" cy="584775"/>
          </a:xfrm>
          <a:prstGeom prst="rect">
            <a:avLst/>
          </a:prstGeom>
          <a:noFill/>
        </p:spPr>
        <p:txBody>
          <a:bodyPr wrap="square">
            <a:spAutoFit/>
          </a:bodyPr>
          <a:lstStyle/>
          <a:p>
            <a:pPr algn="just"/>
            <a:r>
              <a:rPr lang="fr-FR" dirty="0"/>
              <a:t>Quand vous créez un projet </a:t>
            </a:r>
            <a:r>
              <a:rPr lang="fr-FR" dirty="0" err="1"/>
              <a:t>React</a:t>
            </a:r>
            <a:r>
              <a:rPr lang="fr-FR" dirty="0"/>
              <a:t> avec </a:t>
            </a:r>
            <a:r>
              <a:rPr lang="fr-FR" b="1" dirty="0" err="1"/>
              <a:t>create</a:t>
            </a:r>
            <a:r>
              <a:rPr lang="fr-FR" b="1" dirty="0"/>
              <a:t>-</a:t>
            </a:r>
            <a:r>
              <a:rPr lang="fr-FR" b="1" dirty="0" err="1"/>
              <a:t>react</a:t>
            </a:r>
            <a:r>
              <a:rPr lang="fr-FR" b="1" dirty="0"/>
              <a:t>-app</a:t>
            </a:r>
            <a:r>
              <a:rPr lang="fr-FR" dirty="0"/>
              <a:t>, le composant fonctionnel </a:t>
            </a:r>
            <a:r>
              <a:rPr lang="fr-FR" b="1" dirty="0">
                <a:latin typeface="Calibri" panose="020F0502020204030204" pitchFamily="34" charset="0"/>
                <a:ea typeface="Calibri" panose="020F0502020204030204" pitchFamily="34" charset="0"/>
              </a:rPr>
              <a:t>s</a:t>
            </a:r>
            <a:r>
              <a:rPr lang="fr-FR" sz="1600" b="1" dirty="0">
                <a:effectLst/>
                <a:latin typeface="Calibri" panose="020F0502020204030204" pitchFamily="34" charset="0"/>
                <a:ea typeface="Calibri" panose="020F0502020204030204" pitchFamily="34" charset="0"/>
              </a:rPr>
              <a:t>rc/App.js </a:t>
            </a:r>
            <a:r>
              <a:rPr lang="fr-FR" sz="1600" dirty="0">
                <a:effectLst/>
                <a:latin typeface="Calibri" panose="020F0502020204030204" pitchFamily="34" charset="0"/>
                <a:ea typeface="Calibri" panose="020F0502020204030204" pitchFamily="34" charset="0"/>
              </a:rPr>
              <a:t>est</a:t>
            </a:r>
            <a:r>
              <a:rPr lang="fr-FR" sz="1600" b="1" dirty="0">
                <a:effectLst/>
                <a:latin typeface="Calibri" panose="020F0502020204030204" pitchFamily="34" charset="0"/>
                <a:ea typeface="Calibri" panose="020F0502020204030204" pitchFamily="34" charset="0"/>
              </a:rPr>
              <a:t> </a:t>
            </a:r>
            <a:r>
              <a:rPr lang="fr-FR" dirty="0"/>
              <a:t>créé par défaut</a:t>
            </a:r>
            <a:endParaRPr lang="fr-FR" dirty="0">
              <a:latin typeface="+mn-lt"/>
            </a:endParaRPr>
          </a:p>
        </p:txBody>
      </p:sp>
    </p:spTree>
    <p:extLst>
      <p:ext uri="{BB962C8B-B14F-4D97-AF65-F5344CB8AC3E}">
        <p14:creationId xmlns:p14="http://schemas.microsoft.com/office/powerpoint/2010/main" val="152335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animBg="1"/>
      <p:bldP spid="8" grpId="0" animBg="1"/>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328936" y="831758"/>
            <a:ext cx="8462524" cy="4601260"/>
          </a:xfrm>
          <a:prstGeom prst="rect">
            <a:avLst/>
          </a:prstGeom>
          <a:noFill/>
        </p:spPr>
        <p:txBody>
          <a:bodyPr wrap="square">
            <a:spAutoFit/>
          </a:bodyPr>
          <a:lstStyle/>
          <a:p>
            <a:pPr algn="l">
              <a:spcBef>
                <a:spcPts val="595"/>
              </a:spcBef>
            </a:pPr>
            <a:r>
              <a:rPr lang="fr-FR" dirty="0">
                <a:latin typeface="+mj-lt"/>
              </a:rPr>
              <a:t>JSX (</a:t>
            </a:r>
            <a:r>
              <a:rPr lang="fr-FR" b="1" dirty="0">
                <a:latin typeface="+mj-lt"/>
              </a:rPr>
              <a:t>JavaScript XML ou </a:t>
            </a:r>
            <a:r>
              <a:rPr lang="fr-FR" dirty="0">
                <a:latin typeface="+mj-lt"/>
              </a:rPr>
              <a:t>JavaScript </a:t>
            </a:r>
            <a:r>
              <a:rPr lang="fr-FR" dirty="0" err="1">
                <a:latin typeface="+mj-lt"/>
              </a:rPr>
              <a:t>eXtension</a:t>
            </a:r>
            <a:r>
              <a:rPr lang="fr-FR" dirty="0">
                <a:latin typeface="+mj-lt"/>
              </a:rPr>
              <a:t>) est une </a:t>
            </a:r>
            <a:r>
              <a:rPr lang="fr-FR" b="1" dirty="0">
                <a:latin typeface="+mj-lt"/>
              </a:rPr>
              <a:t>extension de syntaxe de JavaScript</a:t>
            </a:r>
            <a:r>
              <a:rPr lang="fr-FR" dirty="0">
                <a:latin typeface="+mj-lt"/>
              </a:rPr>
              <a:t> conçue par Facebook en 2014 pour faciliter le développement avec </a:t>
            </a:r>
            <a:r>
              <a:rPr lang="fr-FR" b="1" dirty="0" err="1">
                <a:latin typeface="+mj-lt"/>
              </a:rPr>
              <a:t>React</a:t>
            </a:r>
            <a:r>
              <a:rPr lang="fr-FR" dirty="0">
                <a:latin typeface="+mj-lt"/>
              </a:rPr>
              <a:t>. Il permet d’écrire du code qui ressemble à du </a:t>
            </a:r>
            <a:r>
              <a:rPr lang="fr-FR" b="1" dirty="0">
                <a:latin typeface="+mj-lt"/>
              </a:rPr>
              <a:t>HTML</a:t>
            </a:r>
            <a:r>
              <a:rPr lang="fr-FR" dirty="0">
                <a:latin typeface="+mj-lt"/>
              </a:rPr>
              <a:t>, directement dans des fichiers JavaScript, mais qui est en réalité transformé en appels de fonctions JavaScript.</a:t>
            </a:r>
          </a:p>
          <a:p>
            <a:pPr algn="l"/>
            <a:endParaRPr lang="fr-FR" dirty="0">
              <a:latin typeface="+mj-lt"/>
            </a:endParaRPr>
          </a:p>
          <a:p>
            <a:pPr algn="l"/>
            <a:r>
              <a:rPr lang="fr-FR" dirty="0">
                <a:latin typeface="+mj-lt"/>
              </a:rPr>
              <a:t>JSX est une forme d’écriture des éléments </a:t>
            </a:r>
            <a:r>
              <a:rPr lang="fr-FR" dirty="0" err="1">
                <a:latin typeface="+mj-lt"/>
              </a:rPr>
              <a:t>React</a:t>
            </a:r>
            <a:r>
              <a:rPr lang="fr-FR" dirty="0">
                <a:latin typeface="+mj-lt"/>
              </a:rPr>
              <a:t>, plus simple à lire et à écrire que les instructions </a:t>
            </a:r>
            <a:r>
              <a:rPr lang="fr-FR" b="1" dirty="0" err="1">
                <a:latin typeface="+mj-lt"/>
              </a:rPr>
              <a:t>React.createElement</a:t>
            </a:r>
            <a:r>
              <a:rPr lang="fr-FR" b="1" dirty="0">
                <a:latin typeface="+mj-lt"/>
              </a:rPr>
              <a:t>(). </a:t>
            </a:r>
            <a:r>
              <a:rPr lang="fr-FR" dirty="0">
                <a:latin typeface="+mj-lt"/>
              </a:rPr>
              <a:t>Cette syntaxe est donc abondamment utilisée dans les programmes </a:t>
            </a:r>
            <a:r>
              <a:rPr lang="fr-FR" dirty="0" err="1">
                <a:latin typeface="+mj-lt"/>
              </a:rPr>
              <a:t>React</a:t>
            </a:r>
            <a:r>
              <a:rPr lang="fr-FR" dirty="0">
                <a:latin typeface="+mj-lt"/>
              </a:rPr>
              <a:t>.</a:t>
            </a:r>
          </a:p>
          <a:p>
            <a:pPr algn="l"/>
            <a:endParaRPr lang="fr-FR" dirty="0">
              <a:latin typeface="+mj-lt"/>
            </a:endParaRPr>
          </a:p>
          <a:p>
            <a:pPr algn="l"/>
            <a:r>
              <a:rPr lang="fr-FR" dirty="0">
                <a:latin typeface="+mj-lt"/>
              </a:rPr>
              <a:t>JSX est un langage très intuitif à utiliser. Les deux propriétés de base pour ce qui est des balises utilisées :</a:t>
            </a:r>
          </a:p>
          <a:p>
            <a:pPr marL="628650" lvl="0" indent="-176213" algn="l">
              <a:buFont typeface="Wingdings" panose="05000000000000000000" pitchFamily="2" charset="2"/>
              <a:buChar char="§"/>
            </a:pPr>
            <a:r>
              <a:rPr lang="fr-FR" dirty="0">
                <a:latin typeface="+mj-lt"/>
              </a:rPr>
              <a:t>Toute balise commençant par une </a:t>
            </a:r>
            <a:r>
              <a:rPr lang="fr-FR" b="1" dirty="0">
                <a:latin typeface="+mj-lt"/>
              </a:rPr>
              <a:t>minuscule</a:t>
            </a:r>
            <a:r>
              <a:rPr lang="fr-FR" dirty="0">
                <a:latin typeface="+mj-lt"/>
              </a:rPr>
              <a:t> (div, </a:t>
            </a:r>
            <a:r>
              <a:rPr lang="fr-FR" dirty="0" err="1">
                <a:latin typeface="+mj-lt"/>
              </a:rPr>
              <a:t>span</a:t>
            </a:r>
            <a:r>
              <a:rPr lang="fr-FR" dirty="0">
                <a:latin typeface="+mj-lt"/>
              </a:rPr>
              <a:t>, label, etc.) est réservée aux éléments </a:t>
            </a:r>
            <a:r>
              <a:rPr lang="fr-FR" b="1" dirty="0">
                <a:latin typeface="+mj-lt"/>
              </a:rPr>
              <a:t>HTML</a:t>
            </a:r>
            <a:r>
              <a:rPr lang="fr-FR" dirty="0">
                <a:latin typeface="+mj-lt"/>
              </a:rPr>
              <a:t>. Ces éléments sont déclarés par </a:t>
            </a:r>
            <a:r>
              <a:rPr lang="fr-FR" dirty="0" err="1">
                <a:latin typeface="+mj-lt"/>
              </a:rPr>
              <a:t>React</a:t>
            </a:r>
            <a:r>
              <a:rPr lang="fr-FR" dirty="0">
                <a:latin typeface="+mj-lt"/>
              </a:rPr>
              <a:t> DOM, et vous obtiendrez une erreur si vous utilisez un élément inexistant.</a:t>
            </a:r>
          </a:p>
          <a:p>
            <a:pPr marL="452437" lvl="0" algn="l"/>
            <a:endParaRPr lang="fr-FR" dirty="0">
              <a:latin typeface="+mj-lt"/>
            </a:endParaRPr>
          </a:p>
          <a:p>
            <a:pPr marL="628650" lvl="0" indent="-176213" algn="l">
              <a:buFont typeface="Wingdings" panose="05000000000000000000" pitchFamily="2" charset="2"/>
              <a:buChar char="§"/>
            </a:pPr>
            <a:r>
              <a:rPr lang="fr-FR" dirty="0">
                <a:latin typeface="+mj-lt"/>
              </a:rPr>
              <a:t>Toute balise commençant par une </a:t>
            </a:r>
            <a:r>
              <a:rPr lang="fr-FR" b="1" dirty="0">
                <a:latin typeface="+mj-lt"/>
              </a:rPr>
              <a:t>majuscule</a:t>
            </a:r>
            <a:r>
              <a:rPr lang="fr-FR" dirty="0">
                <a:latin typeface="+mj-lt"/>
              </a:rPr>
              <a:t> (</a:t>
            </a:r>
            <a:r>
              <a:rPr lang="fr-FR" dirty="0" err="1">
                <a:latin typeface="+mj-lt"/>
              </a:rPr>
              <a:t>Greetings</a:t>
            </a:r>
            <a:r>
              <a:rPr lang="fr-FR" dirty="0">
                <a:latin typeface="+mj-lt"/>
              </a:rPr>
              <a:t>, App, etc.) doit être déclarée explicitement, ce doit donc être un élément du </a:t>
            </a:r>
            <a:r>
              <a:rPr lang="fr-FR" b="1" dirty="0">
                <a:latin typeface="+mj-lt"/>
              </a:rPr>
              <a:t>scope courant </a:t>
            </a:r>
            <a:r>
              <a:rPr lang="fr-FR" dirty="0">
                <a:latin typeface="+mj-lt"/>
              </a:rPr>
              <a:t>: fonction déjà déclarée, composant importé d’une bibliothèque ou d’un autre fichier…</a:t>
            </a:r>
          </a:p>
          <a:p>
            <a:pPr marL="539115" algn="l">
              <a:spcBef>
                <a:spcPts val="595"/>
              </a:spcBef>
            </a:pPr>
            <a:endParaRPr lang="fr-FR" b="1" dirty="0">
              <a:effectLst/>
              <a:latin typeface="+mj-lt"/>
              <a:ea typeface="Calibri" panose="020F0502020204030204" pitchFamily="34" charset="0"/>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JSX</a:t>
            </a:r>
            <a:endParaRPr lang="fr-FR" sz="2400" b="1" dirty="0">
              <a:solidFill>
                <a:schemeClr val="accent1">
                  <a:lumMod val="75000"/>
                </a:schemeClr>
              </a:solidFill>
              <a:latin typeface="+mn-lt"/>
            </a:endParaRPr>
          </a:p>
        </p:txBody>
      </p:sp>
    </p:spTree>
    <p:extLst>
      <p:ext uri="{BB962C8B-B14F-4D97-AF65-F5344CB8AC3E}">
        <p14:creationId xmlns:p14="http://schemas.microsoft.com/office/powerpoint/2010/main" val="1601602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3" name="ZoneTexte 2">
            <a:extLst>
              <a:ext uri="{FF2B5EF4-FFF2-40B4-BE49-F238E27FC236}">
                <a16:creationId xmlns:a16="http://schemas.microsoft.com/office/drawing/2014/main" id="{2B4FB3B9-8A37-9B1A-74C1-197F9245C1CC}"/>
              </a:ext>
            </a:extLst>
          </p:cNvPr>
          <p:cNvSpPr txBox="1"/>
          <p:nvPr/>
        </p:nvSpPr>
        <p:spPr>
          <a:xfrm>
            <a:off x="328936" y="831758"/>
            <a:ext cx="8462524" cy="5339923"/>
          </a:xfrm>
          <a:prstGeom prst="rect">
            <a:avLst/>
          </a:prstGeom>
          <a:noFill/>
        </p:spPr>
        <p:txBody>
          <a:bodyPr wrap="square">
            <a:spAutoFit/>
          </a:bodyPr>
          <a:lstStyle/>
          <a:p>
            <a:pPr marL="285750" lvl="0" indent="-285750" algn="l">
              <a:buFont typeface="Wingdings" panose="05000000000000000000" pitchFamily="2" charset="2"/>
              <a:buChar char="§"/>
            </a:pPr>
            <a:r>
              <a:rPr lang="fr-FR" altLang="fr-FR" b="1" dirty="0">
                <a:latin typeface="+mj-lt"/>
              </a:rPr>
              <a:t>JSX (JavaScript XML)</a:t>
            </a:r>
            <a:r>
              <a:rPr lang="fr-FR" altLang="fr-FR" dirty="0">
                <a:latin typeface="+mj-lt"/>
              </a:rPr>
              <a:t> est une syntaxe qui permet d’écrire du code qui ressemble à du HTML directement dans JavaScript.</a:t>
            </a:r>
          </a:p>
          <a:p>
            <a:pPr marL="285750" lvl="0" indent="-285750" algn="l">
              <a:buFont typeface="Wingdings" panose="05000000000000000000" pitchFamily="2" charset="2"/>
              <a:buChar char="§"/>
            </a:pPr>
            <a:r>
              <a:rPr lang="fr-FR" altLang="fr-FR" dirty="0">
                <a:latin typeface="+mj-lt"/>
              </a:rPr>
              <a:t>Il est ensuite </a:t>
            </a:r>
            <a:r>
              <a:rPr lang="fr-FR" altLang="fr-FR" b="1" dirty="0">
                <a:latin typeface="+mj-lt"/>
              </a:rPr>
              <a:t>transpilé</a:t>
            </a:r>
            <a:r>
              <a:rPr lang="fr-FR" altLang="fr-FR" dirty="0">
                <a:latin typeface="+mj-lt"/>
              </a:rPr>
              <a:t> (par Babel ou un </a:t>
            </a:r>
            <a:r>
              <a:rPr lang="fr-FR" altLang="fr-FR" dirty="0" err="1">
                <a:latin typeface="+mj-lt"/>
              </a:rPr>
              <a:t>bundler</a:t>
            </a:r>
            <a:r>
              <a:rPr lang="fr-FR" altLang="fr-FR" dirty="0">
                <a:latin typeface="+mj-lt"/>
              </a:rPr>
              <a:t> comme Vite/</a:t>
            </a:r>
            <a:r>
              <a:rPr lang="fr-FR" altLang="fr-FR" dirty="0" err="1">
                <a:latin typeface="+mj-lt"/>
              </a:rPr>
              <a:t>Webpack</a:t>
            </a:r>
            <a:r>
              <a:rPr lang="fr-FR" altLang="fr-FR" dirty="0">
                <a:latin typeface="+mj-lt"/>
              </a:rPr>
              <a:t>) en appels </a:t>
            </a:r>
            <a:r>
              <a:rPr lang="fr-FR" altLang="fr-FR" dirty="0" err="1">
                <a:latin typeface="+mj-lt"/>
              </a:rPr>
              <a:t>React.createElement</a:t>
            </a:r>
            <a:endParaRPr lang="fr-FR" altLang="fr-FR" dirty="0">
              <a:latin typeface="+mj-lt"/>
            </a:endParaRPr>
          </a:p>
          <a:p>
            <a:pPr lvl="0" algn="l"/>
            <a:r>
              <a:rPr lang="fr-FR" dirty="0">
                <a:latin typeface="+mj-lt"/>
              </a:rPr>
              <a:t>Exemple :</a:t>
            </a:r>
          </a:p>
          <a:p>
            <a:pPr lvl="0" algn="l"/>
            <a:endParaRPr lang="fr-FR" dirty="0">
              <a:latin typeface="+mj-lt"/>
            </a:endParaRPr>
          </a:p>
          <a:p>
            <a:pPr lvl="0" algn="l"/>
            <a:endParaRPr lang="fr-FR" dirty="0">
              <a:latin typeface="+mj-lt"/>
            </a:endParaRPr>
          </a:p>
          <a:p>
            <a:pPr lvl="0" algn="l"/>
            <a:endParaRPr lang="fr-FR" dirty="0">
              <a:latin typeface="+mj-lt"/>
            </a:endParaRPr>
          </a:p>
          <a:p>
            <a:pPr lvl="0" algn="l"/>
            <a:endParaRPr lang="fr-FR" dirty="0">
              <a:latin typeface="+mj-lt"/>
            </a:endParaRPr>
          </a:p>
          <a:p>
            <a:pPr lvl="0" algn="l"/>
            <a:endParaRPr lang="fr-FR" dirty="0">
              <a:latin typeface="+mj-lt"/>
            </a:endParaRPr>
          </a:p>
          <a:p>
            <a:pPr lvl="0" algn="l"/>
            <a:r>
              <a:rPr lang="fr-FR" dirty="0">
                <a:latin typeface="+mj-lt"/>
              </a:rPr>
              <a:t>Est transformé en :</a:t>
            </a:r>
          </a:p>
          <a:p>
            <a:pPr lvl="0" algn="l"/>
            <a:endParaRPr lang="fr-FR" dirty="0">
              <a:latin typeface="+mj-lt"/>
            </a:endParaRPr>
          </a:p>
          <a:p>
            <a:pPr lvl="0" algn="l"/>
            <a:endParaRPr lang="fr-FR" dirty="0">
              <a:latin typeface="+mj-lt"/>
            </a:endParaRPr>
          </a:p>
          <a:p>
            <a:pPr lvl="0" algn="l"/>
            <a:endParaRPr lang="fr-FR" dirty="0">
              <a:latin typeface="+mj-lt"/>
            </a:endParaRPr>
          </a:p>
          <a:p>
            <a:pPr lvl="0" algn="l"/>
            <a:endParaRPr lang="fr-FR" dirty="0">
              <a:latin typeface="+mj-lt"/>
            </a:endParaRPr>
          </a:p>
          <a:p>
            <a:pPr lvl="0" algn="l"/>
            <a:endParaRPr lang="fr-FR" dirty="0">
              <a:latin typeface="+mj-lt"/>
            </a:endParaRPr>
          </a:p>
          <a:p>
            <a:pPr lvl="0" algn="l"/>
            <a:r>
              <a:rPr lang="fr-FR" dirty="0">
                <a:latin typeface="+mj-lt"/>
              </a:rPr>
              <a:t>La transformation est faite grâce à Babel ou équivalent (vite,….)</a:t>
            </a:r>
          </a:p>
          <a:p>
            <a:pPr lvl="0" algn="l"/>
            <a:endParaRPr lang="fr-FR" dirty="0">
              <a:latin typeface="+mj-lt"/>
            </a:endParaRPr>
          </a:p>
          <a:p>
            <a:pPr lvl="0" algn="l"/>
            <a:endParaRPr lang="fr-FR" dirty="0">
              <a:latin typeface="+mj-lt"/>
            </a:endParaRPr>
          </a:p>
          <a:p>
            <a:pPr lvl="0" algn="l"/>
            <a:endParaRPr lang="fr-FR" dirty="0">
              <a:latin typeface="+mj-lt"/>
            </a:endParaRPr>
          </a:p>
          <a:p>
            <a:pPr marL="539115" algn="l">
              <a:spcBef>
                <a:spcPts val="595"/>
              </a:spcBef>
            </a:pPr>
            <a:endParaRPr lang="fr-FR" b="1" dirty="0">
              <a:effectLst/>
              <a:latin typeface="+mj-lt"/>
              <a:ea typeface="Calibri" panose="020F0502020204030204" pitchFamily="34" charset="0"/>
            </a:endParaRP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JSX</a:t>
            </a:r>
            <a:endParaRPr lang="fr-FR" sz="2400" b="1" dirty="0">
              <a:solidFill>
                <a:schemeClr val="accent1">
                  <a:lumMod val="75000"/>
                </a:schemeClr>
              </a:solidFill>
              <a:latin typeface="+mn-lt"/>
            </a:endParaRPr>
          </a:p>
        </p:txBody>
      </p:sp>
      <p:sp>
        <p:nvSpPr>
          <p:cNvPr id="2" name="Rectangle 1">
            <a:extLst>
              <a:ext uri="{FF2B5EF4-FFF2-40B4-BE49-F238E27FC236}">
                <a16:creationId xmlns:a16="http://schemas.microsoft.com/office/drawing/2014/main" id="{9F11DA48-6D5D-B248-6296-C07C9A37206F}"/>
              </a:ext>
            </a:extLst>
          </p:cNvPr>
          <p:cNvSpPr>
            <a:spLocks noChangeArrowheads="1"/>
          </p:cNvSpPr>
          <p:nvPr/>
        </p:nvSpPr>
        <p:spPr bwMode="auto">
          <a:xfrm>
            <a:off x="0" y="-92333"/>
            <a:ext cx="232756"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600" b="0" i="0" u="none" strike="noStrike" cap="none" normalizeH="0" baseline="0" dirty="0">
                <a:ln>
                  <a:noFill/>
                </a:ln>
                <a:solidFill>
                  <a:schemeClr val="tx1"/>
                </a:solidFill>
                <a:effectLst/>
              </a:rPr>
              <a:t>.</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8" name="Image 7" descr="Une image contenant texte, Police, capture d’écran&#10;&#10;Description générée automatiquement">
            <a:extLst>
              <a:ext uri="{FF2B5EF4-FFF2-40B4-BE49-F238E27FC236}">
                <a16:creationId xmlns:a16="http://schemas.microsoft.com/office/drawing/2014/main" id="{DCC29DAD-EA41-70D6-3400-2F51C6A989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3259" y="2139570"/>
            <a:ext cx="3575234" cy="914447"/>
          </a:xfrm>
          <a:prstGeom prst="rect">
            <a:avLst/>
          </a:prstGeom>
        </p:spPr>
      </p:pic>
      <p:pic>
        <p:nvPicPr>
          <p:cNvPr id="10" name="Image 9" descr="Une image contenant texte, capture d’écran, Police&#10;&#10;Description générée automatiquement">
            <a:extLst>
              <a:ext uri="{FF2B5EF4-FFF2-40B4-BE49-F238E27FC236}">
                <a16:creationId xmlns:a16="http://schemas.microsoft.com/office/drawing/2014/main" id="{E025CB60-6648-1243-A0B6-6A90041E6D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3259" y="3701109"/>
            <a:ext cx="5315223" cy="882695"/>
          </a:xfrm>
          <a:prstGeom prst="rect">
            <a:avLst/>
          </a:prstGeom>
        </p:spPr>
      </p:pic>
      <p:grpSp>
        <p:nvGrpSpPr>
          <p:cNvPr id="7" name="Group 13">
            <a:extLst>
              <a:ext uri="{FF2B5EF4-FFF2-40B4-BE49-F238E27FC236}">
                <a16:creationId xmlns:a16="http://schemas.microsoft.com/office/drawing/2014/main" id="{968F6020-0DD4-84E8-90E3-E219BD39F349}"/>
              </a:ext>
            </a:extLst>
          </p:cNvPr>
          <p:cNvGrpSpPr>
            <a:grpSpLocks/>
          </p:cNvGrpSpPr>
          <p:nvPr/>
        </p:nvGrpSpPr>
        <p:grpSpPr bwMode="auto">
          <a:xfrm>
            <a:off x="2105093" y="5157193"/>
            <a:ext cx="3591554" cy="725785"/>
            <a:chOff x="0" y="0"/>
            <a:chExt cx="54178" cy="15673"/>
          </a:xfrm>
        </p:grpSpPr>
        <p:sp>
          <p:nvSpPr>
            <p:cNvPr id="9" name="Graphic 14">
              <a:extLst>
                <a:ext uri="{FF2B5EF4-FFF2-40B4-BE49-F238E27FC236}">
                  <a16:creationId xmlns:a16="http://schemas.microsoft.com/office/drawing/2014/main" id="{B6F649B2-3328-746E-3D9F-E79C67040530}"/>
                </a:ext>
              </a:extLst>
            </p:cNvPr>
            <p:cNvSpPr>
              <a:spLocks/>
            </p:cNvSpPr>
            <p:nvPr/>
          </p:nvSpPr>
          <p:spPr bwMode="auto">
            <a:xfrm>
              <a:off x="0" y="0"/>
              <a:ext cx="54178" cy="13931"/>
            </a:xfrm>
            <a:custGeom>
              <a:avLst/>
              <a:gdLst>
                <a:gd name="T0" fmla="*/ 5417820 w 5417820"/>
                <a:gd name="T1" fmla="*/ 0 h 1393190"/>
                <a:gd name="T2" fmla="*/ 0 w 5417820"/>
                <a:gd name="T3" fmla="*/ 0 h 1393190"/>
                <a:gd name="T4" fmla="*/ 0 w 5417820"/>
                <a:gd name="T5" fmla="*/ 1392935 h 1393190"/>
                <a:gd name="T6" fmla="*/ 5417820 w 5417820"/>
                <a:gd name="T7" fmla="*/ 1392935 h 1393190"/>
                <a:gd name="T8" fmla="*/ 5417820 w 5417820"/>
                <a:gd name="T9" fmla="*/ 0 h 1393190"/>
              </a:gdLst>
              <a:ahLst/>
              <a:cxnLst>
                <a:cxn ang="0">
                  <a:pos x="T0" y="T1"/>
                </a:cxn>
                <a:cxn ang="0">
                  <a:pos x="T2" y="T3"/>
                </a:cxn>
                <a:cxn ang="0">
                  <a:pos x="T4" y="T5"/>
                </a:cxn>
                <a:cxn ang="0">
                  <a:pos x="T6" y="T7"/>
                </a:cxn>
                <a:cxn ang="0">
                  <a:pos x="T8" y="T9"/>
                </a:cxn>
              </a:cxnLst>
              <a:rect l="0" t="0" r="r" b="b"/>
              <a:pathLst>
                <a:path w="5417820" h="1393190">
                  <a:moveTo>
                    <a:pt x="5417820" y="0"/>
                  </a:moveTo>
                  <a:lnTo>
                    <a:pt x="0" y="0"/>
                  </a:lnTo>
                  <a:lnTo>
                    <a:pt x="0" y="1392935"/>
                  </a:lnTo>
                  <a:lnTo>
                    <a:pt x="5417820" y="1392935"/>
                  </a:lnTo>
                  <a:lnTo>
                    <a:pt x="5417820" y="0"/>
                  </a:lnTo>
                  <a:close/>
                </a:path>
              </a:pathLst>
            </a:custGeom>
            <a:solidFill>
              <a:srgbClr val="E7E6E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200"/>
            </a:p>
          </p:txBody>
        </p:sp>
        <p:pic>
          <p:nvPicPr>
            <p:cNvPr id="11" name="Image 15">
              <a:extLst>
                <a:ext uri="{FF2B5EF4-FFF2-40B4-BE49-F238E27FC236}">
                  <a16:creationId xmlns:a16="http://schemas.microsoft.com/office/drawing/2014/main" id="{0D038050-3610-07C8-474C-6FF09BCA88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88" y="3032"/>
              <a:ext cx="7193" cy="6447"/>
            </a:xfrm>
            <a:prstGeom prst="rect">
              <a:avLst/>
            </a:prstGeom>
            <a:noFill/>
            <a:extLst>
              <a:ext uri="{909E8E84-426E-40DD-AFC4-6F175D3DCCD1}">
                <a14:hiddenFill xmlns:a14="http://schemas.microsoft.com/office/drawing/2010/main">
                  <a:solidFill>
                    <a:srgbClr val="FFFFFF"/>
                  </a:solidFill>
                </a14:hiddenFill>
              </a:ext>
            </a:extLst>
          </p:spPr>
        </p:pic>
        <p:sp>
          <p:nvSpPr>
            <p:cNvPr id="12" name="Graphic 16">
              <a:extLst>
                <a:ext uri="{FF2B5EF4-FFF2-40B4-BE49-F238E27FC236}">
                  <a16:creationId xmlns:a16="http://schemas.microsoft.com/office/drawing/2014/main" id="{E67BE899-0887-4749-0A9B-376318C93FE3}"/>
                </a:ext>
              </a:extLst>
            </p:cNvPr>
            <p:cNvSpPr>
              <a:spLocks/>
            </p:cNvSpPr>
            <p:nvPr/>
          </p:nvSpPr>
          <p:spPr bwMode="auto">
            <a:xfrm>
              <a:off x="3947" y="4663"/>
              <a:ext cx="5854" cy="4496"/>
            </a:xfrm>
            <a:custGeom>
              <a:avLst/>
              <a:gdLst>
                <a:gd name="T0" fmla="*/ 585215 w 585470"/>
                <a:gd name="T1" fmla="*/ 0 h 449580"/>
                <a:gd name="T2" fmla="*/ 0 w 585470"/>
                <a:gd name="T3" fmla="*/ 0 h 449580"/>
                <a:gd name="T4" fmla="*/ 0 w 585470"/>
                <a:gd name="T5" fmla="*/ 449580 h 449580"/>
                <a:gd name="T6" fmla="*/ 585215 w 585470"/>
                <a:gd name="T7" fmla="*/ 449580 h 449580"/>
                <a:gd name="T8" fmla="*/ 585215 w 585470"/>
                <a:gd name="T9" fmla="*/ 0 h 449580"/>
              </a:gdLst>
              <a:ahLst/>
              <a:cxnLst>
                <a:cxn ang="0">
                  <a:pos x="T0" y="T1"/>
                </a:cxn>
                <a:cxn ang="0">
                  <a:pos x="T2" y="T3"/>
                </a:cxn>
                <a:cxn ang="0">
                  <a:pos x="T4" y="T5"/>
                </a:cxn>
                <a:cxn ang="0">
                  <a:pos x="T6" y="T7"/>
                </a:cxn>
                <a:cxn ang="0">
                  <a:pos x="T8" y="T9"/>
                </a:cxn>
              </a:cxnLst>
              <a:rect l="0" t="0" r="r" b="b"/>
              <a:pathLst>
                <a:path w="585470" h="449580">
                  <a:moveTo>
                    <a:pt x="585215" y="0"/>
                  </a:moveTo>
                  <a:lnTo>
                    <a:pt x="0" y="0"/>
                  </a:lnTo>
                  <a:lnTo>
                    <a:pt x="0" y="449580"/>
                  </a:lnTo>
                  <a:lnTo>
                    <a:pt x="585215" y="449580"/>
                  </a:lnTo>
                  <a:lnTo>
                    <a:pt x="585215" y="0"/>
                  </a:lnTo>
                  <a:close/>
                </a:path>
              </a:pathLst>
            </a:custGeom>
            <a:solidFill>
              <a:srgbClr val="FFC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200"/>
            </a:p>
          </p:txBody>
        </p:sp>
        <p:sp>
          <p:nvSpPr>
            <p:cNvPr id="13" name="Graphic 17">
              <a:extLst>
                <a:ext uri="{FF2B5EF4-FFF2-40B4-BE49-F238E27FC236}">
                  <a16:creationId xmlns:a16="http://schemas.microsoft.com/office/drawing/2014/main" id="{54FF827D-1A2E-5226-0B20-B66C1D5FCB1C}"/>
                </a:ext>
              </a:extLst>
            </p:cNvPr>
            <p:cNvSpPr>
              <a:spLocks/>
            </p:cNvSpPr>
            <p:nvPr/>
          </p:nvSpPr>
          <p:spPr bwMode="auto">
            <a:xfrm>
              <a:off x="3947" y="4663"/>
              <a:ext cx="5854" cy="4496"/>
            </a:xfrm>
            <a:custGeom>
              <a:avLst/>
              <a:gdLst>
                <a:gd name="T0" fmla="*/ 0 w 585470"/>
                <a:gd name="T1" fmla="*/ 449580 h 449580"/>
                <a:gd name="T2" fmla="*/ 585215 w 585470"/>
                <a:gd name="T3" fmla="*/ 449580 h 449580"/>
                <a:gd name="T4" fmla="*/ 585215 w 585470"/>
                <a:gd name="T5" fmla="*/ 0 h 449580"/>
                <a:gd name="T6" fmla="*/ 0 w 585470"/>
                <a:gd name="T7" fmla="*/ 0 h 449580"/>
                <a:gd name="T8" fmla="*/ 0 w 585470"/>
                <a:gd name="T9" fmla="*/ 449580 h 449580"/>
              </a:gdLst>
              <a:ahLst/>
              <a:cxnLst>
                <a:cxn ang="0">
                  <a:pos x="T0" y="T1"/>
                </a:cxn>
                <a:cxn ang="0">
                  <a:pos x="T2" y="T3"/>
                </a:cxn>
                <a:cxn ang="0">
                  <a:pos x="T4" y="T5"/>
                </a:cxn>
                <a:cxn ang="0">
                  <a:pos x="T6" y="T7"/>
                </a:cxn>
                <a:cxn ang="0">
                  <a:pos x="T8" y="T9"/>
                </a:cxn>
              </a:cxnLst>
              <a:rect l="0" t="0" r="r" b="b"/>
              <a:pathLst>
                <a:path w="585470" h="449580">
                  <a:moveTo>
                    <a:pt x="0" y="449580"/>
                  </a:moveTo>
                  <a:lnTo>
                    <a:pt x="585215" y="449580"/>
                  </a:lnTo>
                  <a:lnTo>
                    <a:pt x="585215" y="0"/>
                  </a:lnTo>
                  <a:lnTo>
                    <a:pt x="0" y="0"/>
                  </a:lnTo>
                  <a:lnTo>
                    <a:pt x="0" y="449580"/>
                  </a:lnTo>
                  <a:close/>
                </a:path>
              </a:pathLst>
            </a:custGeom>
            <a:noFill/>
            <a:ln w="12192">
              <a:solidFill>
                <a:srgbClr val="FFC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sz="1200"/>
            </a:p>
          </p:txBody>
        </p:sp>
        <p:pic>
          <p:nvPicPr>
            <p:cNvPr id="14" name="Image 18">
              <a:extLst>
                <a:ext uri="{FF2B5EF4-FFF2-40B4-BE49-F238E27FC236}">
                  <a16:creationId xmlns:a16="http://schemas.microsoft.com/office/drawing/2014/main" id="{F839980A-3B0B-5702-C698-ACD9CD09B6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54" y="5303"/>
              <a:ext cx="4344" cy="3338"/>
            </a:xfrm>
            <a:prstGeom prst="rect">
              <a:avLst/>
            </a:prstGeom>
            <a:noFill/>
            <a:extLst>
              <a:ext uri="{909E8E84-426E-40DD-AFC4-6F175D3DCCD1}">
                <a14:hiddenFill xmlns:a14="http://schemas.microsoft.com/office/drawing/2010/main">
                  <a:solidFill>
                    <a:srgbClr val="FFFFFF"/>
                  </a:solidFill>
                </a14:hiddenFill>
              </a:ext>
            </a:extLst>
          </p:spPr>
        </p:pic>
        <p:sp>
          <p:nvSpPr>
            <p:cNvPr id="15" name="Graphic 19">
              <a:extLst>
                <a:ext uri="{FF2B5EF4-FFF2-40B4-BE49-F238E27FC236}">
                  <a16:creationId xmlns:a16="http://schemas.microsoft.com/office/drawing/2014/main" id="{D0C055A4-E3B8-13B2-AAEC-E977392FEB11}"/>
                </a:ext>
              </a:extLst>
            </p:cNvPr>
            <p:cNvSpPr>
              <a:spLocks/>
            </p:cNvSpPr>
            <p:nvPr/>
          </p:nvSpPr>
          <p:spPr bwMode="auto">
            <a:xfrm>
              <a:off x="25045" y="6619"/>
              <a:ext cx="12707" cy="762"/>
            </a:xfrm>
            <a:custGeom>
              <a:avLst/>
              <a:gdLst>
                <a:gd name="T0" fmla="*/ 1194026 w 1270635"/>
                <a:gd name="T1" fmla="*/ 28193 h 76200"/>
                <a:gd name="T2" fmla="*/ 1193546 w 1270635"/>
                <a:gd name="T3" fmla="*/ 76199 h 76200"/>
                <a:gd name="T4" fmla="*/ 1251111 w 1270635"/>
                <a:gd name="T5" fmla="*/ 48132 h 76200"/>
                <a:gd name="T6" fmla="*/ 1206500 w 1270635"/>
                <a:gd name="T7" fmla="*/ 48132 h 76200"/>
                <a:gd name="T8" fmla="*/ 1206618 w 1270635"/>
                <a:gd name="T9" fmla="*/ 38861 h 76200"/>
                <a:gd name="T10" fmla="*/ 1206654 w 1270635"/>
                <a:gd name="T11" fmla="*/ 36067 h 76200"/>
                <a:gd name="T12" fmla="*/ 1206754 w 1270635"/>
                <a:gd name="T13" fmla="*/ 28320 h 76200"/>
                <a:gd name="T14" fmla="*/ 1194026 w 1270635"/>
                <a:gd name="T15" fmla="*/ 28193 h 76200"/>
                <a:gd name="T16" fmla="*/ 254 w 1270635"/>
                <a:gd name="T17" fmla="*/ 16255 h 76200"/>
                <a:gd name="T18" fmla="*/ 100 w 1270635"/>
                <a:gd name="T19" fmla="*/ 28193 h 76200"/>
                <a:gd name="T20" fmla="*/ 0 w 1270635"/>
                <a:gd name="T21" fmla="*/ 36067 h 76200"/>
                <a:gd name="T22" fmla="*/ 1206499 w 1270635"/>
                <a:gd name="T23" fmla="*/ 48132 h 76200"/>
                <a:gd name="T24" fmla="*/ 1193826 w 1270635"/>
                <a:gd name="T25" fmla="*/ 48132 h 76200"/>
                <a:gd name="T26" fmla="*/ 1193947 w 1270635"/>
                <a:gd name="T27" fmla="*/ 36067 h 76200"/>
                <a:gd name="T28" fmla="*/ 1194026 w 1270635"/>
                <a:gd name="T29" fmla="*/ 28193 h 76200"/>
                <a:gd name="T30" fmla="*/ 254 w 1270635"/>
                <a:gd name="T31" fmla="*/ 16255 h 76200"/>
                <a:gd name="T32" fmla="*/ 1194308 w 1270635"/>
                <a:gd name="T33" fmla="*/ 0 h 76200"/>
                <a:gd name="T34" fmla="*/ 1194145 w 1270635"/>
                <a:gd name="T35" fmla="*/ 16255 h 76200"/>
                <a:gd name="T36" fmla="*/ 1194026 w 1270635"/>
                <a:gd name="T37" fmla="*/ 28193 h 76200"/>
                <a:gd name="T38" fmla="*/ 1206754 w 1270635"/>
                <a:gd name="T39" fmla="*/ 28320 h 76200"/>
                <a:gd name="T40" fmla="*/ 1206654 w 1270635"/>
                <a:gd name="T41" fmla="*/ 36067 h 76200"/>
                <a:gd name="T42" fmla="*/ 1206618 w 1270635"/>
                <a:gd name="T43" fmla="*/ 38861 h 76200"/>
                <a:gd name="T44" fmla="*/ 1206500 w 1270635"/>
                <a:gd name="T45" fmla="*/ 48132 h 76200"/>
                <a:gd name="T46" fmla="*/ 1251111 w 1270635"/>
                <a:gd name="T47" fmla="*/ 48132 h 76200"/>
                <a:gd name="T48" fmla="*/ 1270127 w 1270635"/>
                <a:gd name="T49" fmla="*/ 38861 h 76200"/>
                <a:gd name="T50" fmla="*/ 1194308 w 1270635"/>
                <a:gd name="T51" fmla="*/ 0 h 76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70635" h="76200">
                  <a:moveTo>
                    <a:pt x="1194026" y="28193"/>
                  </a:moveTo>
                  <a:lnTo>
                    <a:pt x="1193546" y="76199"/>
                  </a:lnTo>
                  <a:lnTo>
                    <a:pt x="1251111" y="48132"/>
                  </a:lnTo>
                  <a:lnTo>
                    <a:pt x="1206500" y="48132"/>
                  </a:lnTo>
                  <a:lnTo>
                    <a:pt x="1206618" y="38861"/>
                  </a:lnTo>
                  <a:lnTo>
                    <a:pt x="1206654" y="36067"/>
                  </a:lnTo>
                  <a:lnTo>
                    <a:pt x="1206754" y="28320"/>
                  </a:lnTo>
                  <a:lnTo>
                    <a:pt x="1194026" y="28193"/>
                  </a:lnTo>
                  <a:close/>
                </a:path>
                <a:path w="1270635" h="76200">
                  <a:moveTo>
                    <a:pt x="254" y="16255"/>
                  </a:moveTo>
                  <a:lnTo>
                    <a:pt x="100" y="28193"/>
                  </a:lnTo>
                  <a:lnTo>
                    <a:pt x="0" y="36067"/>
                  </a:lnTo>
                  <a:lnTo>
                    <a:pt x="1206499" y="48132"/>
                  </a:lnTo>
                  <a:lnTo>
                    <a:pt x="1193826" y="48132"/>
                  </a:lnTo>
                  <a:lnTo>
                    <a:pt x="1193947" y="36067"/>
                  </a:lnTo>
                  <a:lnTo>
                    <a:pt x="1194026" y="28193"/>
                  </a:lnTo>
                  <a:lnTo>
                    <a:pt x="254" y="16255"/>
                  </a:lnTo>
                  <a:close/>
                </a:path>
                <a:path w="1270635" h="76200">
                  <a:moveTo>
                    <a:pt x="1194308" y="0"/>
                  </a:moveTo>
                  <a:lnTo>
                    <a:pt x="1194145" y="16255"/>
                  </a:lnTo>
                  <a:lnTo>
                    <a:pt x="1194026" y="28193"/>
                  </a:lnTo>
                  <a:lnTo>
                    <a:pt x="1206754" y="28320"/>
                  </a:lnTo>
                  <a:lnTo>
                    <a:pt x="1206654" y="36067"/>
                  </a:lnTo>
                  <a:lnTo>
                    <a:pt x="1206618" y="38861"/>
                  </a:lnTo>
                  <a:lnTo>
                    <a:pt x="1206500" y="48132"/>
                  </a:lnTo>
                  <a:lnTo>
                    <a:pt x="1251111" y="48132"/>
                  </a:lnTo>
                  <a:lnTo>
                    <a:pt x="1270127" y="38861"/>
                  </a:lnTo>
                  <a:lnTo>
                    <a:pt x="119430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sz="1200"/>
            </a:p>
          </p:txBody>
        </p:sp>
        <p:sp>
          <p:nvSpPr>
            <p:cNvPr id="16" name="Textbox 20">
              <a:extLst>
                <a:ext uri="{FF2B5EF4-FFF2-40B4-BE49-F238E27FC236}">
                  <a16:creationId xmlns:a16="http://schemas.microsoft.com/office/drawing/2014/main" id="{0E44AFA1-AA9A-F45A-B8A3-6935992FD49E}"/>
                </a:ext>
              </a:extLst>
            </p:cNvPr>
            <p:cNvSpPr txBox="1">
              <a:spLocks noChangeArrowheads="1"/>
            </p:cNvSpPr>
            <p:nvPr/>
          </p:nvSpPr>
          <p:spPr bwMode="auto">
            <a:xfrm>
              <a:off x="12213" y="6269"/>
              <a:ext cx="889"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a:ln>
                    <a:noFill/>
                  </a:ln>
                  <a:solidFill>
                    <a:schemeClr val="tx1"/>
                  </a:solidFill>
                  <a:effectLst/>
                  <a:latin typeface="Arial" panose="020B0604020202020204" pitchFamily="34" charset="0"/>
                  <a:ea typeface="Calibri" panose="020F0502020204030204" pitchFamily="34" charset="0"/>
                </a:rPr>
                <a:t>+</a:t>
              </a:r>
              <a:endParaRPr kumimoji="0" lang="fr-FR" altLang="fr-FR" sz="1200" b="0" i="0" u="none" strike="noStrike" cap="none" normalizeH="0" baseline="0">
                <a:ln>
                  <a:noFill/>
                </a:ln>
                <a:solidFill>
                  <a:schemeClr val="tx1"/>
                </a:solidFill>
                <a:effectLst/>
                <a:latin typeface="Arial" panose="020B0604020202020204" pitchFamily="34" charset="0"/>
              </a:endParaRPr>
            </a:p>
          </p:txBody>
        </p:sp>
        <p:sp>
          <p:nvSpPr>
            <p:cNvPr id="17" name="Textbox 21">
              <a:extLst>
                <a:ext uri="{FF2B5EF4-FFF2-40B4-BE49-F238E27FC236}">
                  <a16:creationId xmlns:a16="http://schemas.microsoft.com/office/drawing/2014/main" id="{9C154C1F-430F-0560-0813-10013062FC1E}"/>
                </a:ext>
              </a:extLst>
            </p:cNvPr>
            <p:cNvSpPr txBox="1">
              <a:spLocks noChangeArrowheads="1"/>
            </p:cNvSpPr>
            <p:nvPr/>
          </p:nvSpPr>
          <p:spPr bwMode="auto">
            <a:xfrm>
              <a:off x="28380" y="2137"/>
              <a:ext cx="8376" cy="4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1" u="none" strike="noStrike" cap="none" normalizeH="0" baseline="0" dirty="0">
                  <a:ln>
                    <a:noFill/>
                  </a:ln>
                  <a:solidFill>
                    <a:schemeClr val="tx1"/>
                  </a:solidFill>
                  <a:effectLst/>
                  <a:latin typeface="Arial" panose="020B0604020202020204" pitchFamily="34" charset="0"/>
                  <a:ea typeface="Calibri" panose="020F0502020204030204" pitchFamily="34" charset="0"/>
                </a:rPr>
                <a:t>Babel</a:t>
              </a:r>
              <a:endParaRPr kumimoji="0" lang="fr-FR" altLang="fr-FR" sz="1200" b="0" i="0" u="none" strike="noStrike" cap="none" normalizeH="0" baseline="0" dirty="0">
                <a:ln>
                  <a:noFill/>
                </a:ln>
                <a:solidFill>
                  <a:schemeClr val="tx1"/>
                </a:solidFill>
                <a:effectLst/>
                <a:latin typeface="Arial" panose="020B0604020202020204" pitchFamily="34" charset="0"/>
              </a:endParaRPr>
            </a:p>
          </p:txBody>
        </p:sp>
        <p:sp>
          <p:nvSpPr>
            <p:cNvPr id="18" name="Textbox 22">
              <a:extLst>
                <a:ext uri="{FF2B5EF4-FFF2-40B4-BE49-F238E27FC236}">
                  <a16:creationId xmlns:a16="http://schemas.microsoft.com/office/drawing/2014/main" id="{9B9D2BF0-A7B3-9BFC-46F4-657FD9789EA3}"/>
                </a:ext>
              </a:extLst>
            </p:cNvPr>
            <p:cNvSpPr txBox="1">
              <a:spLocks noChangeArrowheads="1"/>
            </p:cNvSpPr>
            <p:nvPr/>
          </p:nvSpPr>
          <p:spPr bwMode="auto">
            <a:xfrm>
              <a:off x="41953" y="6269"/>
              <a:ext cx="12225" cy="4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Arial" panose="020B0604020202020204" pitchFamily="34" charset="0"/>
                  <a:ea typeface="Calibri" panose="020F0502020204030204" pitchFamily="34" charset="0"/>
                </a:rPr>
                <a:t>JavaScript</a:t>
              </a:r>
              <a:endParaRPr kumimoji="0" lang="fr-FR" altLang="fr-FR" sz="1200" b="0" i="0" u="none" strike="noStrike" cap="none" normalizeH="0" baseline="0" dirty="0">
                <a:ln>
                  <a:noFill/>
                </a:ln>
                <a:solidFill>
                  <a:schemeClr val="tx1"/>
                </a:solidFill>
                <a:effectLst/>
                <a:latin typeface="Arial" panose="020B0604020202020204" pitchFamily="34" charset="0"/>
              </a:endParaRPr>
            </a:p>
          </p:txBody>
        </p:sp>
        <p:sp>
          <p:nvSpPr>
            <p:cNvPr id="19" name="Textbox 23">
              <a:extLst>
                <a:ext uri="{FF2B5EF4-FFF2-40B4-BE49-F238E27FC236}">
                  <a16:creationId xmlns:a16="http://schemas.microsoft.com/office/drawing/2014/main" id="{729BB24E-4D19-C031-FC04-0C900D876058}"/>
                </a:ext>
              </a:extLst>
            </p:cNvPr>
            <p:cNvSpPr txBox="1">
              <a:spLocks noChangeArrowheads="1"/>
            </p:cNvSpPr>
            <p:nvPr/>
          </p:nvSpPr>
          <p:spPr bwMode="auto">
            <a:xfrm>
              <a:off x="3802" y="11177"/>
              <a:ext cx="5854" cy="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a:ln>
                    <a:noFill/>
                  </a:ln>
                  <a:solidFill>
                    <a:schemeClr val="tx1"/>
                  </a:solidFill>
                  <a:effectLst/>
                  <a:latin typeface="Arial" panose="020B0604020202020204" pitchFamily="34" charset="0"/>
                  <a:ea typeface="Calibri" panose="020F0502020204030204" pitchFamily="34" charset="0"/>
                </a:rPr>
                <a:t>SES</a:t>
              </a:r>
              <a:endParaRPr kumimoji="0" lang="fr-FR" altLang="fr-FR" sz="1200" b="0" i="0" u="none" strike="noStrike" cap="none" normalizeH="0" baseline="0" dirty="0">
                <a:ln>
                  <a:noFill/>
                </a:ln>
                <a:solidFill>
                  <a:schemeClr val="tx1"/>
                </a:solidFill>
                <a:effectLst/>
                <a:latin typeface="Arial" panose="020B0604020202020204" pitchFamily="34" charset="0"/>
              </a:endParaRPr>
            </a:p>
          </p:txBody>
        </p:sp>
        <p:sp>
          <p:nvSpPr>
            <p:cNvPr id="20" name="Textbox 24">
              <a:extLst>
                <a:ext uri="{FF2B5EF4-FFF2-40B4-BE49-F238E27FC236}">
                  <a16:creationId xmlns:a16="http://schemas.microsoft.com/office/drawing/2014/main" id="{C65EF59C-03F5-E62A-99E3-F8105F88064D}"/>
                </a:ext>
              </a:extLst>
            </p:cNvPr>
            <p:cNvSpPr txBox="1">
              <a:spLocks noChangeArrowheads="1"/>
            </p:cNvSpPr>
            <p:nvPr/>
          </p:nvSpPr>
          <p:spPr bwMode="auto">
            <a:xfrm>
              <a:off x="16117" y="11055"/>
              <a:ext cx="7102" cy="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1" i="0" u="none" strike="noStrike" cap="none" normalizeH="0" baseline="0" dirty="0" err="1">
                  <a:ln>
                    <a:noFill/>
                  </a:ln>
                  <a:solidFill>
                    <a:schemeClr val="tx1"/>
                  </a:solidFill>
                  <a:effectLst/>
                  <a:latin typeface="Arial" panose="020B0604020202020204" pitchFamily="34" charset="0"/>
                  <a:ea typeface="Calibri" panose="020F0502020204030204" pitchFamily="34" charset="0"/>
                </a:rPr>
                <a:t>React</a:t>
              </a:r>
              <a:endParaRPr kumimoji="0" lang="fr-FR" altLang="fr-FR" sz="1200" b="0" i="0" u="none" strike="noStrike" cap="none" normalizeH="0" baseline="0" dirty="0">
                <a:ln>
                  <a:noFill/>
                </a:ln>
                <a:solidFill>
                  <a:schemeClr val="tx1"/>
                </a:solidFill>
                <a:effectLst/>
                <a:latin typeface="Arial" panose="020B0604020202020204" pitchFamily="34" charset="0"/>
              </a:endParaRPr>
            </a:p>
          </p:txBody>
        </p:sp>
        <p:sp>
          <p:nvSpPr>
            <p:cNvPr id="21" name="Textbox 25">
              <a:extLst>
                <a:ext uri="{FF2B5EF4-FFF2-40B4-BE49-F238E27FC236}">
                  <a16:creationId xmlns:a16="http://schemas.microsoft.com/office/drawing/2014/main" id="{7BBB12FB-3EEC-7444-0639-6EB6DB86F2BF}"/>
                </a:ext>
              </a:extLst>
            </p:cNvPr>
            <p:cNvSpPr txBox="1">
              <a:spLocks noChangeArrowheads="1"/>
            </p:cNvSpPr>
            <p:nvPr/>
          </p:nvSpPr>
          <p:spPr bwMode="auto">
            <a:xfrm>
              <a:off x="3886" y="4602"/>
              <a:ext cx="5975" cy="4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t>ES6</a:t>
              </a:r>
              <a:endParaRPr kumimoji="0" lang="fr-FR" altLang="fr-FR" sz="12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828184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5" name="Rectangle 1">
            <a:extLst>
              <a:ext uri="{FF2B5EF4-FFF2-40B4-BE49-F238E27FC236}">
                <a16:creationId xmlns:a16="http://schemas.microsoft.com/office/drawing/2014/main" id="{CDA45254-AB3E-AEEE-CB08-2235CC6778AF}"/>
              </a:ext>
            </a:extLst>
          </p:cNvPr>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800" b="0" i="0" u="none" strike="noStrike" cap="none" normalizeH="0" baseline="0" dirty="0">
                <a:ln>
                  <a:noFill/>
                </a:ln>
                <a:solidFill>
                  <a:schemeClr val="tx1"/>
                </a:solidFill>
                <a:effectLst/>
                <a:latin typeface="Arial" panose="020B0604020202020204" pitchFamily="34" charset="0"/>
              </a:rPr>
              <a:t>.</a:t>
            </a:r>
          </a:p>
        </p:txBody>
      </p:sp>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Règle essentielles de JSX</a:t>
            </a:r>
            <a:endParaRPr lang="fr-FR" sz="2400" b="1" dirty="0">
              <a:solidFill>
                <a:schemeClr val="accent1">
                  <a:lumMod val="75000"/>
                </a:schemeClr>
              </a:solidFill>
              <a:latin typeface="+mn-lt"/>
            </a:endParaRPr>
          </a:p>
        </p:txBody>
      </p:sp>
      <p:sp>
        <p:nvSpPr>
          <p:cNvPr id="11" name="Rectangle 14">
            <a:extLst>
              <a:ext uri="{FF2B5EF4-FFF2-40B4-BE49-F238E27FC236}">
                <a16:creationId xmlns:a16="http://schemas.microsoft.com/office/drawing/2014/main" id="{2C6194F6-1652-D496-3777-B1423BC7243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7" name="ZoneTexte 26">
            <a:extLst>
              <a:ext uri="{FF2B5EF4-FFF2-40B4-BE49-F238E27FC236}">
                <a16:creationId xmlns:a16="http://schemas.microsoft.com/office/drawing/2014/main" id="{C7DD0C9F-BCE5-083D-1B9E-CCB527D6BDAE}"/>
              </a:ext>
            </a:extLst>
          </p:cNvPr>
          <p:cNvSpPr txBox="1"/>
          <p:nvPr/>
        </p:nvSpPr>
        <p:spPr>
          <a:xfrm>
            <a:off x="328936" y="831758"/>
            <a:ext cx="8003406" cy="4770537"/>
          </a:xfrm>
          <a:prstGeom prst="rect">
            <a:avLst/>
          </a:prstGeom>
          <a:noFill/>
        </p:spPr>
        <p:txBody>
          <a:bodyPr wrap="square">
            <a:spAutoFit/>
          </a:bodyPr>
          <a:lstStyle/>
          <a:p>
            <a:pPr marL="285750" indent="-285750" algn="l">
              <a:buFont typeface="Wingdings" panose="05000000000000000000" pitchFamily="2" charset="2"/>
              <a:buChar char="§"/>
            </a:pPr>
            <a:r>
              <a:rPr lang="fr-FR" sz="1400" b="1" dirty="0"/>
              <a:t>Un seul élément parent</a:t>
            </a:r>
            <a:r>
              <a:rPr lang="fr-FR" sz="1400" dirty="0"/>
              <a:t> Chaque composant doit retourner un seul élément racine )</a:t>
            </a:r>
            <a:endParaRPr lang="fr-FR" sz="1400" b="1" dirty="0">
              <a:latin typeface="+mj-lt"/>
            </a:endParaRPr>
          </a:p>
          <a:p>
            <a:pPr marL="285750" indent="-285750" algn="l">
              <a:buFont typeface="Wingdings" panose="05000000000000000000" pitchFamily="2" charset="2"/>
              <a:buChar char="§"/>
            </a:pPr>
            <a:endParaRPr lang="fr-FR" sz="1400" b="1" dirty="0">
              <a:latin typeface="+mj-lt"/>
            </a:endParaRPr>
          </a:p>
          <a:p>
            <a:pPr marL="285750" indent="-285750" algn="l">
              <a:buFont typeface="Wingdings" panose="05000000000000000000" pitchFamily="2" charset="2"/>
              <a:buChar char="§"/>
            </a:pPr>
            <a:endParaRPr lang="fr-FR" sz="1400" b="1" dirty="0">
              <a:latin typeface="+mj-lt"/>
            </a:endParaRPr>
          </a:p>
          <a:p>
            <a:pPr marL="285750" indent="-285750" algn="l">
              <a:buFont typeface="Wingdings" panose="05000000000000000000" pitchFamily="2" charset="2"/>
              <a:buChar char="§"/>
            </a:pPr>
            <a:endParaRPr lang="fr-FR" sz="1400" b="1" dirty="0">
              <a:latin typeface="+mj-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marL="285750" indent="-285750" algn="l">
              <a:buFont typeface="Wingdings" panose="05000000000000000000" pitchFamily="2" charset="2"/>
              <a:buChar char="§"/>
            </a:pPr>
            <a:endParaRPr lang="fr-FR" sz="1400" b="1" dirty="0"/>
          </a:p>
          <a:p>
            <a:pPr marL="285750" indent="-285750" algn="l">
              <a:buFont typeface="Wingdings" panose="05000000000000000000" pitchFamily="2" charset="2"/>
              <a:buChar char="§"/>
            </a:pPr>
            <a:r>
              <a:rPr lang="fr-FR" sz="1400" b="1" dirty="0"/>
              <a:t>Attributs en </a:t>
            </a:r>
            <a:r>
              <a:rPr lang="fr-FR" sz="1400" b="1" dirty="0" err="1"/>
              <a:t>camelCase</a:t>
            </a:r>
            <a:endParaRPr lang="fr-FR" sz="1400" b="1" dirty="0"/>
          </a:p>
          <a:p>
            <a:pPr algn="l"/>
            <a:r>
              <a:rPr lang="fr-FR" sz="1400" dirty="0">
                <a:latin typeface="+mn-lt"/>
              </a:rPr>
              <a:t>En </a:t>
            </a:r>
            <a:r>
              <a:rPr lang="fr-FR" sz="1400" b="1" dirty="0">
                <a:latin typeface="+mn-lt"/>
              </a:rPr>
              <a:t>JSX</a:t>
            </a:r>
            <a:r>
              <a:rPr lang="fr-FR" sz="1400" dirty="0">
                <a:latin typeface="+mn-lt"/>
              </a:rPr>
              <a:t>, les attributs HTML doivent être écrits en </a:t>
            </a:r>
            <a:r>
              <a:rPr lang="fr-FR" sz="1400" b="1" dirty="0" err="1">
                <a:latin typeface="+mn-lt"/>
              </a:rPr>
              <a:t>camelCase</a:t>
            </a:r>
            <a:r>
              <a:rPr lang="fr-FR" sz="1400" dirty="0">
                <a:latin typeface="+mn-lt"/>
              </a:rPr>
              <a:t> (c’est‑à‑dire en commençant par une minuscule et en mettant une majuscule à chaque nouveau mot). C’est une convention héritée de JavaScript, car JSX n’est pas du vrai HTML mais du JavaScript qui ressemble à du HTML.</a:t>
            </a:r>
            <a:endParaRPr lang="fr-FR" sz="1400" b="1" dirty="0">
              <a:latin typeface="+mn-lt"/>
            </a:endParaRPr>
          </a:p>
          <a:p>
            <a:pPr lvl="0" algn="l"/>
            <a:r>
              <a:rPr lang="fr-FR" dirty="0">
                <a:latin typeface="+mn-lt"/>
              </a:rPr>
              <a:t>Exemple : </a:t>
            </a:r>
          </a:p>
          <a:p>
            <a:pPr marL="719138" lvl="0" indent="-184150" algn="l">
              <a:buFont typeface="Courier New" panose="02070309020205020404" pitchFamily="49" charset="0"/>
              <a:buChar char="o"/>
            </a:pPr>
            <a:r>
              <a:rPr lang="fr-FR" altLang="fr-FR" sz="1200" dirty="0">
                <a:latin typeface="+mn-lt"/>
              </a:rPr>
              <a:t>class devient </a:t>
            </a:r>
            <a:r>
              <a:rPr lang="fr-FR" altLang="fr-FR" sz="1200" dirty="0" err="1">
                <a:latin typeface="+mn-lt"/>
              </a:rPr>
              <a:t>className</a:t>
            </a:r>
            <a:r>
              <a:rPr lang="fr-FR" altLang="fr-FR" sz="1200" dirty="0">
                <a:latin typeface="+mn-lt"/>
              </a:rPr>
              <a:t> (car class est un mot réservé en JS).</a:t>
            </a:r>
          </a:p>
          <a:p>
            <a:pPr marL="719138" lvl="0" indent="-184150" algn="l">
              <a:buFont typeface="Courier New" panose="02070309020205020404" pitchFamily="49" charset="0"/>
              <a:buChar char="o"/>
            </a:pPr>
            <a:r>
              <a:rPr lang="fr-FR" altLang="fr-FR" sz="1200" dirty="0" err="1">
                <a:latin typeface="+mn-lt"/>
              </a:rPr>
              <a:t>onclick</a:t>
            </a:r>
            <a:r>
              <a:rPr lang="fr-FR" altLang="fr-FR" sz="1200" dirty="0">
                <a:latin typeface="+mn-lt"/>
              </a:rPr>
              <a:t> devient </a:t>
            </a:r>
            <a:r>
              <a:rPr lang="fr-FR" altLang="fr-FR" sz="1200" dirty="0" err="1">
                <a:latin typeface="+mn-lt"/>
              </a:rPr>
              <a:t>onClick</a:t>
            </a:r>
            <a:r>
              <a:rPr lang="fr-FR" altLang="fr-FR" sz="1200" dirty="0">
                <a:latin typeface="+mn-lt"/>
              </a:rPr>
              <a:t> (</a:t>
            </a:r>
            <a:r>
              <a:rPr lang="fr-FR" altLang="fr-FR" sz="1200" dirty="0" err="1">
                <a:latin typeface="+mn-lt"/>
              </a:rPr>
              <a:t>camelCase</a:t>
            </a:r>
            <a:r>
              <a:rPr lang="fr-FR" altLang="fr-FR" sz="1200" dirty="0">
                <a:latin typeface="+mn-lt"/>
              </a:rPr>
              <a:t>).</a:t>
            </a:r>
          </a:p>
          <a:p>
            <a:pPr marL="719138" lvl="0" indent="-184150" algn="l">
              <a:buFont typeface="Courier New" panose="02070309020205020404" pitchFamily="49" charset="0"/>
              <a:buChar char="o"/>
            </a:pPr>
            <a:r>
              <a:rPr lang="fr-FR" altLang="fr-FR" sz="1200" dirty="0" err="1">
                <a:latin typeface="+mn-lt"/>
              </a:rPr>
              <a:t>tabindex</a:t>
            </a:r>
            <a:r>
              <a:rPr lang="fr-FR" altLang="fr-FR" sz="1200" dirty="0">
                <a:latin typeface="+mn-lt"/>
              </a:rPr>
              <a:t> devient </a:t>
            </a:r>
            <a:r>
              <a:rPr lang="fr-FR" altLang="fr-FR" sz="1200" dirty="0" err="1">
                <a:latin typeface="+mn-lt"/>
              </a:rPr>
              <a:t>tabIndex</a:t>
            </a:r>
            <a:r>
              <a:rPr lang="fr-FR" altLang="fr-FR" sz="1200" dirty="0">
                <a:latin typeface="+mn-lt"/>
              </a:rPr>
              <a:t>.</a:t>
            </a:r>
          </a:p>
          <a:p>
            <a:pPr marL="719138" lvl="0" indent="-184150" algn="l">
              <a:buFont typeface="Courier New" panose="02070309020205020404" pitchFamily="49" charset="0"/>
              <a:buChar char="o"/>
            </a:pPr>
            <a:r>
              <a:rPr lang="fr-FR" altLang="fr-FR" sz="1200" dirty="0">
                <a:latin typeface="+mn-lt"/>
              </a:rPr>
              <a:t>for devient </a:t>
            </a:r>
            <a:r>
              <a:rPr lang="fr-FR" altLang="fr-FR" sz="1200" dirty="0" err="1">
                <a:latin typeface="+mn-lt"/>
              </a:rPr>
              <a:t>htmlFor</a:t>
            </a:r>
            <a:r>
              <a:rPr lang="fr-FR" altLang="fr-FR" sz="1200" dirty="0">
                <a:latin typeface="+mn-lt"/>
              </a:rPr>
              <a:t> (car for est réservé en JS).</a:t>
            </a:r>
          </a:p>
          <a:p>
            <a:pPr lvl="0" algn="l"/>
            <a:endParaRPr lang="fr-FR" dirty="0">
              <a:latin typeface="+mj-lt"/>
            </a:endParaRPr>
          </a:p>
          <a:p>
            <a:pPr marL="285750" lvl="0" indent="-285750" algn="l">
              <a:buFont typeface="Wingdings" panose="05000000000000000000" pitchFamily="2" charset="2"/>
              <a:buChar char="§"/>
            </a:pPr>
            <a:r>
              <a:rPr lang="fr-FR" altLang="fr-FR" sz="1400" b="1" dirty="0"/>
              <a:t>Expressions JavaScript avec {}</a:t>
            </a:r>
          </a:p>
          <a:p>
            <a:pPr lvl="0" algn="l"/>
            <a:r>
              <a:rPr lang="fr-FR" altLang="fr-FR" sz="1400" dirty="0">
                <a:latin typeface="+mn-lt"/>
              </a:rPr>
              <a:t>On peut insérer des variables ou des calculs directement dans le JSX</a:t>
            </a:r>
            <a:r>
              <a:rPr lang="fr-FR" altLang="fr-FR" sz="1400" dirty="0">
                <a:latin typeface="+mj-lt"/>
              </a:rPr>
              <a:t>.</a:t>
            </a:r>
            <a:endParaRPr lang="fr-FR" sz="1400" b="1" dirty="0">
              <a:effectLst/>
              <a:latin typeface="+mj-lt"/>
              <a:ea typeface="Calibri" panose="020F0502020204030204" pitchFamily="34" charset="0"/>
            </a:endParaRPr>
          </a:p>
        </p:txBody>
      </p:sp>
      <p:pic>
        <p:nvPicPr>
          <p:cNvPr id="31" name="Image 30" descr="Une image contenant texte, Police, capture d’écran, nombre&#10;&#10;Description générée automatiquement">
            <a:extLst>
              <a:ext uri="{FF2B5EF4-FFF2-40B4-BE49-F238E27FC236}">
                <a16:creationId xmlns:a16="http://schemas.microsoft.com/office/drawing/2014/main" id="{7D48EAC0-A638-C126-E9F1-B724F88590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4077" y="1692556"/>
            <a:ext cx="1765391" cy="1276675"/>
          </a:xfrm>
          <a:prstGeom prst="rect">
            <a:avLst/>
          </a:prstGeom>
        </p:spPr>
      </p:pic>
      <p:pic>
        <p:nvPicPr>
          <p:cNvPr id="33" name="Image 32" descr="Une image contenant texte, capture d’écran, Police, conception&#10;&#10;Description générée automatiquement">
            <a:extLst>
              <a:ext uri="{FF2B5EF4-FFF2-40B4-BE49-F238E27FC236}">
                <a16:creationId xmlns:a16="http://schemas.microsoft.com/office/drawing/2014/main" id="{DF945A61-338C-A0F9-C500-B93E1B989E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3995" y="1696563"/>
            <a:ext cx="1974951" cy="1272668"/>
          </a:xfrm>
          <a:prstGeom prst="rect">
            <a:avLst/>
          </a:prstGeom>
        </p:spPr>
      </p:pic>
      <p:sp>
        <p:nvSpPr>
          <p:cNvPr id="34" name="ZoneTexte 33">
            <a:extLst>
              <a:ext uri="{FF2B5EF4-FFF2-40B4-BE49-F238E27FC236}">
                <a16:creationId xmlns:a16="http://schemas.microsoft.com/office/drawing/2014/main" id="{1B4BA6F5-4598-8A81-96AF-B12B19F827D2}"/>
              </a:ext>
            </a:extLst>
          </p:cNvPr>
          <p:cNvSpPr txBox="1"/>
          <p:nvPr/>
        </p:nvSpPr>
        <p:spPr>
          <a:xfrm>
            <a:off x="1494077" y="1374576"/>
            <a:ext cx="1826142" cy="338554"/>
          </a:xfrm>
          <a:prstGeom prst="rect">
            <a:avLst/>
          </a:prstGeom>
          <a:noFill/>
        </p:spPr>
        <p:txBody>
          <a:bodyPr wrap="none" rtlCol="0">
            <a:spAutoFit/>
          </a:bodyPr>
          <a:lstStyle/>
          <a:p>
            <a:r>
              <a:rPr lang="fr-FR" dirty="0">
                <a:solidFill>
                  <a:srgbClr val="FF0000"/>
                </a:solidFill>
              </a:rPr>
              <a:t>Exemple incorrect</a:t>
            </a:r>
          </a:p>
        </p:txBody>
      </p:sp>
      <p:sp>
        <p:nvSpPr>
          <p:cNvPr id="35" name="ZoneTexte 34">
            <a:extLst>
              <a:ext uri="{FF2B5EF4-FFF2-40B4-BE49-F238E27FC236}">
                <a16:creationId xmlns:a16="http://schemas.microsoft.com/office/drawing/2014/main" id="{9F86A5DE-DD04-D263-52F1-207532E508BF}"/>
              </a:ext>
            </a:extLst>
          </p:cNvPr>
          <p:cNvSpPr txBox="1"/>
          <p:nvPr/>
        </p:nvSpPr>
        <p:spPr>
          <a:xfrm>
            <a:off x="6113010" y="1340007"/>
            <a:ext cx="981359" cy="338554"/>
          </a:xfrm>
          <a:prstGeom prst="rect">
            <a:avLst/>
          </a:prstGeom>
          <a:noFill/>
        </p:spPr>
        <p:txBody>
          <a:bodyPr wrap="none" rtlCol="0">
            <a:spAutoFit/>
          </a:bodyPr>
          <a:lstStyle/>
          <a:p>
            <a:r>
              <a:rPr lang="fr-FR" dirty="0">
                <a:solidFill>
                  <a:srgbClr val="00CC00"/>
                </a:solidFill>
              </a:rPr>
              <a:t>Solution </a:t>
            </a:r>
          </a:p>
        </p:txBody>
      </p:sp>
      <p:sp>
        <p:nvSpPr>
          <p:cNvPr id="36" name="ZoneTexte 35">
            <a:extLst>
              <a:ext uri="{FF2B5EF4-FFF2-40B4-BE49-F238E27FC236}">
                <a16:creationId xmlns:a16="http://schemas.microsoft.com/office/drawing/2014/main" id="{49135E51-D348-313A-F27C-294604F05B7D}"/>
              </a:ext>
            </a:extLst>
          </p:cNvPr>
          <p:cNvSpPr txBox="1"/>
          <p:nvPr/>
        </p:nvSpPr>
        <p:spPr>
          <a:xfrm>
            <a:off x="3714496" y="2068221"/>
            <a:ext cx="1574469" cy="646331"/>
          </a:xfrm>
          <a:prstGeom prst="rect">
            <a:avLst/>
          </a:prstGeom>
          <a:noFill/>
        </p:spPr>
        <p:txBody>
          <a:bodyPr wrap="none" rtlCol="0">
            <a:spAutoFit/>
          </a:bodyPr>
          <a:lstStyle/>
          <a:p>
            <a:r>
              <a:rPr lang="fr-FR" sz="1200" dirty="0">
                <a:solidFill>
                  <a:schemeClr val="accent1">
                    <a:lumMod val="75000"/>
                  </a:schemeClr>
                </a:solidFill>
              </a:rPr>
              <a:t>Ajouter un seul bloc </a:t>
            </a:r>
          </a:p>
          <a:p>
            <a:r>
              <a:rPr lang="fr-FR" sz="1200" dirty="0">
                <a:solidFill>
                  <a:schemeClr val="accent1">
                    <a:lumMod val="75000"/>
                  </a:schemeClr>
                </a:solidFill>
              </a:rPr>
              <a:t>comme &lt;div&gt; ou </a:t>
            </a:r>
          </a:p>
          <a:p>
            <a:r>
              <a:rPr lang="en-US" sz="1200" dirty="0">
                <a:solidFill>
                  <a:schemeClr val="accent1">
                    <a:lumMod val="75000"/>
                  </a:schemeClr>
                </a:solidFill>
              </a:rPr>
              <a:t>&lt;</a:t>
            </a:r>
            <a:r>
              <a:rPr lang="en-US" sz="1200" dirty="0" err="1">
                <a:solidFill>
                  <a:schemeClr val="accent1">
                    <a:lumMod val="75000"/>
                  </a:schemeClr>
                </a:solidFill>
              </a:rPr>
              <a:t>React.Fragment</a:t>
            </a:r>
            <a:r>
              <a:rPr lang="en-US" sz="1200" dirty="0">
                <a:solidFill>
                  <a:schemeClr val="accent1">
                    <a:lumMod val="75000"/>
                  </a:schemeClr>
                </a:solidFill>
              </a:rPr>
              <a:t>&gt;</a:t>
            </a:r>
            <a:endParaRPr lang="fr-FR" sz="1200" dirty="0">
              <a:solidFill>
                <a:schemeClr val="accent1">
                  <a:lumMod val="75000"/>
                </a:schemeClr>
              </a:solidFill>
            </a:endParaRPr>
          </a:p>
        </p:txBody>
      </p:sp>
      <p:pic>
        <p:nvPicPr>
          <p:cNvPr id="40" name="Image 39" descr="Une image contenant texte, Police, capture d’écran&#10;&#10;Description générée automatiquement">
            <a:extLst>
              <a:ext uri="{FF2B5EF4-FFF2-40B4-BE49-F238E27FC236}">
                <a16:creationId xmlns:a16="http://schemas.microsoft.com/office/drawing/2014/main" id="{2F9E2E5B-15AD-9408-FC1E-F2EC19E7A3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8593" y="5295843"/>
            <a:ext cx="3246471" cy="730399"/>
          </a:xfrm>
          <a:prstGeom prst="rect">
            <a:avLst/>
          </a:prstGeom>
        </p:spPr>
      </p:pic>
    </p:spTree>
    <p:extLst>
      <p:ext uri="{BB962C8B-B14F-4D97-AF65-F5344CB8AC3E}">
        <p14:creationId xmlns:p14="http://schemas.microsoft.com/office/powerpoint/2010/main" val="3702919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xEl>
                                              <p:pRg st="13" end="1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xEl>
                                              <p:pRg st="15" end="1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
                                            <p:txEl>
                                              <p:pRg st="16" end="1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7">
                                            <p:txEl>
                                              <p:pRg st="18" end="18"/>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xEl>
                                              <p:pRg st="19" end="1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Règle essentielles de JSX</a:t>
            </a:r>
            <a:endParaRPr lang="fr-FR" sz="2400" b="1" dirty="0">
              <a:solidFill>
                <a:schemeClr val="accent1">
                  <a:lumMod val="75000"/>
                </a:schemeClr>
              </a:solidFill>
              <a:latin typeface="+mn-lt"/>
            </a:endParaRPr>
          </a:p>
        </p:txBody>
      </p:sp>
      <p:sp>
        <p:nvSpPr>
          <p:cNvPr id="11" name="Rectangle 14">
            <a:extLst>
              <a:ext uri="{FF2B5EF4-FFF2-40B4-BE49-F238E27FC236}">
                <a16:creationId xmlns:a16="http://schemas.microsoft.com/office/drawing/2014/main" id="{2C6194F6-1652-D496-3777-B1423BC7243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7" name="ZoneTexte 26">
            <a:extLst>
              <a:ext uri="{FF2B5EF4-FFF2-40B4-BE49-F238E27FC236}">
                <a16:creationId xmlns:a16="http://schemas.microsoft.com/office/drawing/2014/main" id="{C7DD0C9F-BCE5-083D-1B9E-CCB527D6BDAE}"/>
              </a:ext>
            </a:extLst>
          </p:cNvPr>
          <p:cNvSpPr txBox="1"/>
          <p:nvPr/>
        </p:nvSpPr>
        <p:spPr>
          <a:xfrm>
            <a:off x="328936" y="831758"/>
            <a:ext cx="8003406" cy="5047536"/>
          </a:xfrm>
          <a:prstGeom prst="rect">
            <a:avLst/>
          </a:prstGeom>
          <a:noFill/>
        </p:spPr>
        <p:txBody>
          <a:bodyPr wrap="square">
            <a:spAutoFit/>
          </a:bodyPr>
          <a:lstStyle/>
          <a:p>
            <a:pPr marL="285750" indent="-285750" algn="l">
              <a:buFont typeface="Wingdings" panose="05000000000000000000" pitchFamily="2" charset="2"/>
              <a:buChar char="§"/>
            </a:pPr>
            <a:r>
              <a:rPr lang="fr-FR" altLang="fr-FR" b="1" dirty="0">
                <a:latin typeface="+mn-lt"/>
              </a:rPr>
              <a:t>Fragments (</a:t>
            </a:r>
            <a:r>
              <a:rPr lang="fr-FR" altLang="fr-FR" dirty="0">
                <a:latin typeface="+mn-lt"/>
              </a:rPr>
              <a:t>&lt;&gt; ... &lt;/&gt;</a:t>
            </a:r>
            <a:r>
              <a:rPr lang="fr-FR" altLang="fr-FR" b="1" dirty="0">
                <a:latin typeface="+mn-lt"/>
              </a:rPr>
              <a:t>)</a:t>
            </a:r>
            <a:r>
              <a:rPr lang="fr-FR" altLang="fr-FR" dirty="0">
                <a:latin typeface="+mn-lt"/>
              </a:rPr>
              <a:t> </a:t>
            </a:r>
          </a:p>
          <a:p>
            <a:pPr algn="l"/>
            <a:r>
              <a:rPr lang="fr-FR" altLang="fr-FR" dirty="0">
                <a:latin typeface="+mn-lt"/>
              </a:rPr>
              <a:t>Pour éviter les &lt;div&gt; inutiles, tu peux utiliser des fragments. </a:t>
            </a:r>
          </a:p>
          <a:p>
            <a:pPr marL="285750" indent="-285750" algn="l">
              <a:buFont typeface="Wingdings" panose="05000000000000000000" pitchFamily="2" charset="2"/>
              <a:buChar char="§"/>
            </a:pPr>
            <a:endParaRPr lang="fr-FR" sz="1400" b="1" dirty="0">
              <a:latin typeface="+mj-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marL="285750" indent="-285750" algn="l">
              <a:buFont typeface="Wingdings" panose="05000000000000000000" pitchFamily="2" charset="2"/>
              <a:buChar char="§"/>
            </a:pPr>
            <a:r>
              <a:rPr lang="fr-FR" b="1" dirty="0">
                <a:latin typeface="+mn-lt"/>
              </a:rPr>
              <a:t>JSX dynamique</a:t>
            </a:r>
          </a:p>
          <a:p>
            <a:pPr marL="285750" indent="-285750" algn="l">
              <a:buFont typeface="Wingdings" panose="05000000000000000000" pitchFamily="2" charset="2"/>
              <a:buChar char="ü"/>
            </a:pPr>
            <a:r>
              <a:rPr lang="fr-FR" dirty="0">
                <a:latin typeface="+mn-lt"/>
              </a:rPr>
              <a:t>Il est possible d’utiliser des expressions conditionnelles avec ? et : dans le code JSX, à condition d’entourer l’ensemble avec des accolades { et }</a:t>
            </a:r>
            <a:endParaRPr lang="fr-FR" sz="1400" dirty="0">
              <a:latin typeface="+mn-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marL="285750" indent="-285750" algn="l">
              <a:buFont typeface="Wingdings" panose="05000000000000000000" pitchFamily="2" charset="2"/>
              <a:buChar char="ü"/>
            </a:pPr>
            <a:endParaRPr lang="fr-FR" altLang="fr-FR" b="1" dirty="0">
              <a:latin typeface="+mn-lt"/>
            </a:endParaRPr>
          </a:p>
          <a:p>
            <a:pPr marL="285750" indent="-285750" algn="l">
              <a:buFont typeface="Wingdings" panose="05000000000000000000" pitchFamily="2" charset="2"/>
              <a:buChar char="ü"/>
            </a:pPr>
            <a:r>
              <a:rPr lang="fr-FR" altLang="fr-FR" b="1" dirty="0">
                <a:latin typeface="+mn-lt"/>
              </a:rPr>
              <a:t>On </a:t>
            </a:r>
            <a:r>
              <a:rPr lang="fr-FR" altLang="fr-FR" dirty="0">
                <a:latin typeface="+mn-lt"/>
              </a:rPr>
              <a:t>peut afficher des listes avec .</a:t>
            </a:r>
            <a:r>
              <a:rPr lang="fr-FR" altLang="fr-FR" dirty="0" err="1">
                <a:latin typeface="+mn-lt"/>
              </a:rPr>
              <a:t>map</a:t>
            </a:r>
            <a:r>
              <a:rPr lang="fr-FR" altLang="fr-FR" dirty="0">
                <a:latin typeface="+mn-lt"/>
              </a:rPr>
              <a:t>()</a:t>
            </a:r>
            <a:endParaRPr lang="fr-FR" b="1" dirty="0">
              <a:latin typeface="+mn-lt"/>
            </a:endParaRPr>
          </a:p>
          <a:p>
            <a:pPr algn="l"/>
            <a:endParaRPr lang="fr-FR" sz="1400" b="1" dirty="0">
              <a:latin typeface="+mj-lt"/>
            </a:endParaRPr>
          </a:p>
          <a:p>
            <a:pPr algn="l"/>
            <a:endParaRPr lang="fr-FR" sz="1400" b="1" dirty="0">
              <a:latin typeface="+mj-lt"/>
            </a:endParaRPr>
          </a:p>
          <a:p>
            <a:pPr algn="l"/>
            <a:endParaRPr lang="fr-FR" sz="1400" b="1" dirty="0">
              <a:latin typeface="+mj-lt"/>
            </a:endParaRPr>
          </a:p>
          <a:p>
            <a:pPr marL="285750" indent="-285750" algn="l">
              <a:buFont typeface="Wingdings" panose="05000000000000000000" pitchFamily="2" charset="2"/>
              <a:buChar char="§"/>
            </a:pPr>
            <a:endParaRPr lang="fr-FR" sz="1400" b="1" dirty="0"/>
          </a:p>
        </p:txBody>
      </p:sp>
      <p:pic>
        <p:nvPicPr>
          <p:cNvPr id="7" name="Image 6" descr="Une image contenant texte, Police, capture d’écran, conception&#10;&#10;Description générée automatiquement">
            <a:extLst>
              <a:ext uri="{FF2B5EF4-FFF2-40B4-BE49-F238E27FC236}">
                <a16:creationId xmlns:a16="http://schemas.microsoft.com/office/drawing/2014/main" id="{10048990-4DED-1472-9871-FB9981DBD8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3005" y="1459327"/>
            <a:ext cx="1727289" cy="1301285"/>
          </a:xfrm>
          <a:prstGeom prst="rect">
            <a:avLst/>
          </a:prstGeom>
        </p:spPr>
      </p:pic>
      <p:sp>
        <p:nvSpPr>
          <p:cNvPr id="8" name="Rectangle 2">
            <a:extLst>
              <a:ext uri="{FF2B5EF4-FFF2-40B4-BE49-F238E27FC236}">
                <a16:creationId xmlns:a16="http://schemas.microsoft.com/office/drawing/2014/main" id="{36B321E8-06BF-530B-89D4-CE7DD6C58533}"/>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0" name="Image 9" descr="Une image contenant texte, capture d’écran, Police, noir&#10;&#10;Description générée automatiquement">
            <a:extLst>
              <a:ext uri="{FF2B5EF4-FFF2-40B4-BE49-F238E27FC236}">
                <a16:creationId xmlns:a16="http://schemas.microsoft.com/office/drawing/2014/main" id="{FEA68DBC-A559-A786-C4CE-C1ED28403C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2468" y="3715672"/>
            <a:ext cx="6560408" cy="626283"/>
          </a:xfrm>
          <a:prstGeom prst="rect">
            <a:avLst/>
          </a:prstGeom>
        </p:spPr>
      </p:pic>
      <p:pic>
        <p:nvPicPr>
          <p:cNvPr id="13" name="Image 12" descr="Une image contenant texte, capture d’écran, Police">
            <a:extLst>
              <a:ext uri="{FF2B5EF4-FFF2-40B4-BE49-F238E27FC236}">
                <a16:creationId xmlns:a16="http://schemas.microsoft.com/office/drawing/2014/main" id="{78DC65D4-713A-EE45-185E-04B67A4165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3908" y="4977652"/>
            <a:ext cx="6528967" cy="1183867"/>
          </a:xfrm>
          <a:prstGeom prst="rect">
            <a:avLst/>
          </a:prstGeom>
        </p:spPr>
      </p:pic>
    </p:spTree>
    <p:extLst>
      <p:ext uri="{BB962C8B-B14F-4D97-AF65-F5344CB8AC3E}">
        <p14:creationId xmlns:p14="http://schemas.microsoft.com/office/powerpoint/2010/main" val="214403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7">
                                            <p:txEl>
                                              <p:pRg st="16" end="1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l">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Règle essentielles de JSX</a:t>
            </a:r>
            <a:endParaRPr lang="fr-FR" sz="2400" b="1" dirty="0">
              <a:solidFill>
                <a:schemeClr val="accent1">
                  <a:lumMod val="75000"/>
                </a:schemeClr>
              </a:solidFill>
              <a:latin typeface="+mn-lt"/>
            </a:endParaRPr>
          </a:p>
        </p:txBody>
      </p:sp>
      <p:sp>
        <p:nvSpPr>
          <p:cNvPr id="11" name="Rectangle 14">
            <a:extLst>
              <a:ext uri="{FF2B5EF4-FFF2-40B4-BE49-F238E27FC236}">
                <a16:creationId xmlns:a16="http://schemas.microsoft.com/office/drawing/2014/main" id="{2C6194F6-1652-D496-3777-B1423BC7243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7" name="ZoneTexte 26">
            <a:extLst>
              <a:ext uri="{FF2B5EF4-FFF2-40B4-BE49-F238E27FC236}">
                <a16:creationId xmlns:a16="http://schemas.microsoft.com/office/drawing/2014/main" id="{C7DD0C9F-BCE5-083D-1B9E-CCB527D6BDAE}"/>
              </a:ext>
            </a:extLst>
          </p:cNvPr>
          <p:cNvSpPr txBox="1"/>
          <p:nvPr/>
        </p:nvSpPr>
        <p:spPr>
          <a:xfrm>
            <a:off x="328936" y="831758"/>
            <a:ext cx="8003406" cy="1631216"/>
          </a:xfrm>
          <a:prstGeom prst="rect">
            <a:avLst/>
          </a:prstGeom>
          <a:noFill/>
        </p:spPr>
        <p:txBody>
          <a:bodyPr wrap="square">
            <a:spAutoFit/>
          </a:bodyPr>
          <a:lstStyle/>
          <a:p>
            <a:pPr marL="285750" indent="-285750" algn="l">
              <a:buFont typeface="Wingdings" panose="05000000000000000000" pitchFamily="2" charset="2"/>
              <a:buChar char="§"/>
            </a:pPr>
            <a:r>
              <a:rPr lang="fr-FR" b="1" dirty="0">
                <a:latin typeface="+mn-lt"/>
              </a:rPr>
              <a:t>Utiliser des parenthèses en début et en fin du code JSX</a:t>
            </a:r>
          </a:p>
          <a:p>
            <a:pPr marL="742950" lvl="1" indent="-285750" algn="l">
              <a:buFont typeface="Courier New" panose="02070309020205020404" pitchFamily="49" charset="0"/>
              <a:buChar char="o"/>
            </a:pPr>
            <a:r>
              <a:rPr lang="fr-FR" altLang="fr-FR" sz="1400" b="1" dirty="0">
                <a:latin typeface="+mn-lt"/>
              </a:rPr>
              <a:t>Lisibilité</a:t>
            </a:r>
            <a:r>
              <a:rPr lang="fr-FR" altLang="fr-FR" sz="1400" dirty="0">
                <a:latin typeface="+mn-lt"/>
              </a:rPr>
              <a:t> : Quand le return contient plusieurs lignes, les parenthèses permettent de bien délimiter le bloc JSX.</a:t>
            </a:r>
          </a:p>
          <a:p>
            <a:pPr marL="742950" lvl="1" indent="-285750" algn="l">
              <a:buFont typeface="Courier New" panose="02070309020205020404" pitchFamily="49" charset="0"/>
              <a:buChar char="o"/>
            </a:pPr>
            <a:r>
              <a:rPr lang="fr-FR" altLang="fr-FR" sz="1400" b="1" dirty="0">
                <a:latin typeface="+mn-lt"/>
              </a:rPr>
              <a:t>Prévention d’erreurs</a:t>
            </a:r>
            <a:r>
              <a:rPr lang="fr-FR" altLang="fr-FR" sz="1400" dirty="0">
                <a:latin typeface="+mn-lt"/>
              </a:rPr>
              <a:t> : Sans parenthèses, JavaScript peut parfois mal interpréter le retour à la ligne après return (il pourrait croire que la fonction retourne </a:t>
            </a:r>
            <a:r>
              <a:rPr lang="fr-FR" altLang="fr-FR" sz="1400" dirty="0" err="1">
                <a:latin typeface="+mn-lt"/>
              </a:rPr>
              <a:t>undefined</a:t>
            </a:r>
            <a:r>
              <a:rPr lang="fr-FR" altLang="fr-FR" sz="1400" dirty="0">
                <a:latin typeface="+mn-lt"/>
              </a:rPr>
              <a:t>).</a:t>
            </a:r>
          </a:p>
          <a:p>
            <a:pPr marL="742950" lvl="1" indent="-285750" algn="l">
              <a:buFont typeface="Courier New" panose="02070309020205020404" pitchFamily="49" charset="0"/>
              <a:buChar char="o"/>
            </a:pPr>
            <a:r>
              <a:rPr lang="fr-FR" altLang="fr-FR" sz="1400" b="1" dirty="0">
                <a:latin typeface="+mn-lt"/>
              </a:rPr>
              <a:t>Convention</a:t>
            </a:r>
            <a:r>
              <a:rPr lang="fr-FR" altLang="fr-FR" sz="1400" dirty="0">
                <a:latin typeface="+mn-lt"/>
              </a:rPr>
              <a:t> : C’est devenu une norme dans la communauté </a:t>
            </a:r>
            <a:r>
              <a:rPr lang="fr-FR" altLang="fr-FR" sz="1400" dirty="0" err="1">
                <a:latin typeface="+mn-lt"/>
              </a:rPr>
              <a:t>React</a:t>
            </a:r>
            <a:r>
              <a:rPr lang="fr-FR" altLang="fr-FR" sz="1400" dirty="0">
                <a:latin typeface="+mn-lt"/>
              </a:rPr>
              <a:t>, donc ton code sera plus facilement compris par d’autres développeurs.</a:t>
            </a:r>
            <a:endParaRPr lang="fr-FR" sz="1400" b="1" dirty="0">
              <a:latin typeface="+mj-lt"/>
            </a:endParaRPr>
          </a:p>
        </p:txBody>
      </p:sp>
      <p:sp>
        <p:nvSpPr>
          <p:cNvPr id="8" name="Rectangle 2">
            <a:extLst>
              <a:ext uri="{FF2B5EF4-FFF2-40B4-BE49-F238E27FC236}">
                <a16:creationId xmlns:a16="http://schemas.microsoft.com/office/drawing/2014/main" id="{36B321E8-06BF-530B-89D4-CE7DD6C58533}"/>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5" name="ZoneTexte 4">
            <a:extLst>
              <a:ext uri="{FF2B5EF4-FFF2-40B4-BE49-F238E27FC236}">
                <a16:creationId xmlns:a16="http://schemas.microsoft.com/office/drawing/2014/main" id="{267A72A0-2730-C7AC-F4B3-D84221AF5C97}"/>
              </a:ext>
            </a:extLst>
          </p:cNvPr>
          <p:cNvSpPr txBox="1"/>
          <p:nvPr/>
        </p:nvSpPr>
        <p:spPr>
          <a:xfrm>
            <a:off x="226344" y="2578632"/>
            <a:ext cx="4201818" cy="3187026"/>
          </a:xfrm>
          <a:prstGeom prst="rect">
            <a:avLst/>
          </a:prstGeom>
          <a:noFill/>
          <a:ln>
            <a:solidFill>
              <a:schemeClr val="tx1"/>
            </a:solidFill>
          </a:ln>
        </p:spPr>
        <p:txBody>
          <a:bodyPr wrap="none">
            <a:noAutofit/>
          </a:bodyPr>
          <a:lstStyle/>
          <a:p>
            <a:pPr algn="just">
              <a:spcBef>
                <a:spcPts val="600"/>
              </a:spcBef>
              <a:spcAft>
                <a:spcPts val="0"/>
              </a:spcAft>
            </a:pPr>
            <a:r>
              <a:rPr lang="fr-FR" sz="1400" i="1" dirty="0">
                <a:effectLst/>
                <a:latin typeface="+mn-lt"/>
                <a:ea typeface="Calibri" panose="020F0502020204030204" pitchFamily="34" charset="0"/>
              </a:rPr>
              <a:t>Afficher</a:t>
            </a:r>
            <a:r>
              <a:rPr lang="fr-FR" sz="1400" i="1" spc="-25" dirty="0">
                <a:effectLst/>
                <a:latin typeface="+mn-lt"/>
                <a:ea typeface="Calibri" panose="020F0502020204030204" pitchFamily="34" charset="0"/>
              </a:rPr>
              <a:t> </a:t>
            </a:r>
            <a:r>
              <a:rPr lang="fr-FR" sz="1400" i="1" dirty="0">
                <a:effectLst/>
                <a:latin typeface="+mn-lt"/>
                <a:ea typeface="Calibri" panose="020F0502020204030204" pitchFamily="34" charset="0"/>
              </a:rPr>
              <a:t>une</a:t>
            </a:r>
            <a:r>
              <a:rPr lang="fr-FR" sz="1400" i="1" spc="-5" dirty="0">
                <a:effectLst/>
                <a:latin typeface="+mn-lt"/>
                <a:ea typeface="Calibri" panose="020F0502020204030204" pitchFamily="34" charset="0"/>
              </a:rPr>
              <a:t> </a:t>
            </a:r>
            <a:r>
              <a:rPr lang="fr-FR" sz="1400" i="1" dirty="0">
                <a:effectLst/>
                <a:latin typeface="+mn-lt"/>
                <a:ea typeface="Calibri" panose="020F0502020204030204" pitchFamily="34" charset="0"/>
              </a:rPr>
              <a:t>liste</a:t>
            </a:r>
            <a:r>
              <a:rPr lang="fr-FR" sz="1400" i="1" spc="-20" dirty="0">
                <a:effectLst/>
                <a:latin typeface="+mn-lt"/>
                <a:ea typeface="Calibri" panose="020F0502020204030204" pitchFamily="34" charset="0"/>
              </a:rPr>
              <a:t> </a:t>
            </a:r>
            <a:r>
              <a:rPr lang="fr-FR" sz="1400" i="1" dirty="0">
                <a:effectLst/>
                <a:latin typeface="+mn-lt"/>
                <a:ea typeface="Calibri" panose="020F0502020204030204" pitchFamily="34" charset="0"/>
              </a:rPr>
              <a:t>d’éléments</a:t>
            </a:r>
            <a:r>
              <a:rPr lang="fr-FR" sz="1400" i="1" spc="-15" dirty="0">
                <a:effectLst/>
                <a:latin typeface="+mn-lt"/>
                <a:ea typeface="Calibri" panose="020F0502020204030204" pitchFamily="34" charset="0"/>
              </a:rPr>
              <a:t> </a:t>
            </a:r>
            <a:r>
              <a:rPr lang="fr-FR" sz="1400" i="1" dirty="0">
                <a:effectLst/>
                <a:latin typeface="+mn-lt"/>
                <a:ea typeface="Calibri" panose="020F0502020204030204" pitchFamily="34" charset="0"/>
              </a:rPr>
              <a:t>sans</a:t>
            </a:r>
            <a:r>
              <a:rPr lang="fr-FR" sz="1400" i="1" spc="-10" dirty="0">
                <a:effectLst/>
                <a:latin typeface="+mn-lt"/>
                <a:ea typeface="Calibri" panose="020F0502020204030204" pitchFamily="34" charset="0"/>
              </a:rPr>
              <a:t> </a:t>
            </a:r>
            <a:r>
              <a:rPr lang="fr-FR" sz="1400" i="1" dirty="0">
                <a:effectLst/>
                <a:latin typeface="+mn-lt"/>
                <a:ea typeface="Calibri" panose="020F0502020204030204" pitchFamily="34" charset="0"/>
              </a:rPr>
              <a:t>utiliser</a:t>
            </a:r>
            <a:r>
              <a:rPr lang="fr-FR" sz="1400" i="1" spc="-10" dirty="0">
                <a:effectLst/>
                <a:latin typeface="+mn-lt"/>
                <a:ea typeface="Calibri" panose="020F0502020204030204" pitchFamily="34" charset="0"/>
              </a:rPr>
              <a:t> </a:t>
            </a:r>
            <a:r>
              <a:rPr lang="fr-FR" sz="1400" i="1" dirty="0">
                <a:effectLst/>
                <a:latin typeface="+mn-lt"/>
                <a:ea typeface="Calibri" panose="020F0502020204030204" pitchFamily="34" charset="0"/>
              </a:rPr>
              <a:t>des</a:t>
            </a:r>
            <a:r>
              <a:rPr lang="fr-FR" sz="1400" i="1" spc="-5" dirty="0">
                <a:effectLst/>
                <a:latin typeface="+mn-lt"/>
                <a:ea typeface="Calibri" panose="020F0502020204030204" pitchFamily="34" charset="0"/>
              </a:rPr>
              <a:t> </a:t>
            </a:r>
            <a:r>
              <a:rPr lang="fr-FR" sz="1400" i="1" spc="-10" dirty="0">
                <a:effectLst/>
                <a:latin typeface="+mn-lt"/>
                <a:ea typeface="Calibri" panose="020F0502020204030204" pitchFamily="34" charset="0"/>
              </a:rPr>
              <a:t>parenthèses</a:t>
            </a:r>
            <a:endParaRPr lang="fr-FR" sz="1400" dirty="0">
              <a:effectLst/>
              <a:latin typeface="+mn-lt"/>
              <a:ea typeface="Calibri" panose="020F0502020204030204" pitchFamily="34" charset="0"/>
            </a:endParaRPr>
          </a:p>
          <a:p>
            <a:pPr marL="174625" marR="2449830">
              <a:lnSpc>
                <a:spcPct val="110000"/>
              </a:lnSpc>
              <a:spcBef>
                <a:spcPts val="730"/>
              </a:spcBef>
              <a:spcAft>
                <a:spcPts val="0"/>
              </a:spcAft>
              <a:tabLst>
                <a:tab pos="534988" algn="l"/>
                <a:tab pos="893763" algn="l"/>
              </a:tabLst>
            </a:pPr>
            <a:r>
              <a:rPr lang="en-US" sz="1400" dirty="0">
                <a:solidFill>
                  <a:srgbClr val="0000FF"/>
                </a:solidFill>
                <a:effectLst/>
                <a:latin typeface="+mn-lt"/>
                <a:ea typeface="Calibri" panose="020F0502020204030204" pitchFamily="34" charset="0"/>
              </a:rPr>
              <a:t>                          function</a:t>
            </a:r>
            <a:r>
              <a:rPr lang="en-US" sz="1400" spc="-85" dirty="0">
                <a:solidFill>
                  <a:srgbClr val="0000FF"/>
                </a:solidFill>
                <a:effectLst/>
                <a:latin typeface="+mn-lt"/>
                <a:ea typeface="Calibri" panose="020F0502020204030204" pitchFamily="34" charset="0"/>
              </a:rPr>
              <a:t> </a:t>
            </a:r>
            <a:r>
              <a:rPr lang="en-US" sz="1400" dirty="0" err="1">
                <a:effectLst/>
                <a:latin typeface="+mn-lt"/>
                <a:ea typeface="Calibri" panose="020F0502020204030204" pitchFamily="34" charset="0"/>
              </a:rPr>
              <a:t>ListeElements</a:t>
            </a:r>
            <a:r>
              <a:rPr lang="en-US" sz="1400" dirty="0">
                <a:effectLst/>
                <a:latin typeface="+mn-lt"/>
                <a:ea typeface="Calibri" panose="020F0502020204030204" pitchFamily="34" charset="0"/>
              </a:rPr>
              <a:t>(props)</a:t>
            </a:r>
            <a:r>
              <a:rPr lang="en-US" sz="1400" spc="-105" dirty="0">
                <a:effectLst/>
                <a:latin typeface="+mn-lt"/>
                <a:ea typeface="Calibri" panose="020F0502020204030204" pitchFamily="34" charset="0"/>
              </a:rPr>
              <a:t> </a:t>
            </a:r>
            <a:r>
              <a:rPr lang="en-US" sz="1400" dirty="0">
                <a:effectLst/>
                <a:latin typeface="+mn-lt"/>
                <a:ea typeface="Calibri" panose="020F0502020204030204" pitchFamily="34" charset="0"/>
              </a:rPr>
              <a:t>{ </a:t>
            </a:r>
          </a:p>
          <a:p>
            <a:pPr marL="174625" marR="2449830">
              <a:lnSpc>
                <a:spcPct val="110000"/>
              </a:lnSpc>
              <a:spcBef>
                <a:spcPts val="730"/>
              </a:spcBef>
              <a:spcAft>
                <a:spcPts val="0"/>
              </a:spcAft>
              <a:tabLst>
                <a:tab pos="534988" algn="l"/>
                <a:tab pos="893763" algn="l"/>
              </a:tabLst>
            </a:pPr>
            <a:r>
              <a:rPr lang="en-US" sz="1400" dirty="0">
                <a:solidFill>
                  <a:srgbClr val="0000FF"/>
                </a:solidFill>
                <a:effectLst/>
                <a:latin typeface="+mn-lt"/>
                <a:ea typeface="Calibri" panose="020F0502020204030204" pitchFamily="34" charset="0"/>
              </a:rPr>
              <a:t>return </a:t>
            </a:r>
            <a:r>
              <a:rPr lang="en-US" sz="1400" dirty="0">
                <a:solidFill>
                  <a:srgbClr val="800000"/>
                </a:solidFill>
                <a:effectLst/>
                <a:latin typeface="+mn-lt"/>
                <a:ea typeface="Calibri" panose="020F0502020204030204" pitchFamily="34" charset="0"/>
              </a:rPr>
              <a:t>&lt;</a:t>
            </a:r>
            <a:r>
              <a:rPr lang="en-US" sz="1400" dirty="0" err="1">
                <a:solidFill>
                  <a:srgbClr val="800000"/>
                </a:solidFill>
                <a:effectLst/>
                <a:latin typeface="+mn-lt"/>
                <a:ea typeface="Calibri" panose="020F0502020204030204" pitchFamily="34" charset="0"/>
              </a:rPr>
              <a:t>ul</a:t>
            </a:r>
            <a:r>
              <a:rPr lang="en-US" sz="1400" dirty="0">
                <a:solidFill>
                  <a:srgbClr val="80000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174625">
              <a:lnSpc>
                <a:spcPts val="1285"/>
              </a:lnSpc>
            </a:pPr>
            <a:r>
              <a:rPr lang="fr-FR" sz="1400" spc="-10" dirty="0">
                <a:solidFill>
                  <a:srgbClr val="800000"/>
                </a:solidFill>
                <a:effectLst/>
                <a:latin typeface="+mn-lt"/>
                <a:ea typeface="Calibri" panose="020F0502020204030204" pitchFamily="34" charset="0"/>
              </a:rPr>
              <a:t>&lt;li&gt;</a:t>
            </a:r>
            <a:r>
              <a:rPr lang="fr-FR" sz="1400" spc="-10" dirty="0">
                <a:effectLst/>
                <a:latin typeface="+mn-lt"/>
                <a:ea typeface="Calibri" panose="020F0502020204030204" pitchFamily="34" charset="0"/>
              </a:rPr>
              <a:t>Element1</a:t>
            </a:r>
            <a:r>
              <a:rPr lang="fr-FR" sz="1400" spc="-10" dirty="0">
                <a:solidFill>
                  <a:srgbClr val="800000"/>
                </a:solidFill>
                <a:effectLst/>
                <a:latin typeface="+mn-lt"/>
                <a:ea typeface="Calibri" panose="020F0502020204030204" pitchFamily="34" charset="0"/>
              </a:rPr>
              <a:t>&lt;/li&gt;</a:t>
            </a:r>
            <a:endParaRPr lang="fr-FR" sz="1400" dirty="0">
              <a:effectLst/>
              <a:latin typeface="+mn-lt"/>
              <a:ea typeface="Calibri" panose="020F0502020204030204" pitchFamily="34" charset="0"/>
            </a:endParaRPr>
          </a:p>
          <a:p>
            <a:pPr marL="174625">
              <a:spcBef>
                <a:spcPts val="140"/>
              </a:spcBef>
              <a:spcAft>
                <a:spcPts val="0"/>
              </a:spcAft>
            </a:pPr>
            <a:r>
              <a:rPr lang="fr-FR" sz="1400" spc="-10" dirty="0">
                <a:solidFill>
                  <a:srgbClr val="800000"/>
                </a:solidFill>
                <a:effectLst/>
                <a:latin typeface="+mn-lt"/>
                <a:ea typeface="Calibri" panose="020F0502020204030204" pitchFamily="34" charset="0"/>
              </a:rPr>
              <a:t>&lt;li&gt;</a:t>
            </a:r>
            <a:r>
              <a:rPr lang="fr-FR" sz="1400" spc="-10" dirty="0">
                <a:effectLst/>
                <a:latin typeface="+mn-lt"/>
                <a:ea typeface="Calibri" panose="020F0502020204030204" pitchFamily="34" charset="0"/>
              </a:rPr>
              <a:t>Element2</a:t>
            </a:r>
            <a:r>
              <a:rPr lang="fr-FR" sz="1400" spc="-10" dirty="0">
                <a:solidFill>
                  <a:srgbClr val="800000"/>
                </a:solidFill>
                <a:effectLst/>
                <a:latin typeface="+mn-lt"/>
                <a:ea typeface="Calibri" panose="020F0502020204030204" pitchFamily="34" charset="0"/>
              </a:rPr>
              <a:t>&lt;/li&gt;</a:t>
            </a:r>
            <a:endParaRPr lang="fr-FR" sz="1400" dirty="0">
              <a:effectLst/>
              <a:latin typeface="+mn-lt"/>
              <a:ea typeface="Calibri" panose="020F0502020204030204" pitchFamily="34" charset="0"/>
            </a:endParaRPr>
          </a:p>
          <a:p>
            <a:pPr marL="174625">
              <a:spcBef>
                <a:spcPts val="125"/>
              </a:spcBef>
              <a:spcAft>
                <a:spcPts val="0"/>
              </a:spcAft>
            </a:pPr>
            <a:r>
              <a:rPr lang="fr-FR" sz="1400" spc="-10" dirty="0">
                <a:solidFill>
                  <a:srgbClr val="800000"/>
                </a:solidFill>
                <a:effectLst/>
                <a:latin typeface="+mn-lt"/>
                <a:ea typeface="Calibri" panose="020F0502020204030204" pitchFamily="34" charset="0"/>
              </a:rPr>
              <a:t>&lt;li&gt;</a:t>
            </a:r>
            <a:r>
              <a:rPr lang="fr-FR" sz="1400" spc="-10" dirty="0">
                <a:effectLst/>
                <a:latin typeface="+mn-lt"/>
                <a:ea typeface="Calibri" panose="020F0502020204030204" pitchFamily="34" charset="0"/>
              </a:rPr>
              <a:t>Element3</a:t>
            </a:r>
            <a:r>
              <a:rPr lang="fr-FR" sz="1400" spc="-10" dirty="0">
                <a:solidFill>
                  <a:srgbClr val="800000"/>
                </a:solidFill>
                <a:effectLst/>
                <a:latin typeface="+mn-lt"/>
                <a:ea typeface="Calibri" panose="020F0502020204030204" pitchFamily="34" charset="0"/>
              </a:rPr>
              <a:t>&lt;/li&gt;</a:t>
            </a:r>
            <a:endParaRPr lang="fr-FR" sz="1400" dirty="0">
              <a:effectLst/>
              <a:latin typeface="+mn-lt"/>
              <a:ea typeface="Calibri" panose="020F0502020204030204" pitchFamily="34" charset="0"/>
            </a:endParaRPr>
          </a:p>
          <a:p>
            <a:pPr marL="174625">
              <a:spcBef>
                <a:spcPts val="140"/>
              </a:spcBef>
              <a:spcAft>
                <a:spcPts val="0"/>
              </a:spcAft>
            </a:pPr>
            <a:r>
              <a:rPr lang="fr-FR" sz="1400" spc="-10" dirty="0">
                <a:solidFill>
                  <a:srgbClr val="800000"/>
                </a:solidFill>
                <a:effectLst/>
                <a:latin typeface="+mn-lt"/>
                <a:ea typeface="Calibri" panose="020F0502020204030204" pitchFamily="34" charset="0"/>
              </a:rPr>
              <a:t>&lt;li&gt;</a:t>
            </a:r>
            <a:r>
              <a:rPr lang="fr-FR" sz="1400" spc="-10" dirty="0">
                <a:effectLst/>
                <a:latin typeface="+mn-lt"/>
                <a:ea typeface="Calibri" panose="020F0502020204030204" pitchFamily="34" charset="0"/>
              </a:rPr>
              <a:t>Element4</a:t>
            </a:r>
            <a:r>
              <a:rPr lang="fr-FR" sz="1400" spc="-10" dirty="0">
                <a:solidFill>
                  <a:srgbClr val="800000"/>
                </a:solidFill>
                <a:effectLst/>
                <a:latin typeface="+mn-lt"/>
                <a:ea typeface="Calibri" panose="020F0502020204030204" pitchFamily="34" charset="0"/>
              </a:rPr>
              <a:t>&lt;/li&gt;</a:t>
            </a:r>
            <a:endParaRPr lang="fr-FR" sz="1400" dirty="0">
              <a:effectLst/>
              <a:latin typeface="+mn-lt"/>
              <a:ea typeface="Calibri" panose="020F0502020204030204" pitchFamily="34" charset="0"/>
            </a:endParaRPr>
          </a:p>
          <a:p>
            <a:pPr marL="174625">
              <a:spcBef>
                <a:spcPts val="140"/>
              </a:spcBef>
              <a:spcAft>
                <a:spcPts val="0"/>
              </a:spcAft>
            </a:pPr>
            <a:r>
              <a:rPr lang="fr-FR" sz="1400" spc="-10" dirty="0">
                <a:solidFill>
                  <a:srgbClr val="800000"/>
                </a:solidFill>
                <a:effectLst/>
                <a:latin typeface="+mn-lt"/>
                <a:ea typeface="Calibri" panose="020F0502020204030204" pitchFamily="34" charset="0"/>
              </a:rPr>
              <a:t>&lt;li&gt;</a:t>
            </a:r>
            <a:r>
              <a:rPr lang="fr-FR" sz="1400" spc="-10" dirty="0">
                <a:effectLst/>
                <a:latin typeface="+mn-lt"/>
                <a:ea typeface="Calibri" panose="020F0502020204030204" pitchFamily="34" charset="0"/>
              </a:rPr>
              <a:t>Element5</a:t>
            </a:r>
            <a:r>
              <a:rPr lang="fr-FR" sz="1400" spc="-10" dirty="0">
                <a:solidFill>
                  <a:srgbClr val="800000"/>
                </a:solidFill>
                <a:effectLst/>
                <a:latin typeface="+mn-lt"/>
                <a:ea typeface="Calibri" panose="020F0502020204030204" pitchFamily="34" charset="0"/>
              </a:rPr>
              <a:t>&lt;/li&gt;</a:t>
            </a:r>
            <a:endParaRPr lang="fr-FR" sz="1400" dirty="0">
              <a:latin typeface="+mn-lt"/>
              <a:ea typeface="Calibri" panose="020F0502020204030204" pitchFamily="34" charset="0"/>
            </a:endParaRPr>
          </a:p>
          <a:p>
            <a:pPr marL="174625" algn="l">
              <a:spcBef>
                <a:spcPts val="140"/>
              </a:spcBef>
              <a:spcAft>
                <a:spcPts val="0"/>
              </a:spcAft>
            </a:pPr>
            <a:r>
              <a:rPr lang="fr-FR" sz="1400" spc="-10" dirty="0">
                <a:solidFill>
                  <a:srgbClr val="800000"/>
                </a:solidFill>
                <a:effectLst/>
                <a:latin typeface="+mn-lt"/>
                <a:ea typeface="Calibri" panose="020F0502020204030204" pitchFamily="34" charset="0"/>
              </a:rPr>
              <a:t>                      &lt;/</a:t>
            </a:r>
            <a:r>
              <a:rPr lang="fr-FR" sz="1400" spc="-10" dirty="0" err="1">
                <a:solidFill>
                  <a:srgbClr val="800000"/>
                </a:solidFill>
                <a:effectLst/>
                <a:latin typeface="+mn-lt"/>
                <a:ea typeface="Calibri" panose="020F0502020204030204" pitchFamily="34" charset="0"/>
              </a:rPr>
              <a:t>ul</a:t>
            </a:r>
            <a:r>
              <a:rPr lang="fr-FR" sz="1400" spc="-10" dirty="0">
                <a:solidFill>
                  <a:srgbClr val="800000"/>
                </a:solidFill>
                <a:effectLst/>
                <a:latin typeface="+mn-lt"/>
                <a:ea typeface="Calibri" panose="020F0502020204030204" pitchFamily="34" charset="0"/>
              </a:rPr>
              <a:t>&gt;</a:t>
            </a:r>
            <a:endParaRPr lang="fr-FR" sz="1400" dirty="0">
              <a:solidFill>
                <a:srgbClr val="800000"/>
              </a:solidFill>
              <a:latin typeface="+mn-lt"/>
              <a:ea typeface="Calibri" panose="020F0502020204030204" pitchFamily="34" charset="0"/>
            </a:endParaRPr>
          </a:p>
          <a:p>
            <a:pPr marL="174625" algn="l">
              <a:spcBef>
                <a:spcPts val="140"/>
              </a:spcBef>
              <a:spcAft>
                <a:spcPts val="0"/>
              </a:spcAft>
              <a:tabLst>
                <a:tab pos="2506663" algn="l"/>
              </a:tabLst>
            </a:pPr>
            <a:r>
              <a:rPr lang="fr-FR" sz="1400" spc="-50" dirty="0">
                <a:effectLst/>
                <a:latin typeface="+mn-lt"/>
                <a:ea typeface="Calibri" panose="020F0502020204030204" pitchFamily="34" charset="0"/>
              </a:rPr>
              <a:t>}</a:t>
            </a:r>
            <a:endParaRPr lang="fr-FR" sz="1400" dirty="0">
              <a:effectLst/>
              <a:latin typeface="+mn-lt"/>
              <a:ea typeface="Calibri" panose="020F0502020204030204" pitchFamily="34" charset="0"/>
            </a:endParaRPr>
          </a:p>
        </p:txBody>
      </p:sp>
      <p:sp>
        <p:nvSpPr>
          <p:cNvPr id="12" name="ZoneTexte 11">
            <a:extLst>
              <a:ext uri="{FF2B5EF4-FFF2-40B4-BE49-F238E27FC236}">
                <a16:creationId xmlns:a16="http://schemas.microsoft.com/office/drawing/2014/main" id="{BB4E1B47-959C-BAAB-FBE1-C90FC23B142A}"/>
              </a:ext>
            </a:extLst>
          </p:cNvPr>
          <p:cNvSpPr txBox="1"/>
          <p:nvPr/>
        </p:nvSpPr>
        <p:spPr>
          <a:xfrm>
            <a:off x="4715837" y="2578632"/>
            <a:ext cx="4201819" cy="3287912"/>
          </a:xfrm>
          <a:prstGeom prst="rect">
            <a:avLst/>
          </a:prstGeom>
          <a:noFill/>
          <a:ln>
            <a:solidFill>
              <a:schemeClr val="tx1"/>
            </a:solidFill>
          </a:ln>
        </p:spPr>
        <p:txBody>
          <a:bodyPr wrap="none">
            <a:noAutofit/>
          </a:bodyPr>
          <a:lstStyle/>
          <a:p>
            <a:pPr marL="174625" indent="-82550">
              <a:spcBef>
                <a:spcPts val="205"/>
              </a:spcBef>
              <a:spcAft>
                <a:spcPts val="0"/>
              </a:spcAft>
            </a:pPr>
            <a:r>
              <a:rPr lang="fr-FR" sz="1400" i="1" dirty="0">
                <a:effectLst/>
                <a:latin typeface="+mn-lt"/>
                <a:ea typeface="Calibri" panose="020F0502020204030204" pitchFamily="34" charset="0"/>
              </a:rPr>
              <a:t>Afficher</a:t>
            </a:r>
            <a:r>
              <a:rPr lang="fr-FR" sz="1400" i="1" spc="-15" dirty="0">
                <a:effectLst/>
                <a:latin typeface="+mn-lt"/>
                <a:ea typeface="Calibri" panose="020F0502020204030204" pitchFamily="34" charset="0"/>
              </a:rPr>
              <a:t> </a:t>
            </a:r>
            <a:r>
              <a:rPr lang="fr-FR" sz="1400" i="1" dirty="0">
                <a:effectLst/>
                <a:latin typeface="+mn-lt"/>
                <a:ea typeface="Calibri" panose="020F0502020204030204" pitchFamily="34" charset="0"/>
              </a:rPr>
              <a:t>une</a:t>
            </a:r>
            <a:r>
              <a:rPr lang="fr-FR" sz="1400" i="1" spc="-10" dirty="0">
                <a:effectLst/>
                <a:latin typeface="+mn-lt"/>
                <a:ea typeface="Calibri" panose="020F0502020204030204" pitchFamily="34" charset="0"/>
              </a:rPr>
              <a:t> </a:t>
            </a:r>
            <a:r>
              <a:rPr lang="fr-FR" sz="1400" i="1" dirty="0">
                <a:effectLst/>
                <a:latin typeface="+mn-lt"/>
                <a:ea typeface="Calibri" panose="020F0502020204030204" pitchFamily="34" charset="0"/>
              </a:rPr>
              <a:t>liste</a:t>
            </a:r>
            <a:r>
              <a:rPr lang="fr-FR" sz="1400" i="1" spc="-25" dirty="0">
                <a:effectLst/>
                <a:latin typeface="+mn-lt"/>
                <a:ea typeface="Calibri" panose="020F0502020204030204" pitchFamily="34" charset="0"/>
              </a:rPr>
              <a:t> </a:t>
            </a:r>
            <a:r>
              <a:rPr lang="fr-FR" sz="1400" i="1" dirty="0">
                <a:effectLst/>
                <a:latin typeface="+mn-lt"/>
                <a:ea typeface="Calibri" panose="020F0502020204030204" pitchFamily="34" charset="0"/>
              </a:rPr>
              <a:t>d’éléments</a:t>
            </a:r>
            <a:r>
              <a:rPr lang="fr-FR" sz="1400" i="1" spc="-10" dirty="0">
                <a:effectLst/>
                <a:latin typeface="+mn-lt"/>
                <a:ea typeface="Calibri" panose="020F0502020204030204" pitchFamily="34" charset="0"/>
              </a:rPr>
              <a:t> </a:t>
            </a:r>
            <a:r>
              <a:rPr lang="fr-FR" sz="1400" i="1" dirty="0">
                <a:effectLst/>
                <a:latin typeface="+mn-lt"/>
                <a:ea typeface="Calibri" panose="020F0502020204030204" pitchFamily="34" charset="0"/>
              </a:rPr>
              <a:t>en</a:t>
            </a:r>
            <a:r>
              <a:rPr lang="fr-FR" sz="1400" i="1" spc="-20" dirty="0">
                <a:effectLst/>
                <a:latin typeface="+mn-lt"/>
                <a:ea typeface="Calibri" panose="020F0502020204030204" pitchFamily="34" charset="0"/>
              </a:rPr>
              <a:t> </a:t>
            </a:r>
            <a:r>
              <a:rPr lang="fr-FR" sz="1400" i="1" dirty="0">
                <a:effectLst/>
                <a:latin typeface="+mn-lt"/>
                <a:ea typeface="Calibri" panose="020F0502020204030204" pitchFamily="34" charset="0"/>
              </a:rPr>
              <a:t>utilisant</a:t>
            </a:r>
            <a:r>
              <a:rPr lang="fr-FR" sz="1400" i="1" spc="-10" dirty="0">
                <a:effectLst/>
                <a:latin typeface="+mn-lt"/>
                <a:ea typeface="Calibri" panose="020F0502020204030204" pitchFamily="34" charset="0"/>
              </a:rPr>
              <a:t> </a:t>
            </a:r>
            <a:r>
              <a:rPr lang="fr-FR" sz="1400" i="1" dirty="0">
                <a:effectLst/>
                <a:latin typeface="+mn-lt"/>
                <a:ea typeface="Calibri" panose="020F0502020204030204" pitchFamily="34" charset="0"/>
              </a:rPr>
              <a:t>des</a:t>
            </a:r>
            <a:r>
              <a:rPr lang="fr-FR" sz="1400" i="1" spc="-5" dirty="0">
                <a:effectLst/>
                <a:latin typeface="+mn-lt"/>
                <a:ea typeface="Calibri" panose="020F0502020204030204" pitchFamily="34" charset="0"/>
              </a:rPr>
              <a:t> </a:t>
            </a:r>
            <a:r>
              <a:rPr lang="fr-FR" sz="1400" i="1" spc="-10" dirty="0">
                <a:effectLst/>
                <a:latin typeface="+mn-lt"/>
                <a:ea typeface="Calibri" panose="020F0502020204030204" pitchFamily="34" charset="0"/>
              </a:rPr>
              <a:t>parenthèses</a:t>
            </a:r>
            <a:endParaRPr lang="fr-FR" sz="1400" dirty="0">
              <a:effectLst/>
              <a:latin typeface="+mn-lt"/>
              <a:ea typeface="Calibri" panose="020F0502020204030204" pitchFamily="34" charset="0"/>
            </a:endParaRPr>
          </a:p>
          <a:p>
            <a:pPr marL="1007110" marR="2449830" indent="-307975">
              <a:spcBef>
                <a:spcPts val="0"/>
              </a:spcBef>
              <a:spcAft>
                <a:spcPts val="0"/>
              </a:spcAft>
            </a:pPr>
            <a:r>
              <a:rPr lang="en-US" sz="1400" dirty="0">
                <a:solidFill>
                  <a:srgbClr val="0000FF"/>
                </a:solidFill>
                <a:effectLst/>
                <a:latin typeface="+mn-lt"/>
                <a:ea typeface="Calibri" panose="020F0502020204030204" pitchFamily="34" charset="0"/>
              </a:rPr>
              <a:t>                                        </a:t>
            </a:r>
          </a:p>
          <a:p>
            <a:pPr marL="1007110" marR="2449830" indent="-307975">
              <a:spcBef>
                <a:spcPts val="0"/>
              </a:spcBef>
              <a:spcAft>
                <a:spcPts val="0"/>
              </a:spcAft>
            </a:pPr>
            <a:r>
              <a:rPr lang="en-US" sz="1400" dirty="0">
                <a:solidFill>
                  <a:srgbClr val="0000FF"/>
                </a:solidFill>
                <a:effectLst/>
                <a:latin typeface="+mn-lt"/>
                <a:ea typeface="Calibri" panose="020F0502020204030204" pitchFamily="34" charset="0"/>
              </a:rPr>
              <a:t>function</a:t>
            </a:r>
            <a:r>
              <a:rPr lang="en-US" sz="1400" spc="-85" dirty="0">
                <a:solidFill>
                  <a:srgbClr val="0000FF"/>
                </a:solidFill>
                <a:effectLst/>
                <a:latin typeface="+mn-lt"/>
                <a:ea typeface="Calibri" panose="020F0502020204030204" pitchFamily="34" charset="0"/>
              </a:rPr>
              <a:t> </a:t>
            </a:r>
            <a:r>
              <a:rPr lang="en-US" sz="1400" dirty="0" err="1">
                <a:effectLst/>
                <a:latin typeface="+mn-lt"/>
                <a:ea typeface="Calibri" panose="020F0502020204030204" pitchFamily="34" charset="0"/>
              </a:rPr>
              <a:t>ListeElements</a:t>
            </a:r>
            <a:r>
              <a:rPr lang="en-US" sz="1400" dirty="0">
                <a:effectLst/>
                <a:latin typeface="+mn-lt"/>
                <a:ea typeface="Calibri" panose="020F0502020204030204" pitchFamily="34" charset="0"/>
              </a:rPr>
              <a:t>(props)</a:t>
            </a:r>
            <a:r>
              <a:rPr lang="en-US" sz="1400" spc="-105" dirty="0">
                <a:effectLst/>
                <a:latin typeface="+mn-lt"/>
                <a:ea typeface="Calibri" panose="020F0502020204030204" pitchFamily="34" charset="0"/>
              </a:rPr>
              <a:t> </a:t>
            </a:r>
            <a:r>
              <a:rPr lang="en-US" sz="1400" dirty="0">
                <a:effectLst/>
                <a:latin typeface="+mn-lt"/>
                <a:ea typeface="Calibri" panose="020F0502020204030204" pitchFamily="34" charset="0"/>
              </a:rPr>
              <a:t>{</a:t>
            </a:r>
          </a:p>
          <a:p>
            <a:pPr marL="1007110" marR="2449830" indent="-307975">
              <a:spcBef>
                <a:spcPts val="0"/>
              </a:spcBef>
              <a:spcAft>
                <a:spcPts val="0"/>
              </a:spcAft>
            </a:pPr>
            <a:r>
              <a:rPr lang="en-US" sz="1400" dirty="0">
                <a:effectLst/>
                <a:latin typeface="+mn-lt"/>
                <a:ea typeface="Calibri" panose="020F0502020204030204" pitchFamily="34" charset="0"/>
              </a:rPr>
              <a:t> </a:t>
            </a:r>
            <a:r>
              <a:rPr lang="en-US" sz="1400" dirty="0">
                <a:solidFill>
                  <a:srgbClr val="0000FF"/>
                </a:solidFill>
                <a:effectLst/>
                <a:latin typeface="+mn-lt"/>
                <a:ea typeface="Calibri" panose="020F0502020204030204" pitchFamily="34" charset="0"/>
              </a:rPr>
              <a:t>return </a:t>
            </a:r>
            <a:r>
              <a:rPr lang="en-US" sz="1400" dirty="0">
                <a:solidFill>
                  <a:srgbClr val="7030A0"/>
                </a:solidFill>
                <a:effectLst/>
                <a:latin typeface="+mn-lt"/>
                <a:ea typeface="Calibri" panose="020F0502020204030204" pitchFamily="34" charset="0"/>
              </a:rPr>
              <a:t>(</a:t>
            </a:r>
            <a:endParaRPr lang="fr-FR" sz="1400" dirty="0">
              <a:solidFill>
                <a:srgbClr val="7030A0"/>
              </a:solidFill>
              <a:latin typeface="+mn-lt"/>
              <a:ea typeface="Calibri" panose="020F0502020204030204" pitchFamily="34" charset="0"/>
            </a:endParaRPr>
          </a:p>
          <a:p>
            <a:pPr marL="1007110" marR="2449830" indent="-307975">
              <a:spcBef>
                <a:spcPts val="0"/>
              </a:spcBef>
              <a:spcAft>
                <a:spcPts val="0"/>
              </a:spcAft>
            </a:pPr>
            <a:r>
              <a:rPr lang="en-US" sz="1400" spc="-20" dirty="0">
                <a:solidFill>
                  <a:srgbClr val="800000"/>
                </a:solidFill>
                <a:effectLst/>
                <a:latin typeface="+mn-lt"/>
                <a:ea typeface="Calibri" panose="020F0502020204030204" pitchFamily="34" charset="0"/>
              </a:rPr>
              <a:t>&lt;</a:t>
            </a:r>
            <a:r>
              <a:rPr lang="en-US" sz="1400" spc="-20" dirty="0" err="1">
                <a:solidFill>
                  <a:srgbClr val="800000"/>
                </a:solidFill>
                <a:effectLst/>
                <a:latin typeface="+mn-lt"/>
                <a:ea typeface="Calibri" panose="020F0502020204030204" pitchFamily="34" charset="0"/>
              </a:rPr>
              <a:t>ul</a:t>
            </a:r>
            <a:r>
              <a:rPr lang="en-US" sz="1400" spc="-20" dirty="0">
                <a:solidFill>
                  <a:srgbClr val="800000"/>
                </a:solidFill>
                <a:effectLst/>
                <a:latin typeface="+mn-lt"/>
                <a:ea typeface="Calibri" panose="020F0502020204030204" pitchFamily="34" charset="0"/>
              </a:rPr>
              <a:t>&gt;</a:t>
            </a:r>
            <a:endParaRPr lang="fr-FR" sz="1400" dirty="0">
              <a:latin typeface="+mn-lt"/>
              <a:ea typeface="Calibri" panose="020F0502020204030204" pitchFamily="34" charset="0"/>
            </a:endParaRPr>
          </a:p>
          <a:p>
            <a:pPr marL="1007110" marR="2449830" indent="-307975">
              <a:spcBef>
                <a:spcPts val="0"/>
              </a:spcBef>
              <a:spcAft>
                <a:spcPts val="0"/>
              </a:spcAft>
            </a:pPr>
            <a:r>
              <a:rPr lang="fr-FR" sz="1400" spc="-10" dirty="0">
                <a:solidFill>
                  <a:srgbClr val="800000"/>
                </a:solidFill>
                <a:effectLst/>
                <a:latin typeface="+mn-lt"/>
                <a:ea typeface="Calibri" panose="020F0502020204030204" pitchFamily="34" charset="0"/>
              </a:rPr>
              <a:t>                                                &lt;li&gt;</a:t>
            </a:r>
            <a:r>
              <a:rPr lang="fr-FR" sz="1400" spc="-10" dirty="0">
                <a:effectLst/>
                <a:latin typeface="+mn-lt"/>
                <a:ea typeface="Calibri" panose="020F0502020204030204" pitchFamily="34" charset="0"/>
              </a:rPr>
              <a:t>Element1</a:t>
            </a:r>
            <a:r>
              <a:rPr lang="fr-FR" sz="1400" spc="-10" dirty="0">
                <a:solidFill>
                  <a:srgbClr val="800000"/>
                </a:solidFill>
                <a:effectLst/>
                <a:latin typeface="+mn-lt"/>
                <a:ea typeface="Calibri" panose="020F0502020204030204" pitchFamily="34" charset="0"/>
              </a:rPr>
              <a:t>&lt;/li&gt;</a:t>
            </a:r>
            <a:endParaRPr lang="fr-FR" sz="1400" dirty="0">
              <a:latin typeface="+mn-lt"/>
              <a:ea typeface="Calibri" panose="020F0502020204030204" pitchFamily="34" charset="0"/>
            </a:endParaRPr>
          </a:p>
          <a:p>
            <a:pPr marL="1007110" marR="2449830" indent="-307975">
              <a:spcBef>
                <a:spcPts val="0"/>
              </a:spcBef>
              <a:spcAft>
                <a:spcPts val="0"/>
              </a:spcAft>
            </a:pPr>
            <a:r>
              <a:rPr lang="fr-FR" sz="1400" spc="-10" dirty="0">
                <a:solidFill>
                  <a:srgbClr val="800000"/>
                </a:solidFill>
                <a:effectLst/>
                <a:latin typeface="+mn-lt"/>
                <a:ea typeface="Calibri" panose="020F0502020204030204" pitchFamily="34" charset="0"/>
              </a:rPr>
              <a:t>                                                 &lt;li&gt;</a:t>
            </a:r>
            <a:r>
              <a:rPr lang="fr-FR" sz="1400" spc="-10" dirty="0">
                <a:effectLst/>
                <a:latin typeface="+mn-lt"/>
                <a:ea typeface="Calibri" panose="020F0502020204030204" pitchFamily="34" charset="0"/>
              </a:rPr>
              <a:t>Element2</a:t>
            </a:r>
            <a:r>
              <a:rPr lang="fr-FR" sz="1400" spc="-10" dirty="0">
                <a:solidFill>
                  <a:srgbClr val="800000"/>
                </a:solidFill>
                <a:effectLst/>
                <a:latin typeface="+mn-lt"/>
                <a:ea typeface="Calibri" panose="020F0502020204030204" pitchFamily="34" charset="0"/>
              </a:rPr>
              <a:t>&lt;/li&gt;</a:t>
            </a:r>
            <a:endParaRPr lang="fr-FR" sz="1400" dirty="0">
              <a:latin typeface="+mn-lt"/>
              <a:ea typeface="Calibri" panose="020F0502020204030204" pitchFamily="34" charset="0"/>
            </a:endParaRPr>
          </a:p>
          <a:p>
            <a:pPr marL="1007110" marR="2449830" indent="-307975">
              <a:spcBef>
                <a:spcPts val="0"/>
              </a:spcBef>
              <a:spcAft>
                <a:spcPts val="0"/>
              </a:spcAft>
            </a:pPr>
            <a:r>
              <a:rPr lang="fr-FR" sz="1400" spc="-10" dirty="0">
                <a:solidFill>
                  <a:srgbClr val="800000"/>
                </a:solidFill>
                <a:effectLst/>
                <a:latin typeface="+mn-lt"/>
                <a:ea typeface="Calibri" panose="020F0502020204030204" pitchFamily="34" charset="0"/>
              </a:rPr>
              <a:t>                                                 &lt;li&gt;</a:t>
            </a:r>
            <a:r>
              <a:rPr lang="fr-FR" sz="1400" spc="-10" dirty="0">
                <a:effectLst/>
                <a:latin typeface="+mn-lt"/>
                <a:ea typeface="Calibri" panose="020F0502020204030204" pitchFamily="34" charset="0"/>
              </a:rPr>
              <a:t>Element3</a:t>
            </a:r>
            <a:r>
              <a:rPr lang="fr-FR" sz="1400" spc="-10" dirty="0">
                <a:solidFill>
                  <a:srgbClr val="800000"/>
                </a:solidFill>
                <a:effectLst/>
                <a:latin typeface="+mn-lt"/>
                <a:ea typeface="Calibri" panose="020F0502020204030204" pitchFamily="34" charset="0"/>
              </a:rPr>
              <a:t>&lt;/li&gt;</a:t>
            </a:r>
            <a:endParaRPr lang="fr-FR" sz="1400" dirty="0">
              <a:latin typeface="+mn-lt"/>
              <a:ea typeface="Calibri" panose="020F0502020204030204" pitchFamily="34" charset="0"/>
            </a:endParaRPr>
          </a:p>
          <a:p>
            <a:pPr marL="1007110" marR="2449830" indent="-307975">
              <a:spcBef>
                <a:spcPts val="0"/>
              </a:spcBef>
              <a:spcAft>
                <a:spcPts val="0"/>
              </a:spcAft>
            </a:pPr>
            <a:r>
              <a:rPr lang="fr-FR" sz="1400" spc="-10" dirty="0">
                <a:solidFill>
                  <a:srgbClr val="800000"/>
                </a:solidFill>
                <a:effectLst/>
                <a:latin typeface="+mn-lt"/>
                <a:ea typeface="Calibri" panose="020F0502020204030204" pitchFamily="34" charset="0"/>
              </a:rPr>
              <a:t>                                                  &lt;li&gt;</a:t>
            </a:r>
            <a:r>
              <a:rPr lang="fr-FR" sz="1400" spc="-10" dirty="0">
                <a:effectLst/>
                <a:latin typeface="+mn-lt"/>
                <a:ea typeface="Calibri" panose="020F0502020204030204" pitchFamily="34" charset="0"/>
              </a:rPr>
              <a:t>Element4</a:t>
            </a:r>
            <a:r>
              <a:rPr lang="fr-FR" sz="1400" spc="-10" dirty="0">
                <a:solidFill>
                  <a:srgbClr val="800000"/>
                </a:solidFill>
                <a:effectLst/>
                <a:latin typeface="+mn-lt"/>
                <a:ea typeface="Calibri" panose="020F0502020204030204" pitchFamily="34" charset="0"/>
              </a:rPr>
              <a:t>&lt;/li&gt;</a:t>
            </a:r>
            <a:endParaRPr lang="fr-FR" sz="1400" dirty="0">
              <a:latin typeface="+mn-lt"/>
              <a:ea typeface="Calibri" panose="020F0502020204030204" pitchFamily="34" charset="0"/>
            </a:endParaRPr>
          </a:p>
          <a:p>
            <a:pPr marL="1007110" marR="2449830" indent="-307975">
              <a:spcBef>
                <a:spcPts val="0"/>
              </a:spcBef>
              <a:spcAft>
                <a:spcPts val="0"/>
              </a:spcAft>
            </a:pPr>
            <a:r>
              <a:rPr lang="fr-FR" sz="1400" spc="-10" dirty="0">
                <a:solidFill>
                  <a:srgbClr val="800000"/>
                </a:solidFill>
                <a:effectLst/>
                <a:latin typeface="+mn-lt"/>
                <a:ea typeface="Calibri" panose="020F0502020204030204" pitchFamily="34" charset="0"/>
              </a:rPr>
              <a:t>                                                    &lt;li&gt;</a:t>
            </a:r>
            <a:r>
              <a:rPr lang="fr-FR" sz="1400" spc="-10" dirty="0">
                <a:effectLst/>
                <a:latin typeface="+mn-lt"/>
                <a:ea typeface="Calibri" panose="020F0502020204030204" pitchFamily="34" charset="0"/>
              </a:rPr>
              <a:t>Element5</a:t>
            </a:r>
            <a:r>
              <a:rPr lang="fr-FR" sz="1400" spc="-10" dirty="0">
                <a:solidFill>
                  <a:srgbClr val="800000"/>
                </a:solidFill>
                <a:effectLst/>
                <a:latin typeface="+mn-lt"/>
                <a:ea typeface="Calibri" panose="020F0502020204030204" pitchFamily="34" charset="0"/>
              </a:rPr>
              <a:t>&lt;/li&gt;</a:t>
            </a:r>
            <a:endParaRPr lang="fr-FR" sz="1400" dirty="0">
              <a:latin typeface="+mn-lt"/>
              <a:ea typeface="Calibri" panose="020F0502020204030204" pitchFamily="34" charset="0"/>
            </a:endParaRPr>
          </a:p>
          <a:p>
            <a:pPr marL="1007110" marR="2449830" indent="-307975">
              <a:spcBef>
                <a:spcPts val="0"/>
              </a:spcBef>
              <a:spcAft>
                <a:spcPts val="0"/>
              </a:spcAft>
            </a:pPr>
            <a:r>
              <a:rPr lang="fr-FR" sz="1400" spc="-10" dirty="0">
                <a:solidFill>
                  <a:srgbClr val="800000"/>
                </a:solidFill>
                <a:effectLst/>
                <a:latin typeface="+mn-lt"/>
                <a:ea typeface="Calibri" panose="020F0502020204030204" pitchFamily="34" charset="0"/>
              </a:rPr>
              <a:t>&lt;/</a:t>
            </a:r>
            <a:r>
              <a:rPr lang="fr-FR" sz="1400" spc="-10" dirty="0" err="1">
                <a:solidFill>
                  <a:srgbClr val="800000"/>
                </a:solidFill>
                <a:effectLst/>
                <a:latin typeface="+mn-lt"/>
                <a:ea typeface="Calibri" panose="020F0502020204030204" pitchFamily="34" charset="0"/>
              </a:rPr>
              <a:t>ul</a:t>
            </a:r>
            <a:r>
              <a:rPr lang="fr-FR" sz="1400" spc="-10" dirty="0">
                <a:solidFill>
                  <a:srgbClr val="800000"/>
                </a:solidFill>
                <a:effectLst/>
                <a:latin typeface="+mn-lt"/>
                <a:ea typeface="Calibri" panose="020F0502020204030204" pitchFamily="34" charset="0"/>
              </a:rPr>
              <a:t>&gt;</a:t>
            </a:r>
            <a:r>
              <a:rPr lang="fr-FR" sz="1400" spc="-50" dirty="0">
                <a:solidFill>
                  <a:srgbClr val="7030A0"/>
                </a:solidFill>
                <a:effectLst/>
                <a:latin typeface="+mn-lt"/>
                <a:ea typeface="Calibri" panose="020F0502020204030204" pitchFamily="34" charset="0"/>
              </a:rPr>
              <a:t>)</a:t>
            </a:r>
            <a:endParaRPr lang="fr-FR" sz="1400" dirty="0">
              <a:solidFill>
                <a:srgbClr val="7030A0"/>
              </a:solidFill>
              <a:latin typeface="+mn-lt"/>
              <a:ea typeface="Calibri" panose="020F0502020204030204" pitchFamily="34" charset="0"/>
            </a:endParaRPr>
          </a:p>
          <a:p>
            <a:pPr marL="1007110" marR="2449830" indent="-307975" algn="l">
              <a:spcBef>
                <a:spcPts val="0"/>
              </a:spcBef>
              <a:spcAft>
                <a:spcPts val="0"/>
              </a:spcAft>
            </a:pPr>
            <a:r>
              <a:rPr lang="fr-FR" sz="1400" spc="-50" dirty="0">
                <a:effectLst/>
                <a:latin typeface="+mn-lt"/>
                <a:ea typeface="Calibri" panose="020F0502020204030204" pitchFamily="34" charset="0"/>
                <a:cs typeface="Calibri" panose="020F0502020204030204" pitchFamily="34" charset="0"/>
              </a:rPr>
              <a:t>}</a:t>
            </a:r>
            <a:endParaRPr lang="fr-FR" sz="1400" dirty="0">
              <a:latin typeface="+mn-lt"/>
            </a:endParaRPr>
          </a:p>
        </p:txBody>
      </p:sp>
    </p:spTree>
    <p:extLst>
      <p:ext uri="{BB962C8B-B14F-4D97-AF65-F5344CB8AC3E}">
        <p14:creationId xmlns:p14="http://schemas.microsoft.com/office/powerpoint/2010/main" val="2303367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Règle essentielles de JSX</a:t>
            </a:r>
            <a:endParaRPr lang="fr-FR" sz="2400" b="1" dirty="0">
              <a:solidFill>
                <a:schemeClr val="accent1">
                  <a:lumMod val="75000"/>
                </a:schemeClr>
              </a:solidFill>
              <a:latin typeface="+mn-lt"/>
            </a:endParaRPr>
          </a:p>
        </p:txBody>
      </p:sp>
      <p:sp>
        <p:nvSpPr>
          <p:cNvPr id="11" name="Rectangle 14">
            <a:extLst>
              <a:ext uri="{FF2B5EF4-FFF2-40B4-BE49-F238E27FC236}">
                <a16:creationId xmlns:a16="http://schemas.microsoft.com/office/drawing/2014/main" id="{2C6194F6-1652-D496-3777-B1423BC7243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7" name="ZoneTexte 26">
            <a:extLst>
              <a:ext uri="{FF2B5EF4-FFF2-40B4-BE49-F238E27FC236}">
                <a16:creationId xmlns:a16="http://schemas.microsoft.com/office/drawing/2014/main" id="{C7DD0C9F-BCE5-083D-1B9E-CCB527D6BDAE}"/>
              </a:ext>
            </a:extLst>
          </p:cNvPr>
          <p:cNvSpPr txBox="1"/>
          <p:nvPr/>
        </p:nvSpPr>
        <p:spPr>
          <a:xfrm>
            <a:off x="328936" y="831758"/>
            <a:ext cx="8003406" cy="4801314"/>
          </a:xfrm>
          <a:prstGeom prst="rect">
            <a:avLst/>
          </a:prstGeom>
          <a:noFill/>
        </p:spPr>
        <p:txBody>
          <a:bodyPr wrap="square">
            <a:spAutoFit/>
          </a:bodyPr>
          <a:lstStyle/>
          <a:p>
            <a:pPr algn="l"/>
            <a:r>
              <a:rPr lang="fr-FR" sz="1400" b="1" dirty="0">
                <a:latin typeface="+mj-lt"/>
              </a:rPr>
              <a:t>Exemple: </a:t>
            </a:r>
          </a:p>
          <a:p>
            <a:pPr marL="285750" indent="-285750" algn="l">
              <a:buFont typeface="Wingdings" panose="05000000000000000000" pitchFamily="2" charset="2"/>
              <a:buChar char="§"/>
            </a:pPr>
            <a:r>
              <a:rPr lang="fr-FR" sz="1400" dirty="0">
                <a:latin typeface="+mj-lt"/>
              </a:rPr>
              <a:t> En HTML classique :</a:t>
            </a:r>
          </a:p>
          <a:p>
            <a:pPr algn="l"/>
            <a:endParaRPr lang="fr-FR" sz="1400" dirty="0">
              <a:latin typeface="+mj-lt"/>
            </a:endParaRPr>
          </a:p>
          <a:p>
            <a:pPr algn="l"/>
            <a:endParaRPr lang="fr-FR" sz="1400" dirty="0">
              <a:latin typeface="+mj-lt"/>
            </a:endParaRPr>
          </a:p>
          <a:p>
            <a:pPr marL="285750" indent="-285750" algn="l">
              <a:buFont typeface="Wingdings" panose="05000000000000000000" pitchFamily="2" charset="2"/>
              <a:buChar char="§"/>
            </a:pPr>
            <a:r>
              <a:rPr lang="fr-FR" sz="1400" dirty="0">
                <a:latin typeface="+mj-lt"/>
              </a:rPr>
              <a:t>En JSX</a:t>
            </a:r>
          </a:p>
          <a:p>
            <a:pPr algn="l"/>
            <a:endParaRPr lang="fr-FR" sz="1400" dirty="0">
              <a:latin typeface="+mj-lt"/>
            </a:endParaRPr>
          </a:p>
          <a:p>
            <a:pPr lvl="0" algn="l"/>
            <a:endParaRPr lang="fr-FR" altLang="fr-FR" sz="1400" b="1" dirty="0">
              <a:latin typeface="+mn-lt"/>
            </a:endParaRPr>
          </a:p>
          <a:p>
            <a:pPr marL="171450" lvl="0" indent="-171450" algn="l">
              <a:buFont typeface="Wingdings" panose="05000000000000000000" pitchFamily="2" charset="2"/>
              <a:buChar char="§"/>
            </a:pPr>
            <a:endParaRPr lang="fr-FR" altLang="fr-FR" sz="1400" b="1" dirty="0">
              <a:latin typeface="+mn-lt"/>
            </a:endParaRPr>
          </a:p>
          <a:p>
            <a:pPr marL="171450" lvl="0" indent="-171450" algn="l">
              <a:buFont typeface="Wingdings" panose="05000000000000000000" pitchFamily="2" charset="2"/>
              <a:buChar char="§"/>
            </a:pPr>
            <a:r>
              <a:rPr lang="fr-FR" altLang="fr-FR" sz="1400" b="1" dirty="0">
                <a:latin typeface="+mn-lt"/>
              </a:rPr>
              <a:t>Différences :</a:t>
            </a:r>
          </a:p>
          <a:p>
            <a:pPr marL="627063" lvl="0" indent="-174625" algn="l">
              <a:buFontTx/>
              <a:buChar char="•"/>
            </a:pPr>
            <a:r>
              <a:rPr lang="fr-FR" altLang="fr-FR" sz="1400" dirty="0">
                <a:latin typeface="+mn-lt"/>
              </a:rPr>
              <a:t>class devient </a:t>
            </a:r>
            <a:r>
              <a:rPr lang="fr-FR" altLang="fr-FR" sz="1400" dirty="0" err="1">
                <a:latin typeface="+mn-lt"/>
              </a:rPr>
              <a:t>className</a:t>
            </a:r>
            <a:r>
              <a:rPr lang="fr-FR" altLang="fr-FR" sz="1400" dirty="0">
                <a:latin typeface="+mn-lt"/>
              </a:rPr>
              <a:t> (car class est un mot réservé en JS).</a:t>
            </a:r>
          </a:p>
          <a:p>
            <a:pPr marL="627063" lvl="0" indent="-174625" algn="l">
              <a:buFontTx/>
              <a:buChar char="•"/>
            </a:pPr>
            <a:r>
              <a:rPr lang="fr-FR" altLang="fr-FR" sz="1400" dirty="0" err="1">
                <a:latin typeface="+mn-lt"/>
              </a:rPr>
              <a:t>onclick</a:t>
            </a:r>
            <a:r>
              <a:rPr lang="fr-FR" altLang="fr-FR" sz="1400" dirty="0">
                <a:latin typeface="+mn-lt"/>
              </a:rPr>
              <a:t> devient </a:t>
            </a:r>
            <a:r>
              <a:rPr lang="fr-FR" altLang="fr-FR" sz="1400" dirty="0" err="1">
                <a:latin typeface="+mn-lt"/>
              </a:rPr>
              <a:t>onClick</a:t>
            </a:r>
            <a:r>
              <a:rPr lang="fr-FR" altLang="fr-FR" sz="1400" dirty="0">
                <a:latin typeface="+mn-lt"/>
              </a:rPr>
              <a:t> (</a:t>
            </a:r>
            <a:r>
              <a:rPr lang="fr-FR" altLang="fr-FR" sz="1400" dirty="0" err="1">
                <a:latin typeface="+mn-lt"/>
              </a:rPr>
              <a:t>camelCase</a:t>
            </a:r>
            <a:r>
              <a:rPr lang="fr-FR" altLang="fr-FR" sz="1400" dirty="0">
                <a:latin typeface="+mn-lt"/>
              </a:rPr>
              <a:t>).</a:t>
            </a:r>
          </a:p>
          <a:p>
            <a:pPr marL="627063" lvl="0" indent="-174625" algn="l">
              <a:buFontTx/>
              <a:buChar char="•"/>
            </a:pPr>
            <a:r>
              <a:rPr lang="fr-FR" altLang="fr-FR" sz="1400" dirty="0">
                <a:latin typeface="+mn-lt"/>
              </a:rPr>
              <a:t>for devient </a:t>
            </a:r>
            <a:r>
              <a:rPr lang="fr-FR" altLang="fr-FR" sz="1400" dirty="0" err="1">
                <a:latin typeface="+mn-lt"/>
              </a:rPr>
              <a:t>htmlFor</a:t>
            </a:r>
            <a:r>
              <a:rPr lang="fr-FR" altLang="fr-FR" sz="1400" dirty="0">
                <a:latin typeface="+mn-lt"/>
              </a:rPr>
              <a:t> (car for est réservé en JS).</a:t>
            </a:r>
          </a:p>
          <a:p>
            <a:pPr marL="452438" lvl="0" algn="l"/>
            <a:endParaRPr lang="fr-FR" altLang="fr-FR" sz="1200" dirty="0">
              <a:latin typeface="+mn-lt"/>
            </a:endParaRPr>
          </a:p>
          <a:p>
            <a:pPr marL="285750" lvl="0" indent="-285750" algn="l">
              <a:buFont typeface="Wingdings" panose="05000000000000000000" pitchFamily="2" charset="2"/>
              <a:buChar char="§"/>
            </a:pPr>
            <a:r>
              <a:rPr lang="fr-FR" altLang="fr-FR" sz="1400" b="1" dirty="0">
                <a:latin typeface="+mn-lt"/>
              </a:rPr>
              <a:t>Règles générales</a:t>
            </a:r>
          </a:p>
          <a:p>
            <a:pPr marL="627063" lvl="0" indent="-174625" algn="l">
              <a:buFontTx/>
              <a:buChar char="•"/>
            </a:pPr>
            <a:r>
              <a:rPr lang="fr-FR" altLang="fr-FR" sz="1400" dirty="0">
                <a:latin typeface="+mn-lt"/>
              </a:rPr>
              <a:t>Les attributs qui sont des </a:t>
            </a:r>
            <a:r>
              <a:rPr lang="fr-FR" altLang="fr-FR" sz="1400" b="1" dirty="0">
                <a:latin typeface="+mn-lt"/>
              </a:rPr>
              <a:t>événements</a:t>
            </a:r>
            <a:r>
              <a:rPr lang="fr-FR" altLang="fr-FR" sz="1400" dirty="0">
                <a:latin typeface="+mn-lt"/>
              </a:rPr>
              <a:t> (clic, changement, etc.) → toujours en </a:t>
            </a:r>
            <a:r>
              <a:rPr lang="fr-FR" altLang="fr-FR" sz="1400" dirty="0" err="1">
                <a:latin typeface="+mn-lt"/>
              </a:rPr>
              <a:t>camelCase</a:t>
            </a:r>
            <a:r>
              <a:rPr lang="fr-FR" altLang="fr-FR" sz="1400" dirty="0">
                <a:latin typeface="+mn-lt"/>
              </a:rPr>
              <a:t> : </a:t>
            </a:r>
            <a:r>
              <a:rPr lang="fr-FR" altLang="fr-FR" sz="1400" dirty="0" err="1">
                <a:latin typeface="+mn-lt"/>
              </a:rPr>
              <a:t>onClick</a:t>
            </a:r>
            <a:r>
              <a:rPr lang="fr-FR" altLang="fr-FR" sz="1400" dirty="0">
                <a:latin typeface="+mn-lt"/>
              </a:rPr>
              <a:t>, </a:t>
            </a:r>
            <a:r>
              <a:rPr lang="fr-FR" altLang="fr-FR" sz="1400" dirty="0" err="1">
                <a:latin typeface="+mn-lt"/>
              </a:rPr>
              <a:t>onChange</a:t>
            </a:r>
            <a:r>
              <a:rPr lang="fr-FR" altLang="fr-FR" sz="1400" dirty="0">
                <a:latin typeface="+mn-lt"/>
              </a:rPr>
              <a:t>, </a:t>
            </a:r>
            <a:r>
              <a:rPr lang="fr-FR" altLang="fr-FR" sz="1400" dirty="0" err="1">
                <a:latin typeface="+mn-lt"/>
              </a:rPr>
              <a:t>onSubmit</a:t>
            </a:r>
            <a:r>
              <a:rPr lang="fr-FR" altLang="fr-FR" sz="1400" dirty="0">
                <a:latin typeface="+mn-lt"/>
              </a:rPr>
              <a:t>, </a:t>
            </a:r>
            <a:r>
              <a:rPr lang="fr-FR" altLang="fr-FR" sz="1400" dirty="0" err="1">
                <a:latin typeface="+mn-lt"/>
              </a:rPr>
              <a:t>onMouseEnter</a:t>
            </a:r>
            <a:r>
              <a:rPr lang="fr-FR" altLang="fr-FR" sz="1400" dirty="0">
                <a:latin typeface="+mn-lt"/>
              </a:rPr>
              <a:t>…</a:t>
            </a:r>
          </a:p>
          <a:p>
            <a:pPr marL="627063" lvl="0" indent="-174625" algn="l">
              <a:buFontTx/>
              <a:buChar char="•"/>
            </a:pPr>
            <a:r>
              <a:rPr lang="fr-FR" altLang="fr-FR" sz="1400" dirty="0">
                <a:latin typeface="+mn-lt"/>
              </a:rPr>
              <a:t>Les attributs standards → parfois changés pour éviter les conflits avec des mots réservés :</a:t>
            </a:r>
          </a:p>
          <a:p>
            <a:pPr marL="452438" lvl="1" algn="l"/>
            <a:r>
              <a:rPr lang="fr-FR" altLang="fr-FR" sz="1400" dirty="0">
                <a:latin typeface="+mn-lt"/>
              </a:rPr>
              <a:t>   class → </a:t>
            </a:r>
            <a:r>
              <a:rPr lang="fr-FR" altLang="fr-FR" sz="1400" dirty="0" err="1">
                <a:latin typeface="+mn-lt"/>
              </a:rPr>
              <a:t>className</a:t>
            </a:r>
            <a:r>
              <a:rPr lang="fr-FR" altLang="fr-FR" sz="1400" dirty="0">
                <a:latin typeface="+mn-lt"/>
              </a:rPr>
              <a:t> ,  for → </a:t>
            </a:r>
            <a:r>
              <a:rPr lang="fr-FR" altLang="fr-FR" sz="1400" dirty="0" err="1">
                <a:latin typeface="+mn-lt"/>
              </a:rPr>
              <a:t>htmlFor</a:t>
            </a:r>
            <a:endParaRPr lang="fr-FR" altLang="fr-FR" sz="1400" dirty="0">
              <a:latin typeface="+mn-lt"/>
            </a:endParaRPr>
          </a:p>
          <a:p>
            <a:pPr lvl="0" algn="l"/>
            <a:endParaRPr lang="fr-FR" altLang="fr-FR" sz="1400" dirty="0">
              <a:latin typeface="+mn-lt"/>
            </a:endParaRPr>
          </a:p>
          <a:p>
            <a:pPr algn="l"/>
            <a:endParaRPr lang="fr-FR" sz="1400" b="1" dirty="0">
              <a:latin typeface="+mj-lt"/>
            </a:endParaRPr>
          </a:p>
          <a:p>
            <a:pPr algn="l"/>
            <a:endParaRPr lang="fr-FR" sz="1400" b="1" dirty="0">
              <a:latin typeface="+mj-lt"/>
            </a:endParaRPr>
          </a:p>
          <a:p>
            <a:pPr marL="285750" indent="-285750" algn="l">
              <a:buFont typeface="Wingdings" panose="05000000000000000000" pitchFamily="2" charset="2"/>
              <a:buChar char="§"/>
            </a:pPr>
            <a:endParaRPr lang="fr-FR" sz="1400" b="1" dirty="0"/>
          </a:p>
        </p:txBody>
      </p:sp>
      <p:sp>
        <p:nvSpPr>
          <p:cNvPr id="8" name="Rectangle 2">
            <a:extLst>
              <a:ext uri="{FF2B5EF4-FFF2-40B4-BE49-F238E27FC236}">
                <a16:creationId xmlns:a16="http://schemas.microsoft.com/office/drawing/2014/main" id="{36B321E8-06BF-530B-89D4-CE7DD6C58533}"/>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3" name="Image 2" descr="Une image contenant capture d’écran, texte, Police, ligne&#10;&#10;Description générée automatiquement">
            <a:extLst>
              <a:ext uri="{FF2B5EF4-FFF2-40B4-BE49-F238E27FC236}">
                <a16:creationId xmlns:a16="http://schemas.microsoft.com/office/drawing/2014/main" id="{B8760C7D-E860-8DD8-3841-DFF56225C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0615" y="1231000"/>
            <a:ext cx="4908802" cy="657677"/>
          </a:xfrm>
          <a:prstGeom prst="rect">
            <a:avLst/>
          </a:prstGeom>
        </p:spPr>
      </p:pic>
      <p:pic>
        <p:nvPicPr>
          <p:cNvPr id="9" name="Image 8" descr="Une image contenant texte, capture d’écran, Police, ligne&#10;&#10;Description générée automatiquement">
            <a:extLst>
              <a:ext uri="{FF2B5EF4-FFF2-40B4-BE49-F238E27FC236}">
                <a16:creationId xmlns:a16="http://schemas.microsoft.com/office/drawing/2014/main" id="{7A0BC243-4ECD-8791-3B0F-4CC3E3A0E6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0615" y="2065410"/>
            <a:ext cx="4940554" cy="585323"/>
          </a:xfrm>
          <a:prstGeom prst="rect">
            <a:avLst/>
          </a:prstGeom>
        </p:spPr>
      </p:pic>
    </p:spTree>
    <p:extLst>
      <p:ext uri="{BB962C8B-B14F-4D97-AF65-F5344CB8AC3E}">
        <p14:creationId xmlns:p14="http://schemas.microsoft.com/office/powerpoint/2010/main" val="139530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Règle essentielles de JSX</a:t>
            </a:r>
            <a:endParaRPr lang="fr-FR" sz="2400" b="1" dirty="0">
              <a:solidFill>
                <a:schemeClr val="accent1">
                  <a:lumMod val="75000"/>
                </a:schemeClr>
              </a:solidFill>
              <a:latin typeface="+mn-lt"/>
            </a:endParaRPr>
          </a:p>
        </p:txBody>
      </p:sp>
      <p:sp>
        <p:nvSpPr>
          <p:cNvPr id="11" name="Rectangle 14">
            <a:extLst>
              <a:ext uri="{FF2B5EF4-FFF2-40B4-BE49-F238E27FC236}">
                <a16:creationId xmlns:a16="http://schemas.microsoft.com/office/drawing/2014/main" id="{2C6194F6-1652-D496-3777-B1423BC7243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7" name="ZoneTexte 26">
            <a:extLst>
              <a:ext uri="{FF2B5EF4-FFF2-40B4-BE49-F238E27FC236}">
                <a16:creationId xmlns:a16="http://schemas.microsoft.com/office/drawing/2014/main" id="{C7DD0C9F-BCE5-083D-1B9E-CCB527D6BDAE}"/>
              </a:ext>
            </a:extLst>
          </p:cNvPr>
          <p:cNvSpPr txBox="1"/>
          <p:nvPr/>
        </p:nvSpPr>
        <p:spPr>
          <a:xfrm>
            <a:off x="182585" y="803048"/>
            <a:ext cx="8003406" cy="553998"/>
          </a:xfrm>
          <a:prstGeom prst="rect">
            <a:avLst/>
          </a:prstGeom>
          <a:noFill/>
        </p:spPr>
        <p:txBody>
          <a:bodyPr wrap="square">
            <a:spAutoFit/>
          </a:bodyPr>
          <a:lstStyle/>
          <a:p>
            <a:pPr lvl="0" algn="l"/>
            <a:endParaRPr lang="fr-FR" altLang="fr-FR" sz="1400" dirty="0">
              <a:latin typeface="+mn-lt"/>
            </a:endParaRPr>
          </a:p>
          <a:p>
            <a:pPr algn="l"/>
            <a:r>
              <a:rPr lang="fr-FR" b="1" dirty="0">
                <a:latin typeface="+mn-lt"/>
              </a:rPr>
              <a:t>Exercice</a:t>
            </a:r>
            <a:r>
              <a:rPr lang="fr-FR" sz="1400" b="1" dirty="0">
                <a:latin typeface="+mj-lt"/>
              </a:rPr>
              <a:t> </a:t>
            </a:r>
            <a:r>
              <a:rPr lang="fr-FR" b="1" dirty="0">
                <a:latin typeface="+mn-lt"/>
              </a:rPr>
              <a:t>1: transformer ce</a:t>
            </a:r>
            <a:r>
              <a:rPr lang="fr-FR" sz="1400" b="1" dirty="0">
                <a:latin typeface="+mj-lt"/>
              </a:rPr>
              <a:t> </a:t>
            </a:r>
            <a:r>
              <a:rPr lang="fr-FR" b="1" dirty="0">
                <a:latin typeface="+mn-lt"/>
              </a:rPr>
              <a:t>code</a:t>
            </a:r>
            <a:r>
              <a:rPr lang="fr-FR" sz="1400" b="1" dirty="0">
                <a:latin typeface="+mj-lt"/>
              </a:rPr>
              <a:t> </a:t>
            </a:r>
            <a:r>
              <a:rPr lang="fr-FR" b="1" dirty="0">
                <a:latin typeface="+mn-lt"/>
              </a:rPr>
              <a:t>en</a:t>
            </a:r>
            <a:r>
              <a:rPr lang="fr-FR" sz="1400" b="1" dirty="0">
                <a:latin typeface="+mj-lt"/>
              </a:rPr>
              <a:t> </a:t>
            </a:r>
            <a:r>
              <a:rPr lang="fr-FR" b="1" dirty="0">
                <a:latin typeface="+mn-lt"/>
              </a:rPr>
              <a:t>JSX</a:t>
            </a:r>
          </a:p>
        </p:txBody>
      </p:sp>
      <p:sp>
        <p:nvSpPr>
          <p:cNvPr id="8" name="Rectangle 2">
            <a:extLst>
              <a:ext uri="{FF2B5EF4-FFF2-40B4-BE49-F238E27FC236}">
                <a16:creationId xmlns:a16="http://schemas.microsoft.com/office/drawing/2014/main" id="{36B321E8-06BF-530B-89D4-CE7DD6C58533}"/>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6" name="Image 15" descr="Une image contenant texte, capture d’écran, Police, ligne&#10;&#10;Description générée automatiquement">
            <a:extLst>
              <a:ext uri="{FF2B5EF4-FFF2-40B4-BE49-F238E27FC236}">
                <a16:creationId xmlns:a16="http://schemas.microsoft.com/office/drawing/2014/main" id="{18CEF47B-F31F-2179-C738-4AC8E7EB9B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393" y="1503390"/>
            <a:ext cx="3866246" cy="1193861"/>
          </a:xfrm>
          <a:prstGeom prst="rect">
            <a:avLst/>
          </a:prstGeom>
        </p:spPr>
      </p:pic>
      <p:pic>
        <p:nvPicPr>
          <p:cNvPr id="18" name="Image 17" descr="Une image contenant texte, capture d’écran, Police&#10;&#10;Description générée automatiquement">
            <a:extLst>
              <a:ext uri="{FF2B5EF4-FFF2-40B4-BE49-F238E27FC236}">
                <a16:creationId xmlns:a16="http://schemas.microsoft.com/office/drawing/2014/main" id="{7068B2F2-C450-4116-17CC-EDBAB52B20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1503390"/>
            <a:ext cx="4366517" cy="1168460"/>
          </a:xfrm>
          <a:prstGeom prst="rect">
            <a:avLst/>
          </a:prstGeom>
        </p:spPr>
      </p:pic>
      <p:sp>
        <p:nvSpPr>
          <p:cNvPr id="19" name="ZoneTexte 18">
            <a:extLst>
              <a:ext uri="{FF2B5EF4-FFF2-40B4-BE49-F238E27FC236}">
                <a16:creationId xmlns:a16="http://schemas.microsoft.com/office/drawing/2014/main" id="{02872176-7342-7A49-DD2A-0F860030706D}"/>
              </a:ext>
            </a:extLst>
          </p:cNvPr>
          <p:cNvSpPr txBox="1"/>
          <p:nvPr/>
        </p:nvSpPr>
        <p:spPr>
          <a:xfrm>
            <a:off x="5915882" y="1018492"/>
            <a:ext cx="981359" cy="338554"/>
          </a:xfrm>
          <a:prstGeom prst="rect">
            <a:avLst/>
          </a:prstGeom>
          <a:noFill/>
        </p:spPr>
        <p:txBody>
          <a:bodyPr wrap="none" rtlCol="0">
            <a:spAutoFit/>
          </a:bodyPr>
          <a:lstStyle/>
          <a:p>
            <a:r>
              <a:rPr lang="fr-FR" dirty="0">
                <a:solidFill>
                  <a:srgbClr val="00CC00"/>
                </a:solidFill>
              </a:rPr>
              <a:t>Solution </a:t>
            </a:r>
          </a:p>
        </p:txBody>
      </p:sp>
      <p:sp>
        <p:nvSpPr>
          <p:cNvPr id="5" name="ZoneTexte 4">
            <a:extLst>
              <a:ext uri="{FF2B5EF4-FFF2-40B4-BE49-F238E27FC236}">
                <a16:creationId xmlns:a16="http://schemas.microsoft.com/office/drawing/2014/main" id="{AF2BC5B1-E68E-F79F-011E-B254AE6C3BFE}"/>
              </a:ext>
            </a:extLst>
          </p:cNvPr>
          <p:cNvSpPr txBox="1"/>
          <p:nvPr/>
        </p:nvSpPr>
        <p:spPr>
          <a:xfrm>
            <a:off x="328936" y="3156097"/>
            <a:ext cx="4838965" cy="3183058"/>
          </a:xfrm>
          <a:prstGeom prst="rect">
            <a:avLst/>
          </a:prstGeom>
          <a:noFill/>
          <a:ln>
            <a:solidFill>
              <a:schemeClr val="tx1"/>
            </a:solidFill>
          </a:ln>
        </p:spPr>
        <p:txBody>
          <a:bodyPr wrap="none">
            <a:noAutofit/>
          </a:bodyPr>
          <a:lstStyle/>
          <a:p>
            <a:pPr marL="1007110" marR="2449830" indent="-307975" algn="l">
              <a:lnSpc>
                <a:spcPct val="110000"/>
              </a:lnSpc>
              <a:spcAft>
                <a:spcPts val="0"/>
              </a:spcAft>
            </a:pPr>
            <a:r>
              <a:rPr lang="en-US" sz="1200" dirty="0">
                <a:solidFill>
                  <a:srgbClr val="0000FF"/>
                </a:solidFill>
                <a:effectLst/>
                <a:latin typeface="+mn-lt"/>
                <a:ea typeface="Calibri" panose="020F0502020204030204" pitchFamily="34" charset="0"/>
              </a:rPr>
              <a:t>function</a:t>
            </a:r>
            <a:r>
              <a:rPr lang="en-US" sz="1200" spc="-85" dirty="0">
                <a:solidFill>
                  <a:srgbClr val="0000FF"/>
                </a:solidFill>
                <a:effectLst/>
                <a:latin typeface="+mn-lt"/>
                <a:ea typeface="Calibri" panose="020F0502020204030204" pitchFamily="34" charset="0"/>
              </a:rPr>
              <a:t> </a:t>
            </a:r>
            <a:r>
              <a:rPr lang="en-US" sz="1200" dirty="0" err="1">
                <a:effectLst/>
                <a:latin typeface="+mn-lt"/>
                <a:ea typeface="Calibri" panose="020F0502020204030204" pitchFamily="34" charset="0"/>
              </a:rPr>
              <a:t>ListeElements</a:t>
            </a:r>
            <a:r>
              <a:rPr lang="en-US" sz="1200" dirty="0">
                <a:effectLst/>
                <a:latin typeface="+mn-lt"/>
                <a:ea typeface="Calibri" panose="020F0502020204030204" pitchFamily="34" charset="0"/>
              </a:rPr>
              <a:t>(props)</a:t>
            </a:r>
            <a:r>
              <a:rPr lang="en-US" sz="1200" spc="-105" dirty="0">
                <a:effectLst/>
                <a:latin typeface="+mn-lt"/>
                <a:ea typeface="Calibri" panose="020F0502020204030204" pitchFamily="34" charset="0"/>
              </a:rPr>
              <a:t> </a:t>
            </a:r>
            <a:r>
              <a:rPr lang="en-US" sz="1200" dirty="0">
                <a:effectLst/>
                <a:latin typeface="+mn-lt"/>
                <a:ea typeface="Calibri" panose="020F0502020204030204" pitchFamily="34" charset="0"/>
              </a:rPr>
              <a:t>{ </a:t>
            </a:r>
          </a:p>
          <a:p>
            <a:pPr marL="1007110" marR="2449830" indent="-307975" algn="l">
              <a:lnSpc>
                <a:spcPct val="110000"/>
              </a:lnSpc>
              <a:spcAft>
                <a:spcPts val="0"/>
              </a:spcAft>
            </a:pPr>
            <a:r>
              <a:rPr lang="en-US" sz="1200" dirty="0">
                <a:solidFill>
                  <a:schemeClr val="accent6">
                    <a:lumMod val="50000"/>
                  </a:schemeClr>
                </a:solidFill>
                <a:effectLst/>
                <a:latin typeface="+mn-lt"/>
                <a:ea typeface="Calibri" panose="020F0502020204030204" pitchFamily="34" charset="0"/>
              </a:rPr>
              <a:t>//Ceci </a:t>
            </a:r>
            <a:r>
              <a:rPr lang="en-US" sz="1200" dirty="0" err="1">
                <a:solidFill>
                  <a:schemeClr val="accent6">
                    <a:lumMod val="50000"/>
                  </a:schemeClr>
                </a:solidFill>
                <a:effectLst/>
                <a:latin typeface="+mn-lt"/>
                <a:ea typeface="Calibri" panose="020F0502020204030204" pitchFamily="34" charset="0"/>
              </a:rPr>
              <a:t>est</a:t>
            </a:r>
            <a:r>
              <a:rPr lang="en-US" sz="1200" dirty="0">
                <a:solidFill>
                  <a:schemeClr val="accent6">
                    <a:lumMod val="50000"/>
                  </a:schemeClr>
                </a:solidFill>
                <a:effectLst/>
                <a:latin typeface="+mn-lt"/>
                <a:ea typeface="Calibri" panose="020F0502020204030204" pitchFamily="34" charset="0"/>
              </a:rPr>
              <a:t> un </a:t>
            </a:r>
            <a:r>
              <a:rPr lang="en-US" sz="1200" dirty="0" err="1">
                <a:solidFill>
                  <a:schemeClr val="accent6">
                    <a:lumMod val="50000"/>
                  </a:schemeClr>
                </a:solidFill>
                <a:effectLst/>
                <a:latin typeface="+mn-lt"/>
                <a:ea typeface="Calibri" panose="020F0502020204030204" pitchFamily="34" charset="0"/>
              </a:rPr>
              <a:t>commentair</a:t>
            </a:r>
            <a:r>
              <a:rPr lang="en-US" sz="1200" dirty="0">
                <a:solidFill>
                  <a:schemeClr val="accent6">
                    <a:lumMod val="50000"/>
                  </a:schemeClr>
                </a:solidFill>
                <a:effectLst/>
                <a:latin typeface="+mn-lt"/>
                <a:ea typeface="Calibri" panose="020F0502020204030204" pitchFamily="34" charset="0"/>
              </a:rPr>
              <a:t> </a:t>
            </a:r>
            <a:r>
              <a:rPr lang="en-US" sz="1200" dirty="0" err="1">
                <a:solidFill>
                  <a:schemeClr val="accent6">
                    <a:lumMod val="50000"/>
                  </a:schemeClr>
                </a:solidFill>
                <a:effectLst/>
                <a:latin typeface="+mn-lt"/>
                <a:ea typeface="Calibri" panose="020F0502020204030204" pitchFamily="34" charset="0"/>
              </a:rPr>
              <a:t>en</a:t>
            </a:r>
            <a:r>
              <a:rPr lang="en-US" sz="1200" dirty="0">
                <a:solidFill>
                  <a:schemeClr val="accent6">
                    <a:lumMod val="50000"/>
                  </a:schemeClr>
                </a:solidFill>
                <a:effectLst/>
                <a:latin typeface="+mn-lt"/>
                <a:ea typeface="Calibri" panose="020F0502020204030204" pitchFamily="34" charset="0"/>
              </a:rPr>
              <a:t> </a:t>
            </a:r>
            <a:r>
              <a:rPr lang="en-US" sz="1200" dirty="0" err="1">
                <a:solidFill>
                  <a:schemeClr val="accent6">
                    <a:lumMod val="50000"/>
                  </a:schemeClr>
                </a:solidFill>
                <a:effectLst/>
                <a:latin typeface="+mn-lt"/>
                <a:ea typeface="Calibri" panose="020F0502020204030204" pitchFamily="34" charset="0"/>
              </a:rPr>
              <a:t>javascript</a:t>
            </a:r>
            <a:endParaRPr lang="en-US" sz="1200" dirty="0">
              <a:solidFill>
                <a:schemeClr val="accent6">
                  <a:lumMod val="50000"/>
                </a:schemeClr>
              </a:solidFill>
              <a:effectLst/>
              <a:latin typeface="+mn-lt"/>
              <a:ea typeface="Calibri" panose="020F0502020204030204" pitchFamily="34" charset="0"/>
            </a:endParaRPr>
          </a:p>
          <a:p>
            <a:pPr marL="1007110" marR="2449830" indent="-307975" algn="l">
              <a:lnSpc>
                <a:spcPct val="110000"/>
              </a:lnSpc>
              <a:spcAft>
                <a:spcPts val="0"/>
              </a:spcAft>
            </a:pPr>
            <a:r>
              <a:rPr lang="en-US" sz="1200" dirty="0">
                <a:solidFill>
                  <a:srgbClr val="0000FF"/>
                </a:solidFill>
                <a:effectLst/>
                <a:latin typeface="+mn-lt"/>
                <a:ea typeface="Calibri" panose="020F0502020204030204" pitchFamily="34" charset="0"/>
              </a:rPr>
              <a:t>return </a:t>
            </a:r>
            <a:r>
              <a:rPr lang="en-US" sz="120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1315085" algn="l">
              <a:lnSpc>
                <a:spcPts val="1275"/>
              </a:lnSpc>
            </a:pPr>
            <a:r>
              <a:rPr lang="en-US" sz="1200" spc="-20" dirty="0">
                <a:solidFill>
                  <a:srgbClr val="800000"/>
                </a:solidFill>
                <a:effectLst/>
                <a:latin typeface="+mn-lt"/>
                <a:ea typeface="Calibri" panose="020F0502020204030204" pitchFamily="34" charset="0"/>
              </a:rPr>
              <a:t>&lt;</a:t>
            </a:r>
            <a:r>
              <a:rPr lang="en-US" sz="1200" spc="-20" dirty="0" err="1">
                <a:solidFill>
                  <a:srgbClr val="800000"/>
                </a:solidFill>
                <a:effectLst/>
                <a:latin typeface="+mn-lt"/>
                <a:ea typeface="Calibri" panose="020F0502020204030204" pitchFamily="34" charset="0"/>
              </a:rPr>
              <a:t>ul</a:t>
            </a:r>
            <a:r>
              <a:rPr lang="en-US" sz="1200" spc="-2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621155" algn="l">
              <a:spcBef>
                <a:spcPts val="145"/>
              </a:spcBef>
              <a:spcAft>
                <a:spcPts val="0"/>
              </a:spcAft>
            </a:pPr>
            <a:r>
              <a:rPr lang="en-US" sz="1200" dirty="0">
                <a:solidFill>
                  <a:srgbClr val="0000FF"/>
                </a:solidFill>
                <a:effectLst/>
                <a:latin typeface="+mn-lt"/>
                <a:ea typeface="Calibri" panose="020F0502020204030204" pitchFamily="34" charset="0"/>
              </a:rPr>
              <a:t>{</a:t>
            </a:r>
            <a:r>
              <a:rPr lang="en-US" sz="1200" spc="-40" dirty="0">
                <a:solidFill>
                  <a:srgbClr val="0000FF"/>
                </a:solidFill>
                <a:effectLst/>
                <a:latin typeface="+mn-lt"/>
                <a:ea typeface="Calibri" panose="020F0502020204030204" pitchFamily="34" charset="0"/>
              </a:rPr>
              <a:t> </a:t>
            </a:r>
            <a:r>
              <a:rPr lang="en-US" sz="1200" dirty="0" err="1">
                <a:effectLst/>
                <a:latin typeface="+mn-lt"/>
                <a:ea typeface="Calibri" panose="020F0502020204030204" pitchFamily="34" charset="0"/>
              </a:rPr>
              <a:t>props.hideFirstItem</a:t>
            </a:r>
            <a:r>
              <a:rPr lang="en-US" sz="1200" spc="-40" dirty="0">
                <a:effectLst/>
                <a:latin typeface="+mn-lt"/>
                <a:ea typeface="Calibri" panose="020F0502020204030204" pitchFamily="34" charset="0"/>
              </a:rPr>
              <a:t> </a:t>
            </a:r>
            <a:r>
              <a:rPr lang="en-US" sz="1200" dirty="0">
                <a:effectLst/>
                <a:latin typeface="+mn-lt"/>
                <a:ea typeface="Calibri" panose="020F0502020204030204" pitchFamily="34" charset="0"/>
              </a:rPr>
              <a:t>?</a:t>
            </a:r>
            <a:r>
              <a:rPr lang="en-US" sz="1200" spc="-15"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null</a:t>
            </a:r>
            <a:r>
              <a:rPr lang="en-US" sz="1200" spc="-35" dirty="0">
                <a:solidFill>
                  <a:srgbClr val="0000FF"/>
                </a:solidFill>
                <a:effectLst/>
                <a:latin typeface="+mn-lt"/>
                <a:ea typeface="Calibri" panose="020F0502020204030204" pitchFamily="34" charset="0"/>
              </a:rPr>
              <a:t> </a:t>
            </a:r>
            <a:r>
              <a:rPr lang="en-US" sz="1200" dirty="0">
                <a:effectLst/>
                <a:latin typeface="+mn-lt"/>
                <a:ea typeface="Calibri" panose="020F0502020204030204" pitchFamily="34" charset="0"/>
              </a:rPr>
              <a:t>:</a:t>
            </a:r>
            <a:r>
              <a:rPr lang="en-US" sz="1200" spc="-35" dirty="0">
                <a:effectLst/>
                <a:latin typeface="+mn-lt"/>
                <a:ea typeface="Calibri" panose="020F0502020204030204" pitchFamily="34" charset="0"/>
              </a:rPr>
              <a:t> </a:t>
            </a:r>
            <a:r>
              <a:rPr lang="en-US" sz="1200" dirty="0">
                <a:solidFill>
                  <a:srgbClr val="800000"/>
                </a:solidFill>
                <a:effectLst/>
                <a:latin typeface="+mn-lt"/>
                <a:ea typeface="Calibri" panose="020F0502020204030204" pitchFamily="34" charset="0"/>
              </a:rPr>
              <a:t>&lt;li&gt;</a:t>
            </a:r>
            <a:r>
              <a:rPr lang="en-US" sz="1200" dirty="0">
                <a:effectLst/>
                <a:latin typeface="+mn-lt"/>
                <a:ea typeface="Calibri" panose="020F0502020204030204" pitchFamily="34" charset="0"/>
              </a:rPr>
              <a:t>Element1</a:t>
            </a:r>
            <a:r>
              <a:rPr lang="en-US" sz="1200" dirty="0">
                <a:solidFill>
                  <a:srgbClr val="800000"/>
                </a:solidFill>
                <a:effectLst/>
                <a:latin typeface="+mn-lt"/>
                <a:ea typeface="Calibri" panose="020F0502020204030204" pitchFamily="34" charset="0"/>
              </a:rPr>
              <a:t>&lt;/li&gt;</a:t>
            </a:r>
            <a:r>
              <a:rPr lang="en-US" sz="1200" spc="-35" dirty="0">
                <a:solidFill>
                  <a:srgbClr val="800000"/>
                </a:solidFill>
                <a:effectLst/>
                <a:latin typeface="+mn-lt"/>
                <a:ea typeface="Calibri" panose="020F0502020204030204" pitchFamily="34" charset="0"/>
              </a:rPr>
              <a:t> </a:t>
            </a:r>
            <a:r>
              <a:rPr lang="en-US" sz="1200" spc="-50" dirty="0">
                <a:solidFill>
                  <a:srgbClr val="0000FF"/>
                </a:solidFill>
                <a:effectLst/>
                <a:latin typeface="+mn-lt"/>
                <a:ea typeface="Calibri" panose="020F0502020204030204" pitchFamily="34" charset="0"/>
              </a:rPr>
              <a:t>}</a:t>
            </a:r>
            <a:endParaRPr lang="fr-FR" sz="1200" dirty="0">
              <a:effectLst/>
              <a:latin typeface="+mn-lt"/>
              <a:ea typeface="Calibri" panose="020F0502020204030204" pitchFamily="34" charset="0"/>
            </a:endParaRPr>
          </a:p>
          <a:p>
            <a:pPr marL="1621155" algn="l">
              <a:spcBef>
                <a:spcPts val="140"/>
              </a:spcBef>
              <a:spcAft>
                <a:spcPts val="0"/>
              </a:spcAft>
            </a:pPr>
            <a:r>
              <a:rPr lang="en-US" sz="1200" spc="-10" dirty="0">
                <a:solidFill>
                  <a:srgbClr val="800000"/>
                </a:solidFill>
                <a:effectLst/>
                <a:latin typeface="+mn-lt"/>
                <a:ea typeface="Calibri" panose="020F0502020204030204" pitchFamily="34" charset="0"/>
              </a:rPr>
              <a:t>&lt;li&gt;</a:t>
            </a:r>
            <a:r>
              <a:rPr lang="en-US" sz="1200" spc="-10" dirty="0">
                <a:effectLst/>
                <a:latin typeface="+mn-lt"/>
                <a:ea typeface="Calibri" panose="020F0502020204030204" pitchFamily="34" charset="0"/>
              </a:rPr>
              <a:t>Element2</a:t>
            </a:r>
            <a:r>
              <a:rPr lang="en-US" sz="1200" spc="-10" dirty="0">
                <a:solidFill>
                  <a:srgbClr val="800000"/>
                </a:solidFill>
                <a:effectLst/>
                <a:latin typeface="+mn-lt"/>
                <a:ea typeface="Calibri" panose="020F0502020204030204" pitchFamily="34" charset="0"/>
              </a:rPr>
              <a:t>&lt;/li&gt;</a:t>
            </a:r>
            <a:endParaRPr lang="fr-FR" sz="1200" dirty="0">
              <a:effectLst/>
              <a:latin typeface="+mn-lt"/>
              <a:ea typeface="Calibri" panose="020F0502020204030204" pitchFamily="34" charset="0"/>
            </a:endParaRPr>
          </a:p>
          <a:p>
            <a:pPr marL="1621155" algn="l">
              <a:spcBef>
                <a:spcPts val="140"/>
              </a:spcBef>
              <a:spcAft>
                <a:spcPts val="0"/>
              </a:spcAft>
            </a:pPr>
            <a:r>
              <a:rPr lang="en-US" sz="1200" spc="-10" dirty="0">
                <a:solidFill>
                  <a:srgbClr val="800000"/>
                </a:solidFill>
                <a:effectLst/>
                <a:latin typeface="+mn-lt"/>
                <a:ea typeface="Calibri" panose="020F0502020204030204" pitchFamily="34" charset="0"/>
              </a:rPr>
              <a:t>&lt;li&gt;</a:t>
            </a:r>
            <a:r>
              <a:rPr lang="en-US" sz="1200" spc="-10" dirty="0">
                <a:effectLst/>
                <a:latin typeface="+mn-lt"/>
                <a:ea typeface="Calibri" panose="020F0502020204030204" pitchFamily="34" charset="0"/>
              </a:rPr>
              <a:t>Element3</a:t>
            </a:r>
            <a:r>
              <a:rPr lang="en-US" sz="1200" spc="-10" dirty="0">
                <a:solidFill>
                  <a:srgbClr val="800000"/>
                </a:solidFill>
                <a:effectLst/>
                <a:latin typeface="+mn-lt"/>
                <a:ea typeface="Calibri" panose="020F0502020204030204" pitchFamily="34" charset="0"/>
              </a:rPr>
              <a:t>&lt;/li&gt;</a:t>
            </a:r>
            <a:endParaRPr lang="fr-FR" sz="1200" dirty="0">
              <a:effectLst/>
              <a:latin typeface="+mn-lt"/>
              <a:ea typeface="Calibri" panose="020F0502020204030204" pitchFamily="34" charset="0"/>
            </a:endParaRPr>
          </a:p>
          <a:p>
            <a:pPr marL="1621155" algn="l">
              <a:spcBef>
                <a:spcPts val="125"/>
              </a:spcBef>
              <a:spcAft>
                <a:spcPts val="0"/>
              </a:spcAft>
            </a:pPr>
            <a:r>
              <a:rPr lang="en-US" sz="1200" spc="-10" dirty="0">
                <a:solidFill>
                  <a:srgbClr val="800000"/>
                </a:solidFill>
                <a:effectLst/>
                <a:latin typeface="+mn-lt"/>
                <a:ea typeface="Calibri" panose="020F0502020204030204" pitchFamily="34" charset="0"/>
              </a:rPr>
              <a:t>&lt;li&gt;</a:t>
            </a:r>
            <a:r>
              <a:rPr lang="en-US" sz="1200" spc="-10" dirty="0">
                <a:effectLst/>
                <a:latin typeface="+mn-lt"/>
                <a:ea typeface="Calibri" panose="020F0502020204030204" pitchFamily="34" charset="0"/>
              </a:rPr>
              <a:t>Element4</a:t>
            </a:r>
            <a:r>
              <a:rPr lang="en-US" sz="1200" spc="-10" dirty="0">
                <a:solidFill>
                  <a:srgbClr val="800000"/>
                </a:solidFill>
                <a:effectLst/>
                <a:latin typeface="+mn-lt"/>
                <a:ea typeface="Calibri" panose="020F0502020204030204" pitchFamily="34" charset="0"/>
              </a:rPr>
              <a:t>&lt;/li&gt;</a:t>
            </a:r>
            <a:endParaRPr lang="fr-FR" sz="1200" dirty="0">
              <a:effectLst/>
              <a:latin typeface="+mn-lt"/>
              <a:ea typeface="Calibri" panose="020F0502020204030204" pitchFamily="34" charset="0"/>
            </a:endParaRPr>
          </a:p>
          <a:p>
            <a:pPr marL="1621155" algn="l">
              <a:spcBef>
                <a:spcPts val="140"/>
              </a:spcBef>
              <a:spcAft>
                <a:spcPts val="0"/>
              </a:spcAft>
            </a:pPr>
            <a:r>
              <a:rPr lang="en-US" sz="1200" spc="-10" dirty="0">
                <a:solidFill>
                  <a:srgbClr val="800000"/>
                </a:solidFill>
                <a:effectLst/>
                <a:latin typeface="+mn-lt"/>
                <a:ea typeface="Calibri" panose="020F0502020204030204" pitchFamily="34" charset="0"/>
              </a:rPr>
              <a:t>&lt;li&gt;</a:t>
            </a:r>
            <a:r>
              <a:rPr lang="en-US" sz="1200" spc="-10" dirty="0">
                <a:effectLst/>
                <a:latin typeface="+mn-lt"/>
                <a:ea typeface="Calibri" panose="020F0502020204030204" pitchFamily="34" charset="0"/>
              </a:rPr>
              <a:t>Element5</a:t>
            </a:r>
            <a:r>
              <a:rPr lang="en-US" sz="1200" spc="-10" dirty="0">
                <a:solidFill>
                  <a:srgbClr val="800000"/>
                </a:solidFill>
                <a:effectLst/>
                <a:latin typeface="+mn-lt"/>
                <a:ea typeface="Calibri" panose="020F0502020204030204" pitchFamily="34" charset="0"/>
              </a:rPr>
              <a:t>&lt;/li&gt;</a:t>
            </a:r>
          </a:p>
          <a:p>
            <a:pPr marL="1621155" algn="l">
              <a:spcBef>
                <a:spcPts val="140"/>
              </a:spcBef>
              <a:spcAft>
                <a:spcPts val="0"/>
              </a:spcAft>
            </a:pPr>
            <a:r>
              <a:rPr lang="fr-FR" sz="1200" dirty="0">
                <a:solidFill>
                  <a:srgbClr val="0000FF"/>
                </a:solidFill>
                <a:latin typeface="+mn-lt"/>
                <a:ea typeface="Calibri" panose="020F0502020204030204" pitchFamily="34" charset="0"/>
              </a:rPr>
              <a:t>{</a:t>
            </a:r>
            <a:r>
              <a:rPr lang="fr-FR" sz="1200" dirty="0">
                <a:solidFill>
                  <a:srgbClr val="008000"/>
                </a:solidFill>
                <a:latin typeface="+mn-lt"/>
                <a:ea typeface="Calibri" panose="020F0502020204030204" pitchFamily="34" charset="0"/>
              </a:rPr>
              <a:t>/*</a:t>
            </a:r>
            <a:r>
              <a:rPr lang="fr-FR" sz="1200" spc="-10" dirty="0">
                <a:solidFill>
                  <a:srgbClr val="008000"/>
                </a:solidFill>
                <a:latin typeface="+mn-lt"/>
                <a:ea typeface="Calibri" panose="020F0502020204030204" pitchFamily="34" charset="0"/>
              </a:rPr>
              <a:t> &lt;li&gt;Element6&lt;/li&gt;</a:t>
            </a:r>
            <a:endParaRPr lang="fr-FR" sz="1200" dirty="0">
              <a:latin typeface="+mn-lt"/>
              <a:ea typeface="Calibri" panose="020F0502020204030204" pitchFamily="34" charset="0"/>
            </a:endParaRPr>
          </a:p>
          <a:p>
            <a:pPr marL="1621155" algn="l">
              <a:spcBef>
                <a:spcPts val="140"/>
              </a:spcBef>
              <a:spcAft>
                <a:spcPts val="0"/>
              </a:spcAft>
            </a:pPr>
            <a:r>
              <a:rPr lang="fr-FR" sz="1200" spc="-10" dirty="0">
                <a:solidFill>
                  <a:srgbClr val="008000"/>
                </a:solidFill>
                <a:latin typeface="+mn-lt"/>
                <a:ea typeface="Calibri" panose="020F0502020204030204" pitchFamily="34" charset="0"/>
              </a:rPr>
              <a:t>&lt;li&gt;Element7&lt;/li&gt;*/</a:t>
            </a:r>
            <a:r>
              <a:rPr lang="fr-FR" sz="1200" spc="-10" dirty="0">
                <a:solidFill>
                  <a:srgbClr val="0000FF"/>
                </a:solidFill>
                <a:latin typeface="+mn-lt"/>
                <a:ea typeface="Calibri" panose="020F0502020204030204" pitchFamily="34" charset="0"/>
              </a:rPr>
              <a:t>}</a:t>
            </a:r>
            <a:endParaRPr lang="fr-FR" sz="1200" dirty="0">
              <a:effectLst/>
              <a:latin typeface="+mn-lt"/>
              <a:ea typeface="Calibri" panose="020F0502020204030204" pitchFamily="34" charset="0"/>
            </a:endParaRPr>
          </a:p>
          <a:p>
            <a:pPr marL="1315085" algn="l">
              <a:spcBef>
                <a:spcPts val="140"/>
              </a:spcBef>
              <a:spcAft>
                <a:spcPts val="0"/>
              </a:spcAft>
            </a:pPr>
            <a:r>
              <a:rPr lang="en-US" sz="1200" spc="-10" dirty="0">
                <a:solidFill>
                  <a:srgbClr val="800000"/>
                </a:solidFill>
                <a:effectLst/>
                <a:latin typeface="+mn-lt"/>
                <a:ea typeface="Calibri" panose="020F0502020204030204" pitchFamily="34" charset="0"/>
              </a:rPr>
              <a:t>&lt;/</a:t>
            </a:r>
            <a:r>
              <a:rPr lang="en-US" sz="1200" spc="-10" dirty="0" err="1">
                <a:solidFill>
                  <a:srgbClr val="800000"/>
                </a:solidFill>
                <a:effectLst/>
                <a:latin typeface="+mn-lt"/>
                <a:ea typeface="Calibri" panose="020F0502020204030204" pitchFamily="34" charset="0"/>
              </a:rPr>
              <a:t>ul</a:t>
            </a:r>
            <a:r>
              <a:rPr lang="en-US" sz="1200" spc="-10" dirty="0">
                <a:solidFill>
                  <a:srgbClr val="800000"/>
                </a:solidFill>
                <a:effectLst/>
                <a:latin typeface="+mn-lt"/>
                <a:ea typeface="Calibri" panose="020F0502020204030204" pitchFamily="34" charset="0"/>
              </a:rPr>
              <a:t>&gt;</a:t>
            </a:r>
            <a:r>
              <a:rPr lang="en-US" sz="1200" spc="-5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699135" algn="l">
              <a:spcBef>
                <a:spcPts val="130"/>
              </a:spcBef>
              <a:spcAft>
                <a:spcPts val="0"/>
              </a:spcAft>
            </a:pPr>
            <a:r>
              <a:rPr lang="en-US" sz="1200" spc="-5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699135" marR="93345" algn="l">
              <a:lnSpc>
                <a:spcPct val="110000"/>
              </a:lnSpc>
              <a:spcBef>
                <a:spcPts val="140"/>
              </a:spcBef>
              <a:spcAft>
                <a:spcPts val="0"/>
              </a:spcAft>
            </a:pPr>
            <a:r>
              <a:rPr lang="en-US" sz="1200" dirty="0" err="1">
                <a:effectLst/>
                <a:latin typeface="+mn-lt"/>
                <a:ea typeface="Calibri" panose="020F0502020204030204" pitchFamily="34" charset="0"/>
              </a:rPr>
              <a:t>ReactDOM.render</a:t>
            </a:r>
            <a:r>
              <a:rPr lang="en-US" sz="1200" dirty="0">
                <a:effectLst/>
                <a:latin typeface="+mn-lt"/>
                <a:ea typeface="Calibri" panose="020F0502020204030204" pitchFamily="34" charset="0"/>
              </a:rPr>
              <a:t>(</a:t>
            </a:r>
            <a:r>
              <a:rPr lang="en-US" sz="1200" dirty="0">
                <a:solidFill>
                  <a:srgbClr val="800000"/>
                </a:solidFill>
                <a:effectLst/>
                <a:latin typeface="+mn-lt"/>
                <a:ea typeface="Calibri" panose="020F0502020204030204" pitchFamily="34" charset="0"/>
              </a:rPr>
              <a:t>&lt;</a:t>
            </a:r>
            <a:r>
              <a:rPr lang="en-US" sz="1200" dirty="0" err="1">
                <a:solidFill>
                  <a:srgbClr val="800000"/>
                </a:solidFill>
                <a:effectLst/>
                <a:latin typeface="+mn-lt"/>
                <a:ea typeface="Calibri" panose="020F0502020204030204" pitchFamily="34" charset="0"/>
              </a:rPr>
              <a:t>ListeElements</a:t>
            </a:r>
            <a:r>
              <a:rPr lang="en-US" sz="1200" spc="-75"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hideFirstItem</a:t>
            </a:r>
            <a:r>
              <a:rPr lang="en-US" sz="1200" dirty="0">
                <a:effectLst/>
                <a:latin typeface="+mn-lt"/>
                <a:ea typeface="Calibri" panose="020F0502020204030204" pitchFamily="34" charset="0"/>
              </a:rPr>
              <a:t>=</a:t>
            </a:r>
            <a:r>
              <a:rPr lang="en-US" sz="1200" dirty="0">
                <a:solidFill>
                  <a:srgbClr val="0000FF"/>
                </a:solidFill>
                <a:effectLst/>
                <a:latin typeface="+mn-lt"/>
                <a:ea typeface="Calibri" panose="020F0502020204030204" pitchFamily="34" charset="0"/>
              </a:rPr>
              <a:t>{true}</a:t>
            </a:r>
            <a:r>
              <a:rPr lang="en-US" sz="1200" spc="-85" dirty="0">
                <a:solidFill>
                  <a:srgbClr val="0000FF"/>
                </a:solidFill>
                <a:effectLst/>
                <a:latin typeface="+mn-lt"/>
                <a:ea typeface="Calibri" panose="020F0502020204030204" pitchFamily="34" charset="0"/>
              </a:rPr>
              <a:t> </a:t>
            </a:r>
            <a:r>
              <a:rPr lang="en-US" sz="1200" dirty="0">
                <a:solidFill>
                  <a:srgbClr val="800000"/>
                </a:solidFill>
                <a:effectLst/>
                <a:latin typeface="+mn-lt"/>
                <a:ea typeface="Calibri" panose="020F0502020204030204" pitchFamily="34" charset="0"/>
              </a:rPr>
              <a:t>/&gt;</a:t>
            </a:r>
            <a:r>
              <a:rPr lang="en-US" sz="1200" dirty="0">
                <a:effectLst/>
                <a:latin typeface="+mn-lt"/>
                <a:ea typeface="Calibri" panose="020F0502020204030204" pitchFamily="34" charset="0"/>
              </a:rPr>
              <a:t>,</a:t>
            </a:r>
          </a:p>
          <a:p>
            <a:pPr marL="699135" marR="93345" algn="l">
              <a:lnSpc>
                <a:spcPct val="110000"/>
              </a:lnSpc>
              <a:spcBef>
                <a:spcPts val="140"/>
              </a:spcBef>
              <a:spcAft>
                <a:spcPts val="0"/>
              </a:spcAft>
            </a:pPr>
            <a:r>
              <a:rPr lang="en-US" sz="1200" dirty="0">
                <a:effectLst/>
                <a:latin typeface="+mn-lt"/>
                <a:ea typeface="Calibri" panose="020F0502020204030204" pitchFamily="34" charset="0"/>
              </a:rPr>
              <a:t> </a:t>
            </a:r>
            <a:r>
              <a:rPr lang="en-US" sz="1200" spc="-10" dirty="0" err="1">
                <a:effectLst/>
                <a:latin typeface="+mn-lt"/>
                <a:ea typeface="Calibri" panose="020F0502020204030204" pitchFamily="34" charset="0"/>
              </a:rPr>
              <a:t>document.getElementById</a:t>
            </a:r>
            <a:r>
              <a:rPr lang="en-US" sz="1200" spc="-10" dirty="0">
                <a:effectLst/>
                <a:latin typeface="+mn-lt"/>
                <a:ea typeface="Calibri" panose="020F0502020204030204" pitchFamily="34" charset="0"/>
              </a:rPr>
              <a:t>(</a:t>
            </a:r>
            <a:r>
              <a:rPr lang="en-US" sz="1200" spc="-10" dirty="0">
                <a:solidFill>
                  <a:srgbClr val="A21515"/>
                </a:solidFill>
                <a:effectLst/>
                <a:latin typeface="+mn-lt"/>
                <a:ea typeface="Calibri" panose="020F0502020204030204" pitchFamily="34" charset="0"/>
              </a:rPr>
              <a:t>"app"</a:t>
            </a:r>
            <a:r>
              <a:rPr lang="en-US" sz="1200" spc="-10" dirty="0">
                <a:effectLst/>
                <a:latin typeface="+mn-lt"/>
                <a:ea typeface="Calibri" panose="020F0502020204030204" pitchFamily="34" charset="0"/>
              </a:rPr>
              <a:t>));</a:t>
            </a:r>
            <a:endParaRPr lang="fr-FR" sz="1200" dirty="0">
              <a:effectLst/>
              <a:latin typeface="+mn-lt"/>
              <a:ea typeface="Calibri" panose="020F0502020204030204" pitchFamily="34" charset="0"/>
            </a:endParaRPr>
          </a:p>
        </p:txBody>
      </p:sp>
      <p:sp>
        <p:nvSpPr>
          <p:cNvPr id="10" name="ZoneTexte 9">
            <a:extLst>
              <a:ext uri="{FF2B5EF4-FFF2-40B4-BE49-F238E27FC236}">
                <a16:creationId xmlns:a16="http://schemas.microsoft.com/office/drawing/2014/main" id="{BC6E69AB-7BEB-37C1-947A-8D590998B2A9}"/>
              </a:ext>
            </a:extLst>
          </p:cNvPr>
          <p:cNvSpPr txBox="1"/>
          <p:nvPr/>
        </p:nvSpPr>
        <p:spPr>
          <a:xfrm>
            <a:off x="328935" y="2735863"/>
            <a:ext cx="7599516" cy="349583"/>
          </a:xfrm>
          <a:prstGeom prst="rect">
            <a:avLst/>
          </a:prstGeom>
          <a:noFill/>
        </p:spPr>
        <p:txBody>
          <a:bodyPr wrap="none">
            <a:noAutofit/>
          </a:bodyPr>
          <a:lstStyle/>
          <a:p>
            <a:pPr marL="20638" marR="2449830" indent="-20638" algn="l">
              <a:lnSpc>
                <a:spcPct val="110000"/>
              </a:lnSpc>
              <a:spcAft>
                <a:spcPts val="0"/>
              </a:spcAft>
            </a:pPr>
            <a:r>
              <a:rPr lang="fr-FR" sz="1600" b="1" dirty="0">
                <a:latin typeface="+mn-lt"/>
              </a:rPr>
              <a:t>Exercice 2: Quel est le résultat affiché pour le code suivant</a:t>
            </a:r>
            <a:endParaRPr lang="en-US" sz="1600" dirty="0">
              <a:solidFill>
                <a:srgbClr val="0000FF"/>
              </a:solidFill>
              <a:latin typeface="+mn-lt"/>
              <a:ea typeface="Calibri" panose="020F0502020204030204" pitchFamily="34" charset="0"/>
            </a:endParaRPr>
          </a:p>
        </p:txBody>
      </p:sp>
      <p:sp>
        <p:nvSpPr>
          <p:cNvPr id="12" name="ZoneTexte 11">
            <a:extLst>
              <a:ext uri="{FF2B5EF4-FFF2-40B4-BE49-F238E27FC236}">
                <a16:creationId xmlns:a16="http://schemas.microsoft.com/office/drawing/2014/main" id="{59AD2C93-BE93-F6A5-AF10-06798D0AF624}"/>
              </a:ext>
            </a:extLst>
          </p:cNvPr>
          <p:cNvSpPr txBox="1"/>
          <p:nvPr/>
        </p:nvSpPr>
        <p:spPr>
          <a:xfrm>
            <a:off x="6655803" y="3149459"/>
            <a:ext cx="936475" cy="338554"/>
          </a:xfrm>
          <a:prstGeom prst="rect">
            <a:avLst/>
          </a:prstGeom>
          <a:noFill/>
        </p:spPr>
        <p:txBody>
          <a:bodyPr wrap="none" rtlCol="0">
            <a:spAutoFit/>
          </a:bodyPr>
          <a:lstStyle/>
          <a:p>
            <a:r>
              <a:rPr lang="fr-FR" dirty="0">
                <a:solidFill>
                  <a:srgbClr val="00CC00"/>
                </a:solidFill>
              </a:rPr>
              <a:t>Résultat</a:t>
            </a:r>
          </a:p>
        </p:txBody>
      </p:sp>
      <p:pic>
        <p:nvPicPr>
          <p:cNvPr id="14" name="Image 13" descr="Une image contenant texte, capture d’écran, Police, nombre">
            <a:extLst>
              <a:ext uri="{FF2B5EF4-FFF2-40B4-BE49-F238E27FC236}">
                <a16:creationId xmlns:a16="http://schemas.microsoft.com/office/drawing/2014/main" id="{2A1568C0-B660-6B80-78D5-EB7F57F712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09729" y="3589366"/>
            <a:ext cx="2838369" cy="2677870"/>
          </a:xfrm>
          <a:prstGeom prst="rect">
            <a:avLst/>
          </a:prstGeom>
          <a:ln>
            <a:solidFill>
              <a:schemeClr val="tx1"/>
            </a:solidFill>
          </a:ln>
        </p:spPr>
      </p:pic>
    </p:spTree>
    <p:extLst>
      <p:ext uri="{BB962C8B-B14F-4D97-AF65-F5344CB8AC3E}">
        <p14:creationId xmlns:p14="http://schemas.microsoft.com/office/powerpoint/2010/main" val="3965101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 grpId="0" animBg="1"/>
      <p:bldP spid="10"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5CFD7-1AC9-7161-BC01-E79D434746C4}"/>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D8425EFC-6D6B-3930-5F7B-A3F404EE3EB2}"/>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D0602D7B-F8A1-9DA3-2844-2CFF7177FE07}"/>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les composants</a:t>
            </a:r>
            <a:endParaRPr lang="fr-FR" sz="2400" b="1" dirty="0">
              <a:solidFill>
                <a:schemeClr val="accent1">
                  <a:lumMod val="75000"/>
                </a:schemeClr>
              </a:solidFill>
              <a:latin typeface="+mn-lt"/>
            </a:endParaRPr>
          </a:p>
        </p:txBody>
      </p:sp>
      <p:sp>
        <p:nvSpPr>
          <p:cNvPr id="11" name="Rectangle 14">
            <a:extLst>
              <a:ext uri="{FF2B5EF4-FFF2-40B4-BE49-F238E27FC236}">
                <a16:creationId xmlns:a16="http://schemas.microsoft.com/office/drawing/2014/main" id="{84AE3CB6-F7DC-06AD-DEE8-A7940417F51C}"/>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7" name="ZoneTexte 26">
            <a:extLst>
              <a:ext uri="{FF2B5EF4-FFF2-40B4-BE49-F238E27FC236}">
                <a16:creationId xmlns:a16="http://schemas.microsoft.com/office/drawing/2014/main" id="{AE8D00A0-5BC9-03EF-98C3-AC89A9420E6C}"/>
              </a:ext>
            </a:extLst>
          </p:cNvPr>
          <p:cNvSpPr txBox="1"/>
          <p:nvPr/>
        </p:nvSpPr>
        <p:spPr>
          <a:xfrm>
            <a:off x="182585" y="803048"/>
            <a:ext cx="8003406" cy="2062103"/>
          </a:xfrm>
          <a:prstGeom prst="rect">
            <a:avLst/>
          </a:prstGeom>
          <a:noFill/>
        </p:spPr>
        <p:txBody>
          <a:bodyPr wrap="square">
            <a:spAutoFit/>
          </a:bodyPr>
          <a:lstStyle/>
          <a:p>
            <a:pPr marL="371475" lvl="0" indent="-285750" algn="l">
              <a:buFont typeface="Wingdings" panose="05000000000000000000" pitchFamily="2" charset="2"/>
              <a:buChar char="§"/>
            </a:pPr>
            <a:r>
              <a:rPr lang="fr-FR" altLang="fr-FR" b="1" dirty="0">
                <a:latin typeface="+mj-lt"/>
              </a:rPr>
              <a:t>Définition</a:t>
            </a:r>
            <a:r>
              <a:rPr lang="fr-FR" altLang="fr-FR" dirty="0">
                <a:latin typeface="+mj-lt"/>
              </a:rPr>
              <a:t> : Un composant est une fonction ou une classe qui retourne du JSX (syntaxe proche du HTML).</a:t>
            </a:r>
          </a:p>
          <a:p>
            <a:pPr marL="371475" lvl="0" indent="-285750" algn="l">
              <a:buFont typeface="Wingdings" panose="05000000000000000000" pitchFamily="2" charset="2"/>
              <a:buChar char="§"/>
            </a:pPr>
            <a:r>
              <a:rPr lang="fr-FR" altLang="fr-FR" b="1" dirty="0">
                <a:latin typeface="+mj-lt"/>
              </a:rPr>
              <a:t>Rôle</a:t>
            </a:r>
            <a:r>
              <a:rPr lang="fr-FR" altLang="fr-FR" dirty="0">
                <a:latin typeface="+mj-lt"/>
              </a:rPr>
              <a:t> : Découper l’UI en parties indépendantes et réutilisables.</a:t>
            </a:r>
          </a:p>
          <a:p>
            <a:pPr algn="l"/>
            <a:r>
              <a:rPr lang="fr-FR" b="1" dirty="0">
                <a:latin typeface="+mn-lt"/>
              </a:rPr>
              <a:t>  </a:t>
            </a:r>
          </a:p>
          <a:p>
            <a:pPr algn="l"/>
            <a:endParaRPr lang="fr-FR" b="1" dirty="0">
              <a:latin typeface="+mn-lt"/>
            </a:endParaRPr>
          </a:p>
          <a:p>
            <a:pPr algn="l"/>
            <a:endParaRPr lang="fr-FR" b="1" dirty="0">
              <a:latin typeface="+mn-lt"/>
            </a:endParaRPr>
          </a:p>
          <a:p>
            <a:pPr algn="l"/>
            <a:endParaRPr lang="fr-FR" b="1" dirty="0">
              <a:latin typeface="+mn-lt"/>
            </a:endParaRPr>
          </a:p>
          <a:p>
            <a:pPr algn="l"/>
            <a:endParaRPr lang="fr-FR" b="1" dirty="0">
              <a:latin typeface="+mn-lt"/>
            </a:endParaRPr>
          </a:p>
        </p:txBody>
      </p:sp>
      <p:sp>
        <p:nvSpPr>
          <p:cNvPr id="8" name="Rectangle 2">
            <a:extLst>
              <a:ext uri="{FF2B5EF4-FFF2-40B4-BE49-F238E27FC236}">
                <a16:creationId xmlns:a16="http://schemas.microsoft.com/office/drawing/2014/main" id="{B6C32153-3FD3-C870-0BD1-5F822376E906}"/>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15" name="Image 14">
            <a:extLst>
              <a:ext uri="{FF2B5EF4-FFF2-40B4-BE49-F238E27FC236}">
                <a16:creationId xmlns:a16="http://schemas.microsoft.com/office/drawing/2014/main" id="{C6D08879-6C7E-8170-E0B4-07F5A91030E2}"/>
              </a:ext>
            </a:extLst>
          </p:cNvPr>
          <p:cNvPicPr>
            <a:picLocks noChangeAspect="1"/>
          </p:cNvPicPr>
          <p:nvPr/>
        </p:nvPicPr>
        <p:blipFill>
          <a:blip r:embed="rId3"/>
          <a:stretch>
            <a:fillRect/>
          </a:stretch>
        </p:blipFill>
        <p:spPr>
          <a:xfrm>
            <a:off x="552893" y="1881963"/>
            <a:ext cx="7921256" cy="4248034"/>
          </a:xfrm>
          <a:prstGeom prst="rect">
            <a:avLst/>
          </a:prstGeom>
        </p:spPr>
      </p:pic>
    </p:spTree>
    <p:extLst>
      <p:ext uri="{BB962C8B-B14F-4D97-AF65-F5344CB8AC3E}">
        <p14:creationId xmlns:p14="http://schemas.microsoft.com/office/powerpoint/2010/main" val="68651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3C748-3B1C-F115-C795-CA18707CF754}"/>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7E50B756-0E36-062C-7B82-6D81A6851B80}"/>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989B75C6-79D0-B24E-E1F0-ED469E001E93}"/>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les composants</a:t>
            </a:r>
            <a:endParaRPr lang="fr-FR" sz="2400" b="1" dirty="0">
              <a:solidFill>
                <a:schemeClr val="accent1">
                  <a:lumMod val="75000"/>
                </a:schemeClr>
              </a:solidFill>
              <a:latin typeface="+mn-lt"/>
            </a:endParaRPr>
          </a:p>
        </p:txBody>
      </p:sp>
      <p:sp>
        <p:nvSpPr>
          <p:cNvPr id="11" name="Rectangle 14">
            <a:extLst>
              <a:ext uri="{FF2B5EF4-FFF2-40B4-BE49-F238E27FC236}">
                <a16:creationId xmlns:a16="http://schemas.microsoft.com/office/drawing/2014/main" id="{99E4F87C-F472-7913-5754-5E8530BB123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7" name="ZoneTexte 26">
            <a:extLst>
              <a:ext uri="{FF2B5EF4-FFF2-40B4-BE49-F238E27FC236}">
                <a16:creationId xmlns:a16="http://schemas.microsoft.com/office/drawing/2014/main" id="{E5AD91A5-ECB1-0D5D-B798-6C91DE0F654C}"/>
              </a:ext>
            </a:extLst>
          </p:cNvPr>
          <p:cNvSpPr txBox="1"/>
          <p:nvPr/>
        </p:nvSpPr>
        <p:spPr>
          <a:xfrm>
            <a:off x="182585" y="803048"/>
            <a:ext cx="8003406" cy="2283702"/>
          </a:xfrm>
          <a:prstGeom prst="rect">
            <a:avLst/>
          </a:prstGeom>
          <a:noFill/>
        </p:spPr>
        <p:txBody>
          <a:bodyPr wrap="square">
            <a:spAutoFit/>
          </a:bodyPr>
          <a:lstStyle/>
          <a:p>
            <a:pPr algn="l">
              <a:lnSpc>
                <a:spcPct val="90000"/>
              </a:lnSpc>
              <a:buClr>
                <a:schemeClr val="tx1"/>
              </a:buClr>
            </a:pPr>
            <a:r>
              <a:rPr lang="fr-FR" dirty="0">
                <a:latin typeface="+mn-lt"/>
              </a:rPr>
              <a:t>Il existe deux types de composants :</a:t>
            </a:r>
          </a:p>
          <a:p>
            <a:pPr marL="285750" indent="-285750" algn="l">
              <a:lnSpc>
                <a:spcPct val="150000"/>
              </a:lnSpc>
              <a:buClr>
                <a:schemeClr val="tx1"/>
              </a:buClr>
              <a:buFont typeface="Wingdings" panose="05000000000000000000" pitchFamily="2" charset="2"/>
              <a:buChar char="§"/>
            </a:pPr>
            <a:r>
              <a:rPr lang="fr-FR" dirty="0">
                <a:latin typeface="+mn-lt"/>
              </a:rPr>
              <a:t>Composants à base de classe (</a:t>
            </a:r>
            <a:r>
              <a:rPr lang="fr-FR" i="1" dirty="0">
                <a:latin typeface="+mn-lt"/>
              </a:rPr>
              <a:t>Class Components</a:t>
            </a:r>
            <a:r>
              <a:rPr lang="fr-FR" dirty="0">
                <a:latin typeface="+mn-lt"/>
              </a:rPr>
              <a:t>): plus anciens, moins utilisés aujourd’hui.</a:t>
            </a:r>
          </a:p>
          <a:p>
            <a:pPr marL="285750" indent="-285750" algn="l">
              <a:lnSpc>
                <a:spcPct val="150000"/>
              </a:lnSpc>
              <a:buClr>
                <a:schemeClr val="tx1"/>
              </a:buClr>
              <a:buFont typeface="Wingdings" panose="05000000000000000000" pitchFamily="2" charset="2"/>
              <a:buChar char="§"/>
            </a:pPr>
            <a:r>
              <a:rPr lang="fr-FR" dirty="0">
                <a:latin typeface="+mn-lt"/>
              </a:rPr>
              <a:t>Composants fonctionnels (</a:t>
            </a:r>
            <a:r>
              <a:rPr lang="fr-FR" i="1" dirty="0" err="1">
                <a:latin typeface="+mn-lt"/>
              </a:rPr>
              <a:t>Function</a:t>
            </a:r>
            <a:r>
              <a:rPr lang="fr-FR" i="1" dirty="0">
                <a:latin typeface="+mn-lt"/>
              </a:rPr>
              <a:t> Components</a:t>
            </a:r>
            <a:r>
              <a:rPr lang="fr-FR" dirty="0">
                <a:latin typeface="+mn-lt"/>
              </a:rPr>
              <a:t>) : </a:t>
            </a:r>
            <a:r>
              <a:rPr lang="fr-MA" dirty="0">
                <a:latin typeface="+mn-lt"/>
              </a:rPr>
              <a:t>simples fonctions JavaScript.</a:t>
            </a:r>
            <a:endParaRPr lang="fr-FR" dirty="0">
              <a:latin typeface="+mn-lt"/>
            </a:endParaRPr>
          </a:p>
          <a:p>
            <a:pPr algn="l"/>
            <a:r>
              <a:rPr lang="fr-FR" b="1" dirty="0">
                <a:latin typeface="+mn-lt"/>
              </a:rPr>
              <a:t>  </a:t>
            </a:r>
          </a:p>
          <a:p>
            <a:pPr algn="l"/>
            <a:endParaRPr lang="fr-FR" b="1" dirty="0">
              <a:latin typeface="+mn-lt"/>
            </a:endParaRPr>
          </a:p>
          <a:p>
            <a:pPr algn="l"/>
            <a:endParaRPr lang="fr-FR" b="1" dirty="0">
              <a:latin typeface="+mn-lt"/>
            </a:endParaRPr>
          </a:p>
          <a:p>
            <a:pPr algn="l"/>
            <a:endParaRPr lang="fr-FR" b="1" dirty="0">
              <a:latin typeface="+mn-lt"/>
            </a:endParaRPr>
          </a:p>
          <a:p>
            <a:pPr algn="l"/>
            <a:endParaRPr lang="fr-FR" b="1" dirty="0">
              <a:latin typeface="+mn-lt"/>
            </a:endParaRPr>
          </a:p>
        </p:txBody>
      </p:sp>
      <p:sp>
        <p:nvSpPr>
          <p:cNvPr id="8" name="Rectangle 2">
            <a:extLst>
              <a:ext uri="{FF2B5EF4-FFF2-40B4-BE49-F238E27FC236}">
                <a16:creationId xmlns:a16="http://schemas.microsoft.com/office/drawing/2014/main" id="{4A0726D4-A98E-2FA0-557F-C0373AC6E379}"/>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3" name="Image 2">
            <a:extLst>
              <a:ext uri="{FF2B5EF4-FFF2-40B4-BE49-F238E27FC236}">
                <a16:creationId xmlns:a16="http://schemas.microsoft.com/office/drawing/2014/main" id="{78D32842-7E80-5C81-7318-8E53D0ADA72D}"/>
              </a:ext>
            </a:extLst>
          </p:cNvPr>
          <p:cNvPicPr>
            <a:picLocks noChangeAspect="1"/>
          </p:cNvPicPr>
          <p:nvPr/>
        </p:nvPicPr>
        <p:blipFill>
          <a:blip r:embed="rId3"/>
          <a:stretch>
            <a:fillRect/>
          </a:stretch>
        </p:blipFill>
        <p:spPr>
          <a:xfrm>
            <a:off x="350874" y="2108501"/>
            <a:ext cx="8314661" cy="2640997"/>
          </a:xfrm>
          <a:prstGeom prst="rect">
            <a:avLst/>
          </a:prstGeom>
        </p:spPr>
      </p:pic>
    </p:spTree>
    <p:extLst>
      <p:ext uri="{BB962C8B-B14F-4D97-AF65-F5344CB8AC3E}">
        <p14:creationId xmlns:p14="http://schemas.microsoft.com/office/powerpoint/2010/main" val="3700052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9CCE4-2667-8BB3-5082-408286DF19CE}"/>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B86A452D-B414-8190-E231-CA7E5B456AA8}"/>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AE7C8F7F-4D46-5C40-F6F2-01B5A65DC23B}"/>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les composants</a:t>
            </a:r>
            <a:endParaRPr lang="fr-FR" sz="2400" b="1" dirty="0">
              <a:solidFill>
                <a:schemeClr val="accent1">
                  <a:lumMod val="75000"/>
                </a:schemeClr>
              </a:solidFill>
              <a:latin typeface="+mn-lt"/>
            </a:endParaRPr>
          </a:p>
        </p:txBody>
      </p:sp>
      <p:sp>
        <p:nvSpPr>
          <p:cNvPr id="11" name="Rectangle 14">
            <a:extLst>
              <a:ext uri="{FF2B5EF4-FFF2-40B4-BE49-F238E27FC236}">
                <a16:creationId xmlns:a16="http://schemas.microsoft.com/office/drawing/2014/main" id="{D97ED03A-40A4-0000-2025-82089E0BEE21}"/>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7" name="ZoneTexte 26">
            <a:extLst>
              <a:ext uri="{FF2B5EF4-FFF2-40B4-BE49-F238E27FC236}">
                <a16:creationId xmlns:a16="http://schemas.microsoft.com/office/drawing/2014/main" id="{1CE763FF-1DFD-5A1B-133D-EBB4F58D994E}"/>
              </a:ext>
            </a:extLst>
          </p:cNvPr>
          <p:cNvSpPr txBox="1"/>
          <p:nvPr/>
        </p:nvSpPr>
        <p:spPr>
          <a:xfrm>
            <a:off x="182585" y="803048"/>
            <a:ext cx="8003406" cy="560153"/>
          </a:xfrm>
          <a:prstGeom prst="rect">
            <a:avLst/>
          </a:prstGeom>
          <a:noFill/>
        </p:spPr>
        <p:txBody>
          <a:bodyPr wrap="square">
            <a:spAutoFit/>
          </a:bodyPr>
          <a:lstStyle/>
          <a:p>
            <a:pPr algn="l">
              <a:lnSpc>
                <a:spcPct val="90000"/>
              </a:lnSpc>
              <a:buClr>
                <a:schemeClr val="tx1"/>
              </a:buClr>
            </a:pPr>
            <a:r>
              <a:rPr lang="fr-FR" dirty="0"/>
              <a:t>Ajouter des variables et expression java script dans JSX</a:t>
            </a:r>
            <a:endParaRPr lang="fr-FR" dirty="0">
              <a:latin typeface="+mn-lt"/>
            </a:endParaRPr>
          </a:p>
          <a:p>
            <a:pPr algn="l"/>
            <a:r>
              <a:rPr lang="fr-FR" b="1" dirty="0">
                <a:latin typeface="+mn-lt"/>
              </a:rPr>
              <a:t> </a:t>
            </a:r>
          </a:p>
        </p:txBody>
      </p:sp>
      <p:sp>
        <p:nvSpPr>
          <p:cNvPr id="8" name="Rectangle 2">
            <a:extLst>
              <a:ext uri="{FF2B5EF4-FFF2-40B4-BE49-F238E27FC236}">
                <a16:creationId xmlns:a16="http://schemas.microsoft.com/office/drawing/2014/main" id="{5986BC91-ECBE-BB43-92F2-C7F9755072D7}"/>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3" name="Image 2">
            <a:extLst>
              <a:ext uri="{FF2B5EF4-FFF2-40B4-BE49-F238E27FC236}">
                <a16:creationId xmlns:a16="http://schemas.microsoft.com/office/drawing/2014/main" id="{A920D2DF-7FD7-FDB6-1C2D-58DCFB648D6E}"/>
              </a:ext>
            </a:extLst>
          </p:cNvPr>
          <p:cNvPicPr>
            <a:picLocks noChangeAspect="1"/>
          </p:cNvPicPr>
          <p:nvPr/>
        </p:nvPicPr>
        <p:blipFill>
          <a:blip r:embed="rId3"/>
          <a:stretch>
            <a:fillRect/>
          </a:stretch>
        </p:blipFill>
        <p:spPr>
          <a:xfrm>
            <a:off x="226345" y="1363202"/>
            <a:ext cx="3877822" cy="1050390"/>
          </a:xfrm>
          <a:prstGeom prst="rect">
            <a:avLst/>
          </a:prstGeom>
        </p:spPr>
      </p:pic>
      <p:pic>
        <p:nvPicPr>
          <p:cNvPr id="7" name="Image 6">
            <a:extLst>
              <a:ext uri="{FF2B5EF4-FFF2-40B4-BE49-F238E27FC236}">
                <a16:creationId xmlns:a16="http://schemas.microsoft.com/office/drawing/2014/main" id="{B94DF784-4310-3183-8D6A-D899B1BC7346}"/>
              </a:ext>
            </a:extLst>
          </p:cNvPr>
          <p:cNvPicPr>
            <a:picLocks noChangeAspect="1"/>
          </p:cNvPicPr>
          <p:nvPr/>
        </p:nvPicPr>
        <p:blipFill>
          <a:blip r:embed="rId4"/>
          <a:stretch>
            <a:fillRect/>
          </a:stretch>
        </p:blipFill>
        <p:spPr>
          <a:xfrm>
            <a:off x="5858540" y="1363202"/>
            <a:ext cx="3147237" cy="1050390"/>
          </a:xfrm>
          <a:prstGeom prst="rect">
            <a:avLst/>
          </a:prstGeom>
          <a:ln>
            <a:solidFill>
              <a:schemeClr val="tx1"/>
            </a:solidFill>
          </a:ln>
        </p:spPr>
      </p:pic>
      <p:sp>
        <p:nvSpPr>
          <p:cNvPr id="9" name="Flèche : droite 8">
            <a:extLst>
              <a:ext uri="{FF2B5EF4-FFF2-40B4-BE49-F238E27FC236}">
                <a16:creationId xmlns:a16="http://schemas.microsoft.com/office/drawing/2014/main" id="{C1D48B4F-8A86-3176-7E78-B5EE192B577C}"/>
              </a:ext>
            </a:extLst>
          </p:cNvPr>
          <p:cNvSpPr/>
          <p:nvPr/>
        </p:nvSpPr>
        <p:spPr>
          <a:xfrm>
            <a:off x="4340829" y="1545089"/>
            <a:ext cx="1326324" cy="56015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MA" dirty="0"/>
              <a:t>Le rendu</a:t>
            </a:r>
          </a:p>
        </p:txBody>
      </p:sp>
      <p:pic>
        <p:nvPicPr>
          <p:cNvPr id="12" name="Image 11">
            <a:extLst>
              <a:ext uri="{FF2B5EF4-FFF2-40B4-BE49-F238E27FC236}">
                <a16:creationId xmlns:a16="http://schemas.microsoft.com/office/drawing/2014/main" id="{829EB61E-C57E-5DCD-2792-AD96EB9D0B3D}"/>
              </a:ext>
            </a:extLst>
          </p:cNvPr>
          <p:cNvPicPr>
            <a:picLocks noChangeAspect="1"/>
          </p:cNvPicPr>
          <p:nvPr/>
        </p:nvPicPr>
        <p:blipFill>
          <a:blip r:embed="rId5"/>
          <a:stretch>
            <a:fillRect/>
          </a:stretch>
        </p:blipFill>
        <p:spPr>
          <a:xfrm>
            <a:off x="182585" y="2552323"/>
            <a:ext cx="3877822" cy="1385943"/>
          </a:xfrm>
          <a:prstGeom prst="rect">
            <a:avLst/>
          </a:prstGeom>
        </p:spPr>
      </p:pic>
      <p:pic>
        <p:nvPicPr>
          <p:cNvPr id="14" name="Image 13">
            <a:extLst>
              <a:ext uri="{FF2B5EF4-FFF2-40B4-BE49-F238E27FC236}">
                <a16:creationId xmlns:a16="http://schemas.microsoft.com/office/drawing/2014/main" id="{838E5D88-69E8-14E1-A70E-C3CF16A0AD20}"/>
              </a:ext>
            </a:extLst>
          </p:cNvPr>
          <p:cNvPicPr>
            <a:picLocks noChangeAspect="1"/>
          </p:cNvPicPr>
          <p:nvPr/>
        </p:nvPicPr>
        <p:blipFill>
          <a:blip r:embed="rId6"/>
          <a:stretch>
            <a:fillRect/>
          </a:stretch>
        </p:blipFill>
        <p:spPr>
          <a:xfrm>
            <a:off x="5858539" y="2515738"/>
            <a:ext cx="3147237" cy="1385943"/>
          </a:xfrm>
          <a:prstGeom prst="rect">
            <a:avLst/>
          </a:prstGeom>
          <a:ln>
            <a:solidFill>
              <a:schemeClr val="tx1"/>
            </a:solidFill>
          </a:ln>
        </p:spPr>
      </p:pic>
      <p:sp>
        <p:nvSpPr>
          <p:cNvPr id="15" name="Flèche : droite 14">
            <a:extLst>
              <a:ext uri="{FF2B5EF4-FFF2-40B4-BE49-F238E27FC236}">
                <a16:creationId xmlns:a16="http://schemas.microsoft.com/office/drawing/2014/main" id="{19184259-3249-A924-C184-3941CE8DD8CF}"/>
              </a:ext>
            </a:extLst>
          </p:cNvPr>
          <p:cNvSpPr/>
          <p:nvPr/>
        </p:nvSpPr>
        <p:spPr>
          <a:xfrm>
            <a:off x="4312472" y="3047823"/>
            <a:ext cx="1326324" cy="56015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MA" dirty="0"/>
              <a:t>Le rendu</a:t>
            </a:r>
          </a:p>
        </p:txBody>
      </p:sp>
      <p:pic>
        <p:nvPicPr>
          <p:cNvPr id="17" name="Image 16">
            <a:extLst>
              <a:ext uri="{FF2B5EF4-FFF2-40B4-BE49-F238E27FC236}">
                <a16:creationId xmlns:a16="http://schemas.microsoft.com/office/drawing/2014/main" id="{3BCB4BC1-2FFA-E9DE-0AFD-E5E344A26F6C}"/>
              </a:ext>
            </a:extLst>
          </p:cNvPr>
          <p:cNvPicPr>
            <a:picLocks noChangeAspect="1"/>
          </p:cNvPicPr>
          <p:nvPr/>
        </p:nvPicPr>
        <p:blipFill>
          <a:blip r:embed="rId7"/>
          <a:stretch>
            <a:fillRect/>
          </a:stretch>
        </p:blipFill>
        <p:spPr>
          <a:xfrm>
            <a:off x="150686" y="3998337"/>
            <a:ext cx="3921582" cy="2580257"/>
          </a:xfrm>
          <a:prstGeom prst="rect">
            <a:avLst/>
          </a:prstGeom>
        </p:spPr>
      </p:pic>
      <p:sp>
        <p:nvSpPr>
          <p:cNvPr id="20" name="Flèche : droite 19">
            <a:extLst>
              <a:ext uri="{FF2B5EF4-FFF2-40B4-BE49-F238E27FC236}">
                <a16:creationId xmlns:a16="http://schemas.microsoft.com/office/drawing/2014/main" id="{C013BC4E-B95D-2292-3CFF-591FE05B8969}"/>
              </a:ext>
            </a:extLst>
          </p:cNvPr>
          <p:cNvSpPr/>
          <p:nvPr/>
        </p:nvSpPr>
        <p:spPr>
          <a:xfrm>
            <a:off x="4305383" y="4922694"/>
            <a:ext cx="1326324" cy="56015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MA" dirty="0"/>
              <a:t>Le rendu</a:t>
            </a:r>
          </a:p>
        </p:txBody>
      </p:sp>
      <p:pic>
        <p:nvPicPr>
          <p:cNvPr id="22" name="Image 21">
            <a:extLst>
              <a:ext uri="{FF2B5EF4-FFF2-40B4-BE49-F238E27FC236}">
                <a16:creationId xmlns:a16="http://schemas.microsoft.com/office/drawing/2014/main" id="{0EB52AAF-9832-6446-4C03-F87D9C45CDE6}"/>
              </a:ext>
            </a:extLst>
          </p:cNvPr>
          <p:cNvPicPr>
            <a:picLocks noChangeAspect="1"/>
          </p:cNvPicPr>
          <p:nvPr/>
        </p:nvPicPr>
        <p:blipFill>
          <a:blip r:embed="rId8"/>
          <a:stretch>
            <a:fillRect/>
          </a:stretch>
        </p:blipFill>
        <p:spPr>
          <a:xfrm>
            <a:off x="5858539" y="4221516"/>
            <a:ext cx="3134775" cy="2133898"/>
          </a:xfrm>
          <a:prstGeom prst="rect">
            <a:avLst/>
          </a:prstGeom>
          <a:ln>
            <a:solidFill>
              <a:schemeClr val="tx1"/>
            </a:solidFill>
          </a:ln>
        </p:spPr>
      </p:pic>
    </p:spTree>
    <p:extLst>
      <p:ext uri="{BB962C8B-B14F-4D97-AF65-F5344CB8AC3E}">
        <p14:creationId xmlns:p14="http://schemas.microsoft.com/office/powerpoint/2010/main" val="3739257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237F8-F640-00EA-1E72-E0F003E835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C554FD1-466C-7790-BEB8-EEC524478A3E}"/>
              </a:ext>
            </a:extLst>
          </p:cNvPr>
          <p:cNvSpPr/>
          <p:nvPr/>
        </p:nvSpPr>
        <p:spPr>
          <a:xfrm>
            <a:off x="645033" y="5621087"/>
            <a:ext cx="3434317" cy="212651"/>
          </a:xfrm>
          <a:prstGeom prst="rect">
            <a:avLst/>
          </a:prstGeom>
          <a:solidFill>
            <a:srgbClr val="00C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7" name="Rectangle 6">
            <a:extLst>
              <a:ext uri="{FF2B5EF4-FFF2-40B4-BE49-F238E27FC236}">
                <a16:creationId xmlns:a16="http://schemas.microsoft.com/office/drawing/2014/main" id="{0F16631A-55F4-0A09-7D36-5268341A3209}"/>
              </a:ext>
            </a:extLst>
          </p:cNvPr>
          <p:cNvSpPr/>
          <p:nvPr/>
        </p:nvSpPr>
        <p:spPr>
          <a:xfrm>
            <a:off x="730093" y="4472781"/>
            <a:ext cx="3434317" cy="212651"/>
          </a:xfrm>
          <a:prstGeom prst="rect">
            <a:avLst/>
          </a:prstGeom>
          <a:solidFill>
            <a:srgbClr val="00C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5" name="Rectangle 4">
            <a:extLst>
              <a:ext uri="{FF2B5EF4-FFF2-40B4-BE49-F238E27FC236}">
                <a16:creationId xmlns:a16="http://schemas.microsoft.com/office/drawing/2014/main" id="{82069639-05FB-E6CF-E0FF-6DD93A276B42}"/>
              </a:ext>
            </a:extLst>
          </p:cNvPr>
          <p:cNvSpPr/>
          <p:nvPr/>
        </p:nvSpPr>
        <p:spPr>
          <a:xfrm>
            <a:off x="694656" y="3320909"/>
            <a:ext cx="3434317" cy="212651"/>
          </a:xfrm>
          <a:prstGeom prst="rect">
            <a:avLst/>
          </a:prstGeom>
          <a:solidFill>
            <a:srgbClr val="00C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3" name="Rectangle 2">
            <a:extLst>
              <a:ext uri="{FF2B5EF4-FFF2-40B4-BE49-F238E27FC236}">
                <a16:creationId xmlns:a16="http://schemas.microsoft.com/office/drawing/2014/main" id="{B185430D-1410-C002-8E31-82D74F748F28}"/>
              </a:ext>
            </a:extLst>
          </p:cNvPr>
          <p:cNvSpPr/>
          <p:nvPr/>
        </p:nvSpPr>
        <p:spPr>
          <a:xfrm>
            <a:off x="637953" y="2573079"/>
            <a:ext cx="3434317" cy="212651"/>
          </a:xfrm>
          <a:prstGeom prst="rect">
            <a:avLst/>
          </a:prstGeom>
          <a:solidFill>
            <a:srgbClr val="00C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2" name="Rectangle 1">
            <a:extLst>
              <a:ext uri="{FF2B5EF4-FFF2-40B4-BE49-F238E27FC236}">
                <a16:creationId xmlns:a16="http://schemas.microsoft.com/office/drawing/2014/main" id="{C5524E87-3C11-0823-6657-99E849A28F8C}"/>
              </a:ext>
            </a:extLst>
          </p:cNvPr>
          <p:cNvSpPr/>
          <p:nvPr/>
        </p:nvSpPr>
        <p:spPr>
          <a:xfrm>
            <a:off x="637953" y="1414126"/>
            <a:ext cx="3434317" cy="212651"/>
          </a:xfrm>
          <a:prstGeom prst="rect">
            <a:avLst/>
          </a:prstGeom>
          <a:solidFill>
            <a:srgbClr val="00CC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pic>
        <p:nvPicPr>
          <p:cNvPr id="4" name="Image 3">
            <a:extLst>
              <a:ext uri="{FF2B5EF4-FFF2-40B4-BE49-F238E27FC236}">
                <a16:creationId xmlns:a16="http://schemas.microsoft.com/office/drawing/2014/main" id="{818878C2-5954-A5CD-692E-DFA25FB4E455}"/>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6BB37E3D-29A2-ED77-229E-F835B0119285}"/>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REACT:</a:t>
            </a:r>
            <a:r>
              <a:rPr lang="fr-FR" sz="2400" b="1" kern="0" spc="-5" dirty="0">
                <a:solidFill>
                  <a:srgbClr val="2E5395"/>
                </a:solidFill>
                <a:latin typeface="Calibri" panose="020F0502020204030204" pitchFamily="34" charset="0"/>
                <a:ea typeface="Calibri" panose="020F0502020204030204" pitchFamily="34" charset="0"/>
              </a:rPr>
              <a:t> Introduction </a:t>
            </a:r>
            <a:r>
              <a:rPr lang="fr-FR" sz="2400" b="1" kern="0" spc="-5" dirty="0" err="1">
                <a:solidFill>
                  <a:srgbClr val="2E5395"/>
                </a:solidFill>
                <a:latin typeface="Calibri" panose="020F0502020204030204" pitchFamily="34" charset="0"/>
                <a:ea typeface="Calibri" panose="020F0502020204030204" pitchFamily="34" charset="0"/>
              </a:rPr>
              <a:t>react</a:t>
            </a:r>
            <a:r>
              <a:rPr lang="fr-FR" sz="2400" b="1" kern="0" spc="-5" dirty="0">
                <a:solidFill>
                  <a:srgbClr val="2E5395"/>
                </a:solidFill>
                <a:latin typeface="Calibri" panose="020F0502020204030204" pitchFamily="34" charset="0"/>
                <a:ea typeface="Calibri" panose="020F0502020204030204" pitchFamily="34" charset="0"/>
              </a:rPr>
              <a:t> (</a:t>
            </a:r>
            <a:r>
              <a:rPr lang="fr-MA" sz="2400" b="1" kern="0" spc="-5" dirty="0" err="1">
                <a:solidFill>
                  <a:srgbClr val="2E5395"/>
                </a:solidFill>
                <a:latin typeface="Calibri" panose="020F0502020204030204" pitchFamily="34" charset="0"/>
                <a:ea typeface="Calibri" panose="020F0502020204030204" pitchFamily="34" charset="0"/>
              </a:rPr>
              <a:t>Quize</a:t>
            </a:r>
            <a:r>
              <a:rPr lang="fr-MA" sz="2400" b="1" kern="0" spc="-5" dirty="0">
                <a:solidFill>
                  <a:srgbClr val="2E5395"/>
                </a:solidFill>
                <a:latin typeface="Calibri" panose="020F0502020204030204" pitchFamily="34" charset="0"/>
                <a:ea typeface="Calibri" panose="020F0502020204030204" pitchFamily="34" charset="0"/>
              </a:rPr>
              <a:t>)</a:t>
            </a:r>
            <a:endParaRPr lang="fr-FR" sz="2400" b="1" kern="0" spc="-5" dirty="0">
              <a:solidFill>
                <a:srgbClr val="2E5395"/>
              </a:solidFill>
              <a:latin typeface="Calibri" panose="020F0502020204030204" pitchFamily="34" charset="0"/>
              <a:ea typeface="Calibri" panose="020F0502020204030204" pitchFamily="34" charset="0"/>
            </a:endParaRPr>
          </a:p>
        </p:txBody>
      </p:sp>
      <p:sp>
        <p:nvSpPr>
          <p:cNvPr id="27" name="ZoneTexte 26">
            <a:extLst>
              <a:ext uri="{FF2B5EF4-FFF2-40B4-BE49-F238E27FC236}">
                <a16:creationId xmlns:a16="http://schemas.microsoft.com/office/drawing/2014/main" id="{EBE18A7F-4618-452C-2B98-03D56286BF5A}"/>
              </a:ext>
            </a:extLst>
          </p:cNvPr>
          <p:cNvSpPr txBox="1"/>
          <p:nvPr/>
        </p:nvSpPr>
        <p:spPr>
          <a:xfrm>
            <a:off x="182585" y="803048"/>
            <a:ext cx="6983759" cy="5715411"/>
          </a:xfrm>
          <a:prstGeom prst="rect">
            <a:avLst/>
          </a:prstGeom>
          <a:noFill/>
        </p:spPr>
        <p:txBody>
          <a:bodyPr wrap="square">
            <a:spAutoFit/>
          </a:bodyPr>
          <a:lstStyle/>
          <a:p>
            <a:pPr marL="285750" indent="-285750" algn="l">
              <a:lnSpc>
                <a:spcPct val="90000"/>
              </a:lnSpc>
              <a:buClr>
                <a:schemeClr val="tx1"/>
              </a:buClr>
              <a:buFont typeface="Wingdings" panose="05000000000000000000" pitchFamily="2" charset="2"/>
              <a:buChar char="§"/>
            </a:pPr>
            <a:r>
              <a:rPr lang="fr-MA" sz="1400" dirty="0">
                <a:latin typeface="+mn-lt"/>
              </a:rPr>
              <a:t>Quelle est la commande pour créer un projet </a:t>
            </a:r>
            <a:r>
              <a:rPr lang="fr-MA" sz="1400" dirty="0" err="1">
                <a:latin typeface="+mn-lt"/>
              </a:rPr>
              <a:t>React</a:t>
            </a:r>
            <a:r>
              <a:rPr lang="fr-MA" sz="1400" dirty="0">
                <a:latin typeface="+mn-lt"/>
              </a:rPr>
              <a:t> </a:t>
            </a:r>
          </a:p>
          <a:p>
            <a:pPr marL="742950" lvl="1" indent="-285750" algn="l">
              <a:lnSpc>
                <a:spcPct val="90000"/>
              </a:lnSpc>
              <a:buClr>
                <a:schemeClr val="tx1"/>
              </a:buClr>
              <a:buFont typeface="Courier New" panose="02070309020205020404" pitchFamily="49" charset="0"/>
              <a:buChar char="o"/>
            </a:pPr>
            <a:r>
              <a:rPr lang="fr-MA" sz="1400" dirty="0">
                <a:latin typeface="+mn-lt"/>
              </a:rPr>
              <a:t>a) </a:t>
            </a:r>
            <a:r>
              <a:rPr lang="fr-MA" sz="1400" dirty="0" err="1">
                <a:latin typeface="+mn-lt"/>
              </a:rPr>
              <a:t>npx</a:t>
            </a:r>
            <a:r>
              <a:rPr lang="fr-MA" sz="1400" dirty="0">
                <a:latin typeface="+mn-lt"/>
              </a:rPr>
              <a:t> </a:t>
            </a:r>
            <a:r>
              <a:rPr lang="fr-MA" sz="1400" dirty="0" err="1">
                <a:latin typeface="+mn-lt"/>
              </a:rPr>
              <a:t>create</a:t>
            </a:r>
            <a:r>
              <a:rPr lang="fr-MA" sz="1400" dirty="0">
                <a:latin typeface="+mn-lt"/>
              </a:rPr>
              <a:t>-</a:t>
            </a:r>
            <a:r>
              <a:rPr lang="fr-MA" sz="1400" dirty="0" err="1">
                <a:latin typeface="+mn-lt"/>
              </a:rPr>
              <a:t>react</a:t>
            </a:r>
            <a:r>
              <a:rPr lang="fr-MA" sz="1400" dirty="0">
                <a:latin typeface="+mn-lt"/>
              </a:rPr>
              <a:t>-app </a:t>
            </a:r>
          </a:p>
          <a:p>
            <a:pPr marL="742950" lvl="1" indent="-285750" algn="l">
              <a:lnSpc>
                <a:spcPct val="90000"/>
              </a:lnSpc>
              <a:buClr>
                <a:schemeClr val="tx1"/>
              </a:buClr>
              <a:buFont typeface="Courier New" panose="02070309020205020404" pitchFamily="49" charset="0"/>
              <a:buChar char="o"/>
            </a:pPr>
            <a:r>
              <a:rPr lang="fr-MA" sz="1400" dirty="0">
                <a:latin typeface="+mn-lt"/>
              </a:rPr>
              <a:t>b) </a:t>
            </a:r>
            <a:r>
              <a:rPr lang="fr-MA" sz="1400" dirty="0" err="1">
                <a:latin typeface="+mn-lt"/>
              </a:rPr>
              <a:t>npm</a:t>
            </a:r>
            <a:r>
              <a:rPr lang="fr-MA" sz="1400" dirty="0">
                <a:latin typeface="+mn-lt"/>
              </a:rPr>
              <a:t> </a:t>
            </a:r>
            <a:r>
              <a:rPr lang="fr-MA" sz="1400" dirty="0" err="1">
                <a:latin typeface="+mn-lt"/>
              </a:rPr>
              <a:t>create</a:t>
            </a:r>
            <a:r>
              <a:rPr lang="fr-MA" sz="1400" dirty="0">
                <a:latin typeface="+mn-lt"/>
              </a:rPr>
              <a:t>-</a:t>
            </a:r>
            <a:r>
              <a:rPr lang="fr-MA" sz="1400" dirty="0" err="1">
                <a:latin typeface="+mn-lt"/>
              </a:rPr>
              <a:t>react</a:t>
            </a:r>
            <a:r>
              <a:rPr lang="fr-MA" sz="1400" dirty="0">
                <a:latin typeface="+mn-lt"/>
              </a:rPr>
              <a:t>-app </a:t>
            </a:r>
          </a:p>
          <a:p>
            <a:pPr marL="742950" lvl="1" indent="-285750" algn="l">
              <a:lnSpc>
                <a:spcPct val="90000"/>
              </a:lnSpc>
              <a:buClr>
                <a:schemeClr val="tx1"/>
              </a:buClr>
              <a:buFont typeface="Courier New" panose="02070309020205020404" pitchFamily="49" charset="0"/>
              <a:buChar char="o"/>
            </a:pPr>
            <a:r>
              <a:rPr lang="fr-MA" sz="1400" dirty="0">
                <a:latin typeface="+mn-lt"/>
              </a:rPr>
              <a:t>c) </a:t>
            </a:r>
            <a:r>
              <a:rPr lang="fr-MA" sz="1400" dirty="0" err="1">
                <a:latin typeface="+mn-lt"/>
              </a:rPr>
              <a:t>npx</a:t>
            </a:r>
            <a:r>
              <a:rPr lang="fr-MA" sz="1400" dirty="0">
                <a:latin typeface="+mn-lt"/>
              </a:rPr>
              <a:t> </a:t>
            </a:r>
            <a:r>
              <a:rPr lang="fr-MA" sz="1400" dirty="0" err="1">
                <a:latin typeface="+mn-lt"/>
              </a:rPr>
              <a:t>create</a:t>
            </a:r>
            <a:r>
              <a:rPr lang="fr-MA" sz="1400" dirty="0">
                <a:latin typeface="+mn-lt"/>
              </a:rPr>
              <a:t>-</a:t>
            </a:r>
            <a:r>
              <a:rPr lang="fr-MA" sz="1400" dirty="0" err="1">
                <a:latin typeface="+mn-lt"/>
              </a:rPr>
              <a:t>react</a:t>
            </a:r>
            <a:r>
              <a:rPr lang="fr-MA" sz="1400" dirty="0">
                <a:latin typeface="+mn-lt"/>
              </a:rPr>
              <a:t>-app </a:t>
            </a:r>
            <a:r>
              <a:rPr lang="fr-MA" sz="1400" dirty="0" err="1">
                <a:latin typeface="+mn-lt"/>
              </a:rPr>
              <a:t>myApp</a:t>
            </a:r>
            <a:r>
              <a:rPr lang="fr-MA" sz="1400" dirty="0">
                <a:latin typeface="+mn-lt"/>
              </a:rPr>
              <a:t> </a:t>
            </a:r>
          </a:p>
          <a:p>
            <a:pPr marL="742950" lvl="1" indent="-285750" algn="l">
              <a:lnSpc>
                <a:spcPct val="90000"/>
              </a:lnSpc>
              <a:buClr>
                <a:schemeClr val="tx1"/>
              </a:buClr>
              <a:buFont typeface="Courier New" panose="02070309020205020404" pitchFamily="49" charset="0"/>
              <a:buChar char="o"/>
            </a:pPr>
            <a:r>
              <a:rPr lang="fr-MA" sz="1400" dirty="0">
                <a:latin typeface="+mn-lt"/>
              </a:rPr>
              <a:t>d) </a:t>
            </a:r>
            <a:r>
              <a:rPr lang="fr-MA" sz="1400" dirty="0" err="1">
                <a:latin typeface="+mn-lt"/>
              </a:rPr>
              <a:t>npm</a:t>
            </a:r>
            <a:r>
              <a:rPr lang="fr-MA" sz="1400" dirty="0">
                <a:latin typeface="+mn-lt"/>
              </a:rPr>
              <a:t> </a:t>
            </a:r>
            <a:r>
              <a:rPr lang="fr-MA" sz="1400" dirty="0" err="1">
                <a:latin typeface="+mn-lt"/>
              </a:rPr>
              <a:t>create</a:t>
            </a:r>
            <a:r>
              <a:rPr lang="fr-MA" sz="1400" dirty="0">
                <a:latin typeface="+mn-lt"/>
              </a:rPr>
              <a:t>-</a:t>
            </a:r>
            <a:r>
              <a:rPr lang="fr-MA" sz="1400" dirty="0" err="1">
                <a:latin typeface="+mn-lt"/>
              </a:rPr>
              <a:t>react</a:t>
            </a:r>
            <a:r>
              <a:rPr lang="fr-MA" sz="1400" dirty="0">
                <a:latin typeface="+mn-lt"/>
              </a:rPr>
              <a:t>-app </a:t>
            </a:r>
            <a:r>
              <a:rPr lang="fr-MA" sz="1400" dirty="0" err="1">
                <a:latin typeface="+mn-lt"/>
              </a:rPr>
              <a:t>myApp</a:t>
            </a:r>
            <a:r>
              <a:rPr lang="fr-MA" sz="1400" dirty="0">
                <a:latin typeface="+mn-lt"/>
              </a:rPr>
              <a:t> </a:t>
            </a:r>
          </a:p>
          <a:p>
            <a:pPr lvl="1" algn="l">
              <a:lnSpc>
                <a:spcPct val="90000"/>
              </a:lnSpc>
              <a:buClr>
                <a:schemeClr val="tx1"/>
              </a:buClr>
            </a:pPr>
            <a:endParaRPr lang="fr-FR" sz="1400" b="1" dirty="0">
              <a:latin typeface="+mn-lt"/>
            </a:endParaRPr>
          </a:p>
          <a:p>
            <a:pPr marL="285750" lvl="1" indent="-285750" algn="l">
              <a:lnSpc>
                <a:spcPct val="90000"/>
              </a:lnSpc>
              <a:buClr>
                <a:schemeClr val="tx1"/>
              </a:buClr>
              <a:buFont typeface="Wingdings" panose="05000000000000000000" pitchFamily="2" charset="2"/>
              <a:buChar char="§"/>
            </a:pPr>
            <a:r>
              <a:rPr lang="fr-FR" sz="1400" dirty="0">
                <a:latin typeface="+mn-lt"/>
              </a:rPr>
              <a:t>c’est quoi </a:t>
            </a:r>
            <a:r>
              <a:rPr lang="fr-FR" sz="1400" dirty="0" err="1">
                <a:latin typeface="+mn-lt"/>
              </a:rPr>
              <a:t>myApp</a:t>
            </a:r>
            <a:r>
              <a:rPr lang="fr-FR" sz="1400" dirty="0">
                <a:latin typeface="+mn-lt"/>
              </a:rPr>
              <a:t> dans cette instruction </a:t>
            </a:r>
            <a:r>
              <a:rPr lang="fr-FR" sz="1400" dirty="0" err="1">
                <a:latin typeface="+mn-lt"/>
              </a:rPr>
              <a:t>npx</a:t>
            </a:r>
            <a:r>
              <a:rPr lang="fr-FR" sz="1400" dirty="0">
                <a:latin typeface="+mn-lt"/>
              </a:rPr>
              <a:t> </a:t>
            </a:r>
            <a:r>
              <a:rPr lang="fr-FR" sz="1400" dirty="0" err="1">
                <a:latin typeface="+mn-lt"/>
              </a:rPr>
              <a:t>create</a:t>
            </a:r>
            <a:r>
              <a:rPr lang="fr-FR" sz="1400" dirty="0">
                <a:latin typeface="+mn-lt"/>
              </a:rPr>
              <a:t>-</a:t>
            </a:r>
            <a:r>
              <a:rPr lang="fr-FR" sz="1400" dirty="0" err="1">
                <a:latin typeface="+mn-lt"/>
              </a:rPr>
              <a:t>reacte</a:t>
            </a:r>
            <a:r>
              <a:rPr lang="fr-FR" sz="1400" dirty="0">
                <a:latin typeface="+mn-lt"/>
              </a:rPr>
              <a:t>-app </a:t>
            </a:r>
            <a:r>
              <a:rPr lang="fr-FR" sz="1400" dirty="0" err="1">
                <a:latin typeface="+mn-lt"/>
              </a:rPr>
              <a:t>myApp</a:t>
            </a:r>
            <a:r>
              <a:rPr lang="fr-FR" sz="1400" dirty="0">
                <a:latin typeface="+mn-lt"/>
              </a:rPr>
              <a:t> </a:t>
            </a:r>
          </a:p>
          <a:p>
            <a:pPr marL="800100" lvl="2" indent="-342900" algn="l">
              <a:lnSpc>
                <a:spcPct val="90000"/>
              </a:lnSpc>
              <a:buClr>
                <a:schemeClr val="tx1"/>
              </a:buClr>
              <a:buFont typeface="Courier New" panose="02070309020205020404" pitchFamily="49" charset="0"/>
              <a:buChar char="o"/>
            </a:pPr>
            <a:r>
              <a:rPr lang="fr-FR" sz="1400" dirty="0">
                <a:latin typeface="+mn-lt"/>
              </a:rPr>
              <a:t>a) le dossier dans lequel va être créer l’application </a:t>
            </a:r>
          </a:p>
          <a:p>
            <a:pPr marL="800100" lvl="2" indent="-342900" algn="l">
              <a:lnSpc>
                <a:spcPct val="90000"/>
              </a:lnSpc>
              <a:buClr>
                <a:schemeClr val="tx1"/>
              </a:buClr>
              <a:buFont typeface="Courier New" panose="02070309020205020404" pitchFamily="49" charset="0"/>
              <a:buChar char="o"/>
            </a:pPr>
            <a:r>
              <a:rPr lang="fr-FR" sz="1400" dirty="0">
                <a:latin typeface="+mn-lt"/>
              </a:rPr>
              <a:t>b) le type de l’application </a:t>
            </a:r>
          </a:p>
          <a:p>
            <a:pPr marL="800100" lvl="2" indent="-342900" algn="l">
              <a:lnSpc>
                <a:spcPct val="90000"/>
              </a:lnSpc>
              <a:buClr>
                <a:schemeClr val="tx1"/>
              </a:buClr>
              <a:buFont typeface="Courier New" panose="02070309020205020404" pitchFamily="49" charset="0"/>
              <a:buChar char="o"/>
            </a:pPr>
            <a:r>
              <a:rPr lang="fr-FR" sz="1400" dirty="0">
                <a:latin typeface="+mn-lt"/>
              </a:rPr>
              <a:t>c) le nom de la nouvelle application </a:t>
            </a:r>
          </a:p>
          <a:p>
            <a:pPr marL="800100" lvl="2" indent="-342900" algn="l">
              <a:lnSpc>
                <a:spcPct val="90000"/>
              </a:lnSpc>
              <a:buClr>
                <a:schemeClr val="tx1"/>
              </a:buClr>
              <a:buFont typeface="Courier New" panose="02070309020205020404" pitchFamily="49" charset="0"/>
              <a:buChar char="o"/>
            </a:pPr>
            <a:r>
              <a:rPr lang="fr-FR" sz="1400" dirty="0">
                <a:latin typeface="+mn-lt"/>
              </a:rPr>
              <a:t>d) fait référence a une application existante </a:t>
            </a:r>
          </a:p>
          <a:p>
            <a:pPr marL="457200" lvl="2" algn="l">
              <a:lnSpc>
                <a:spcPct val="90000"/>
              </a:lnSpc>
              <a:buClr>
                <a:schemeClr val="tx1"/>
              </a:buClr>
            </a:pPr>
            <a:endParaRPr lang="fr-FR" sz="1400" dirty="0">
              <a:latin typeface="+mn-lt"/>
            </a:endParaRPr>
          </a:p>
          <a:p>
            <a:pPr marL="285750" lvl="2" indent="-285750" algn="l">
              <a:lnSpc>
                <a:spcPct val="90000"/>
              </a:lnSpc>
              <a:buClr>
                <a:schemeClr val="tx1"/>
              </a:buClr>
              <a:buFont typeface="Wingdings" panose="05000000000000000000" pitchFamily="2" charset="2"/>
              <a:buChar char="§"/>
            </a:pPr>
            <a:r>
              <a:rPr lang="fr-FR" sz="1400" dirty="0">
                <a:latin typeface="+mn-lt"/>
              </a:rPr>
              <a:t>quelle est la commande pour démarrer le </a:t>
            </a:r>
            <a:r>
              <a:rPr lang="fr-FR" sz="1400" dirty="0" err="1">
                <a:latin typeface="+mn-lt"/>
              </a:rPr>
              <a:t>React</a:t>
            </a:r>
            <a:r>
              <a:rPr lang="fr-FR" sz="1400" dirty="0">
                <a:latin typeface="+mn-lt"/>
              </a:rPr>
              <a:t> local </a:t>
            </a:r>
            <a:r>
              <a:rPr lang="fr-FR" sz="1400" dirty="0" err="1">
                <a:latin typeface="+mn-lt"/>
              </a:rPr>
              <a:t>development</a:t>
            </a:r>
            <a:r>
              <a:rPr lang="fr-FR" sz="1400" dirty="0">
                <a:latin typeface="+mn-lt"/>
              </a:rPr>
              <a:t> </a:t>
            </a:r>
          </a:p>
          <a:p>
            <a:pPr marL="742950" lvl="3" indent="-285750" algn="l">
              <a:lnSpc>
                <a:spcPct val="90000"/>
              </a:lnSpc>
              <a:buClr>
                <a:schemeClr val="tx1"/>
              </a:buClr>
              <a:buFont typeface="Courier New" panose="02070309020205020404" pitchFamily="49" charset="0"/>
              <a:buChar char="o"/>
            </a:pPr>
            <a:r>
              <a:rPr lang="fr-FR" sz="1400" dirty="0">
                <a:latin typeface="+mn-lt"/>
              </a:rPr>
              <a:t>a) </a:t>
            </a:r>
            <a:r>
              <a:rPr lang="fr-FR" sz="1400" dirty="0" err="1">
                <a:latin typeface="+mn-lt"/>
              </a:rPr>
              <a:t>npm</a:t>
            </a:r>
            <a:r>
              <a:rPr lang="fr-FR" sz="1400" dirty="0">
                <a:latin typeface="+mn-lt"/>
              </a:rPr>
              <a:t> start </a:t>
            </a:r>
          </a:p>
          <a:p>
            <a:pPr marL="742950" lvl="3" indent="-285750" algn="l">
              <a:lnSpc>
                <a:spcPct val="90000"/>
              </a:lnSpc>
              <a:buClr>
                <a:schemeClr val="tx1"/>
              </a:buClr>
              <a:buFont typeface="Courier New" panose="02070309020205020404" pitchFamily="49" charset="0"/>
              <a:buChar char="o"/>
            </a:pPr>
            <a:r>
              <a:rPr lang="fr-FR" sz="1400" dirty="0">
                <a:latin typeface="+mn-lt"/>
              </a:rPr>
              <a:t>b) </a:t>
            </a:r>
            <a:r>
              <a:rPr lang="fr-FR" sz="1400" dirty="0" err="1">
                <a:latin typeface="+mn-lt"/>
              </a:rPr>
              <a:t>npm</a:t>
            </a:r>
            <a:r>
              <a:rPr lang="fr-FR" sz="1400" dirty="0">
                <a:latin typeface="+mn-lt"/>
              </a:rPr>
              <a:t> </a:t>
            </a:r>
            <a:r>
              <a:rPr lang="fr-FR" sz="1400" dirty="0" err="1">
                <a:latin typeface="+mn-lt"/>
              </a:rPr>
              <a:t>build</a:t>
            </a:r>
            <a:r>
              <a:rPr lang="fr-FR" sz="1400" dirty="0">
                <a:latin typeface="+mn-lt"/>
              </a:rPr>
              <a:t> </a:t>
            </a:r>
          </a:p>
          <a:p>
            <a:pPr marL="742950" lvl="3" indent="-285750" algn="l">
              <a:lnSpc>
                <a:spcPct val="90000"/>
              </a:lnSpc>
              <a:buClr>
                <a:schemeClr val="tx1"/>
              </a:buClr>
              <a:buFont typeface="Courier New" panose="02070309020205020404" pitchFamily="49" charset="0"/>
              <a:buChar char="o"/>
            </a:pPr>
            <a:r>
              <a:rPr lang="fr-FR" sz="1400" dirty="0">
                <a:latin typeface="+mn-lt"/>
              </a:rPr>
              <a:t>c) </a:t>
            </a:r>
            <a:r>
              <a:rPr lang="fr-FR" sz="1400" dirty="0" err="1">
                <a:latin typeface="+mn-lt"/>
              </a:rPr>
              <a:t>npm</a:t>
            </a:r>
            <a:r>
              <a:rPr lang="fr-FR" sz="1400" dirty="0">
                <a:latin typeface="+mn-lt"/>
              </a:rPr>
              <a:t> run dev </a:t>
            </a:r>
          </a:p>
          <a:p>
            <a:pPr marL="742950" lvl="3" indent="-285750" algn="l">
              <a:lnSpc>
                <a:spcPct val="90000"/>
              </a:lnSpc>
              <a:buClr>
                <a:schemeClr val="tx1"/>
              </a:buClr>
              <a:buFont typeface="Courier New" panose="02070309020205020404" pitchFamily="49" charset="0"/>
              <a:buChar char="o"/>
            </a:pPr>
            <a:r>
              <a:rPr lang="fr-FR" sz="1400" dirty="0">
                <a:latin typeface="+mn-lt"/>
              </a:rPr>
              <a:t>d) </a:t>
            </a:r>
            <a:r>
              <a:rPr lang="fr-FR" sz="1400" dirty="0" err="1">
                <a:latin typeface="+mn-lt"/>
              </a:rPr>
              <a:t>npm</a:t>
            </a:r>
            <a:r>
              <a:rPr lang="fr-FR" sz="1400" dirty="0">
                <a:latin typeface="+mn-lt"/>
              </a:rPr>
              <a:t> serve </a:t>
            </a:r>
          </a:p>
          <a:p>
            <a:pPr marL="742950" lvl="3" indent="-285750" algn="l">
              <a:lnSpc>
                <a:spcPct val="90000"/>
              </a:lnSpc>
              <a:buClr>
                <a:schemeClr val="tx1"/>
              </a:buClr>
              <a:buFont typeface="Courier New" panose="02070309020205020404" pitchFamily="49" charset="0"/>
              <a:buChar char="o"/>
            </a:pPr>
            <a:endParaRPr lang="fr-FR" sz="1400" dirty="0">
              <a:latin typeface="+mn-lt"/>
            </a:endParaRPr>
          </a:p>
          <a:p>
            <a:pPr marL="285750" lvl="3" indent="-285750" algn="l">
              <a:lnSpc>
                <a:spcPct val="90000"/>
              </a:lnSpc>
              <a:buClr>
                <a:schemeClr val="tx1"/>
              </a:buClr>
              <a:buFont typeface="Wingdings" panose="05000000000000000000" pitchFamily="2" charset="2"/>
              <a:buChar char="§"/>
            </a:pPr>
            <a:r>
              <a:rPr lang="fr-FR" sz="1400" dirty="0">
                <a:latin typeface="+mn-lt"/>
              </a:rPr>
              <a:t>quelle est le local host port utilisé par </a:t>
            </a:r>
            <a:r>
              <a:rPr lang="fr-FR" sz="1400" dirty="0" err="1">
                <a:latin typeface="+mn-lt"/>
              </a:rPr>
              <a:t>React</a:t>
            </a:r>
            <a:r>
              <a:rPr lang="fr-FR" sz="1400" dirty="0">
                <a:latin typeface="+mn-lt"/>
              </a:rPr>
              <a:t> Développement server </a:t>
            </a:r>
          </a:p>
          <a:p>
            <a:pPr marL="742950" lvl="3" indent="-285750" algn="l">
              <a:lnSpc>
                <a:spcPct val="90000"/>
              </a:lnSpc>
              <a:buClr>
                <a:schemeClr val="tx1"/>
              </a:buClr>
              <a:buFont typeface="Courier New" panose="02070309020205020404" pitchFamily="49" charset="0"/>
              <a:buChar char="o"/>
            </a:pPr>
            <a:r>
              <a:rPr lang="fr-FR" sz="1400" dirty="0">
                <a:latin typeface="+mn-lt"/>
              </a:rPr>
              <a:t>a) 3000 </a:t>
            </a:r>
          </a:p>
          <a:p>
            <a:pPr marL="742950" lvl="3" indent="-285750" algn="l">
              <a:lnSpc>
                <a:spcPct val="90000"/>
              </a:lnSpc>
              <a:buClr>
                <a:schemeClr val="tx1"/>
              </a:buClr>
              <a:buFont typeface="Courier New" panose="02070309020205020404" pitchFamily="49" charset="0"/>
              <a:buChar char="o"/>
            </a:pPr>
            <a:r>
              <a:rPr lang="fr-FR" sz="1400" dirty="0">
                <a:latin typeface="+mn-lt"/>
              </a:rPr>
              <a:t>b) 5000 </a:t>
            </a:r>
          </a:p>
          <a:p>
            <a:pPr marL="742950" lvl="3" indent="-285750" algn="l">
              <a:lnSpc>
                <a:spcPct val="90000"/>
              </a:lnSpc>
              <a:buClr>
                <a:schemeClr val="tx1"/>
              </a:buClr>
              <a:buFont typeface="Courier New" panose="02070309020205020404" pitchFamily="49" charset="0"/>
              <a:buChar char="o"/>
            </a:pPr>
            <a:r>
              <a:rPr lang="fr-FR" sz="1400" dirty="0">
                <a:latin typeface="+mn-lt"/>
              </a:rPr>
              <a:t>c) 8080 </a:t>
            </a:r>
          </a:p>
          <a:p>
            <a:pPr marL="742950" lvl="3" indent="-285750" algn="l">
              <a:lnSpc>
                <a:spcPct val="90000"/>
              </a:lnSpc>
              <a:buClr>
                <a:schemeClr val="tx1"/>
              </a:buClr>
              <a:buFont typeface="Courier New" panose="02070309020205020404" pitchFamily="49" charset="0"/>
              <a:buChar char="o"/>
            </a:pPr>
            <a:r>
              <a:rPr lang="fr-FR" sz="1400" dirty="0">
                <a:latin typeface="+mn-lt"/>
              </a:rPr>
              <a:t>d) 3500 </a:t>
            </a:r>
          </a:p>
          <a:p>
            <a:pPr marL="742950" lvl="3" indent="-285750" algn="l">
              <a:lnSpc>
                <a:spcPct val="90000"/>
              </a:lnSpc>
              <a:buClr>
                <a:schemeClr val="tx1"/>
              </a:buClr>
              <a:buFont typeface="Courier New" panose="02070309020205020404" pitchFamily="49" charset="0"/>
              <a:buChar char="o"/>
            </a:pPr>
            <a:endParaRPr lang="fr-FR" sz="1400" dirty="0">
              <a:latin typeface="+mn-lt"/>
            </a:endParaRPr>
          </a:p>
          <a:p>
            <a:pPr marL="285750" lvl="3" indent="-285750" algn="l">
              <a:lnSpc>
                <a:spcPct val="90000"/>
              </a:lnSpc>
              <a:buClr>
                <a:schemeClr val="tx1"/>
              </a:buClr>
              <a:buFont typeface="Wingdings" panose="05000000000000000000" pitchFamily="2" charset="2"/>
              <a:buChar char="§"/>
            </a:pPr>
            <a:r>
              <a:rPr lang="fr-FR" sz="1400" dirty="0">
                <a:latin typeface="+mn-lt"/>
              </a:rPr>
              <a:t>la copie de DOM qui est dans la mémoire est appelée : </a:t>
            </a:r>
          </a:p>
          <a:p>
            <a:pPr marL="742950" lvl="4" indent="-285750" algn="l">
              <a:lnSpc>
                <a:spcPct val="90000"/>
              </a:lnSpc>
              <a:buClr>
                <a:schemeClr val="tx1"/>
              </a:buClr>
              <a:buFont typeface="Courier New" panose="02070309020205020404" pitchFamily="49" charset="0"/>
              <a:buChar char="o"/>
            </a:pPr>
            <a:r>
              <a:rPr lang="fr-FR" sz="1400" dirty="0">
                <a:latin typeface="+mn-lt"/>
              </a:rPr>
              <a:t>a) </a:t>
            </a:r>
            <a:r>
              <a:rPr lang="fr-FR" sz="1400" dirty="0" err="1">
                <a:latin typeface="+mn-lt"/>
              </a:rPr>
              <a:t>virtual</a:t>
            </a:r>
            <a:r>
              <a:rPr lang="fr-FR" sz="1400" dirty="0">
                <a:latin typeface="+mn-lt"/>
              </a:rPr>
              <a:t> DOM </a:t>
            </a:r>
          </a:p>
          <a:p>
            <a:pPr marL="742950" lvl="4" indent="-285750" algn="l">
              <a:lnSpc>
                <a:spcPct val="90000"/>
              </a:lnSpc>
              <a:buClr>
                <a:schemeClr val="tx1"/>
              </a:buClr>
              <a:buFont typeface="Courier New" panose="02070309020205020404" pitchFamily="49" charset="0"/>
              <a:buChar char="o"/>
            </a:pPr>
            <a:r>
              <a:rPr lang="fr-FR" sz="1400" dirty="0">
                <a:latin typeface="+mn-lt"/>
              </a:rPr>
              <a:t>b) </a:t>
            </a:r>
            <a:r>
              <a:rPr lang="fr-FR" sz="1400" dirty="0" err="1">
                <a:latin typeface="+mn-lt"/>
              </a:rPr>
              <a:t>react</a:t>
            </a:r>
            <a:r>
              <a:rPr lang="fr-FR" sz="1400" dirty="0">
                <a:latin typeface="+mn-lt"/>
              </a:rPr>
              <a:t> DOM </a:t>
            </a:r>
          </a:p>
          <a:p>
            <a:pPr marL="742950" lvl="4" indent="-285750" algn="l">
              <a:lnSpc>
                <a:spcPct val="90000"/>
              </a:lnSpc>
              <a:buClr>
                <a:schemeClr val="tx1"/>
              </a:buClr>
              <a:buFont typeface="Courier New" panose="02070309020205020404" pitchFamily="49" charset="0"/>
              <a:buChar char="o"/>
            </a:pPr>
            <a:r>
              <a:rPr lang="fr-FR" sz="1400" dirty="0">
                <a:latin typeface="+mn-lt"/>
              </a:rPr>
              <a:t>c) local DOM </a:t>
            </a:r>
          </a:p>
          <a:p>
            <a:pPr marL="742950" lvl="4" indent="-285750" algn="l">
              <a:lnSpc>
                <a:spcPct val="90000"/>
              </a:lnSpc>
              <a:buClr>
                <a:schemeClr val="tx1"/>
              </a:buClr>
              <a:buFont typeface="Courier New" panose="02070309020205020404" pitchFamily="49" charset="0"/>
              <a:buChar char="o"/>
            </a:pPr>
            <a:r>
              <a:rPr lang="fr-FR" sz="1400" dirty="0">
                <a:latin typeface="+mn-lt"/>
              </a:rPr>
              <a:t>d) copy DOM</a:t>
            </a:r>
            <a:endParaRPr lang="fr-MA" sz="1400" dirty="0">
              <a:latin typeface="+mn-lt"/>
            </a:endParaRPr>
          </a:p>
        </p:txBody>
      </p:sp>
      <p:sp>
        <p:nvSpPr>
          <p:cNvPr id="8" name="Rectangle 2">
            <a:extLst>
              <a:ext uri="{FF2B5EF4-FFF2-40B4-BE49-F238E27FC236}">
                <a16:creationId xmlns:a16="http://schemas.microsoft.com/office/drawing/2014/main" id="{9DAA19F4-B869-959C-D74D-F73904233461}"/>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32433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7">
                                            <p:txEl>
                                              <p:pRg st="15" end="1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7">
                                            <p:txEl>
                                              <p:pRg st="16" end="1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7">
                                            <p:txEl>
                                              <p:pRg st="18" end="1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xEl>
                                              <p:pRg st="19" end="19"/>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7">
                                            <p:txEl>
                                              <p:pRg st="20" end="2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7">
                                            <p:txEl>
                                              <p:pRg st="21" end="21"/>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7">
                                            <p:txEl>
                                              <p:pRg st="22" end="2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7">
                                            <p:txEl>
                                              <p:pRg st="24" end="24"/>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xEl>
                                              <p:pRg st="25" end="25"/>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7">
                                            <p:txEl>
                                              <p:pRg st="26" end="26"/>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7">
                                            <p:txEl>
                                              <p:pRg st="27" end="27"/>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7">
                                            <p:txEl>
                                              <p:pRg st="28" end="28"/>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animBg="1"/>
      <p:bldP spid="5" grpId="0" animBg="1"/>
      <p:bldP spid="3" grpId="0" animBg="1"/>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E8075-220D-1555-2D11-6981C674801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2418AE2A-D53D-A399-BBAC-02D3173675D4}"/>
              </a:ext>
            </a:extLst>
          </p:cNvPr>
          <p:cNvSpPr/>
          <p:nvPr/>
        </p:nvSpPr>
        <p:spPr>
          <a:xfrm>
            <a:off x="3537096" y="4717338"/>
            <a:ext cx="864792" cy="237837"/>
          </a:xfrm>
          <a:prstGeom prst="rect">
            <a:avLst/>
          </a:prstGeom>
          <a:solidFill>
            <a:srgbClr val="00CC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sp>
        <p:nvSpPr>
          <p:cNvPr id="13" name="Rectangle 12">
            <a:extLst>
              <a:ext uri="{FF2B5EF4-FFF2-40B4-BE49-F238E27FC236}">
                <a16:creationId xmlns:a16="http://schemas.microsoft.com/office/drawing/2014/main" id="{337DC217-7A26-5F2D-6BB0-AD6F44B46A16}"/>
              </a:ext>
            </a:extLst>
          </p:cNvPr>
          <p:cNvSpPr/>
          <p:nvPr/>
        </p:nvSpPr>
        <p:spPr>
          <a:xfrm>
            <a:off x="386310" y="3948246"/>
            <a:ext cx="3930509" cy="230459"/>
          </a:xfrm>
          <a:prstGeom prst="rect">
            <a:avLst/>
          </a:prstGeom>
          <a:solidFill>
            <a:srgbClr val="00CC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sp>
        <p:nvSpPr>
          <p:cNvPr id="12" name="Rectangle 11">
            <a:extLst>
              <a:ext uri="{FF2B5EF4-FFF2-40B4-BE49-F238E27FC236}">
                <a16:creationId xmlns:a16="http://schemas.microsoft.com/office/drawing/2014/main" id="{E2F7E9D3-E2BB-4524-B470-2E3AE455AEB4}"/>
              </a:ext>
            </a:extLst>
          </p:cNvPr>
          <p:cNvSpPr/>
          <p:nvPr/>
        </p:nvSpPr>
        <p:spPr>
          <a:xfrm>
            <a:off x="453645" y="2406508"/>
            <a:ext cx="3863174" cy="237837"/>
          </a:xfrm>
          <a:prstGeom prst="rect">
            <a:avLst/>
          </a:prstGeom>
          <a:solidFill>
            <a:srgbClr val="00CC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sp>
        <p:nvSpPr>
          <p:cNvPr id="11" name="Rectangle 10">
            <a:extLst>
              <a:ext uri="{FF2B5EF4-FFF2-40B4-BE49-F238E27FC236}">
                <a16:creationId xmlns:a16="http://schemas.microsoft.com/office/drawing/2014/main" id="{25415B9D-65F7-8FC8-E9CD-9E1B62690CFF}"/>
              </a:ext>
            </a:extLst>
          </p:cNvPr>
          <p:cNvSpPr/>
          <p:nvPr/>
        </p:nvSpPr>
        <p:spPr>
          <a:xfrm>
            <a:off x="435932" y="1679946"/>
            <a:ext cx="1233378" cy="237837"/>
          </a:xfrm>
          <a:prstGeom prst="rect">
            <a:avLst/>
          </a:prstGeom>
          <a:solidFill>
            <a:srgbClr val="00CC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sp>
        <p:nvSpPr>
          <p:cNvPr id="10" name="Rectangle 9">
            <a:extLst>
              <a:ext uri="{FF2B5EF4-FFF2-40B4-BE49-F238E27FC236}">
                <a16:creationId xmlns:a16="http://schemas.microsoft.com/office/drawing/2014/main" id="{B89A3EB1-EFA1-0DED-6D78-DB5102024F78}"/>
              </a:ext>
            </a:extLst>
          </p:cNvPr>
          <p:cNvSpPr/>
          <p:nvPr/>
        </p:nvSpPr>
        <p:spPr>
          <a:xfrm>
            <a:off x="435932" y="1084515"/>
            <a:ext cx="1233377" cy="237837"/>
          </a:xfrm>
          <a:prstGeom prst="rect">
            <a:avLst/>
          </a:prstGeom>
          <a:solidFill>
            <a:srgbClr val="00CC00"/>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pic>
        <p:nvPicPr>
          <p:cNvPr id="4" name="Image 3">
            <a:extLst>
              <a:ext uri="{FF2B5EF4-FFF2-40B4-BE49-F238E27FC236}">
                <a16:creationId xmlns:a16="http://schemas.microsoft.com/office/drawing/2014/main" id="{7A5BE1FC-1D3A-1AC9-7519-E9D29FAA4102}"/>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9217B380-89A0-6031-346F-11370AD2DA8B}"/>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REACT:</a:t>
            </a:r>
            <a:r>
              <a:rPr lang="fr-FR" sz="2400" b="1" kern="0" spc="-5" dirty="0">
                <a:solidFill>
                  <a:srgbClr val="2E5395"/>
                </a:solidFill>
                <a:latin typeface="Calibri" panose="020F0502020204030204" pitchFamily="34" charset="0"/>
                <a:ea typeface="Calibri" panose="020F0502020204030204" pitchFamily="34" charset="0"/>
              </a:rPr>
              <a:t> Introduction </a:t>
            </a:r>
            <a:r>
              <a:rPr lang="fr-FR" sz="2400" b="1" kern="0" spc="-5" dirty="0" err="1">
                <a:solidFill>
                  <a:srgbClr val="2E5395"/>
                </a:solidFill>
                <a:latin typeface="Calibri" panose="020F0502020204030204" pitchFamily="34" charset="0"/>
                <a:ea typeface="Calibri" panose="020F0502020204030204" pitchFamily="34" charset="0"/>
              </a:rPr>
              <a:t>react</a:t>
            </a:r>
            <a:r>
              <a:rPr lang="fr-FR" sz="2400" b="1" kern="0" spc="-5" dirty="0">
                <a:solidFill>
                  <a:srgbClr val="2E5395"/>
                </a:solidFill>
                <a:latin typeface="Calibri" panose="020F0502020204030204" pitchFamily="34" charset="0"/>
                <a:ea typeface="Calibri" panose="020F0502020204030204" pitchFamily="34" charset="0"/>
              </a:rPr>
              <a:t> (</a:t>
            </a:r>
            <a:r>
              <a:rPr lang="fr-MA" sz="2400" b="1" kern="0" spc="-5" dirty="0" err="1">
                <a:solidFill>
                  <a:srgbClr val="2E5395"/>
                </a:solidFill>
                <a:latin typeface="Calibri" panose="020F0502020204030204" pitchFamily="34" charset="0"/>
                <a:ea typeface="Calibri" panose="020F0502020204030204" pitchFamily="34" charset="0"/>
              </a:rPr>
              <a:t>Quize</a:t>
            </a:r>
            <a:r>
              <a:rPr lang="fr-MA" sz="2400" b="1" kern="0" spc="-5" dirty="0">
                <a:solidFill>
                  <a:srgbClr val="2E5395"/>
                </a:solidFill>
                <a:latin typeface="Calibri" panose="020F0502020204030204" pitchFamily="34" charset="0"/>
                <a:ea typeface="Calibri" panose="020F0502020204030204" pitchFamily="34" charset="0"/>
              </a:rPr>
              <a:t>)</a:t>
            </a:r>
            <a:endParaRPr lang="fr-FR" sz="2400" b="1" kern="0" spc="-5" dirty="0">
              <a:solidFill>
                <a:srgbClr val="2E5395"/>
              </a:solidFill>
              <a:latin typeface="Calibri" panose="020F0502020204030204" pitchFamily="34" charset="0"/>
              <a:ea typeface="Calibri" panose="020F0502020204030204" pitchFamily="34" charset="0"/>
            </a:endParaRPr>
          </a:p>
        </p:txBody>
      </p:sp>
      <p:sp>
        <p:nvSpPr>
          <p:cNvPr id="27" name="ZoneTexte 26">
            <a:extLst>
              <a:ext uri="{FF2B5EF4-FFF2-40B4-BE49-F238E27FC236}">
                <a16:creationId xmlns:a16="http://schemas.microsoft.com/office/drawing/2014/main" id="{7E50B10E-8DF4-9FF5-8CFE-FFA7446A8A69}"/>
              </a:ext>
            </a:extLst>
          </p:cNvPr>
          <p:cNvSpPr txBox="1"/>
          <p:nvPr/>
        </p:nvSpPr>
        <p:spPr>
          <a:xfrm>
            <a:off x="0" y="872148"/>
            <a:ext cx="8537943" cy="5281446"/>
          </a:xfrm>
          <a:prstGeom prst="rect">
            <a:avLst/>
          </a:prstGeom>
          <a:noFill/>
        </p:spPr>
        <p:txBody>
          <a:bodyPr wrap="square">
            <a:spAutoFit/>
          </a:bodyPr>
          <a:lstStyle/>
          <a:p>
            <a:pPr marL="285750" indent="-285750" algn="l">
              <a:lnSpc>
                <a:spcPct val="90000"/>
              </a:lnSpc>
              <a:buClr>
                <a:schemeClr val="tx1"/>
              </a:buClr>
              <a:buFont typeface="Wingdings" panose="05000000000000000000" pitchFamily="2" charset="2"/>
              <a:buChar char="§"/>
            </a:pPr>
            <a:r>
              <a:rPr lang="fr-FR" sz="1400" dirty="0"/>
              <a:t>le nom de </a:t>
            </a:r>
            <a:r>
              <a:rPr lang="fr-FR" sz="1400" dirty="0" err="1"/>
              <a:t>React</a:t>
            </a:r>
            <a:r>
              <a:rPr lang="fr-FR" sz="1400" dirty="0"/>
              <a:t> composant doit avoir la première lettre en majuscule : </a:t>
            </a:r>
          </a:p>
          <a:p>
            <a:pPr marL="742950" lvl="1" indent="-285750" algn="l">
              <a:lnSpc>
                <a:spcPct val="90000"/>
              </a:lnSpc>
              <a:buClr>
                <a:schemeClr val="tx1"/>
              </a:buClr>
              <a:buFont typeface="Courier New" panose="02070309020205020404" pitchFamily="49" charset="0"/>
              <a:buChar char="o"/>
            </a:pPr>
            <a:r>
              <a:rPr lang="fr-FR" sz="1400" dirty="0"/>
              <a:t>a) oui                       b) non </a:t>
            </a:r>
          </a:p>
          <a:p>
            <a:pPr algn="l">
              <a:lnSpc>
                <a:spcPct val="90000"/>
              </a:lnSpc>
              <a:buClr>
                <a:schemeClr val="tx1"/>
              </a:buClr>
            </a:pPr>
            <a:endParaRPr lang="fr-FR" sz="1400" dirty="0"/>
          </a:p>
          <a:p>
            <a:pPr marL="285750" indent="-285750" algn="l">
              <a:lnSpc>
                <a:spcPct val="90000"/>
              </a:lnSpc>
              <a:buClr>
                <a:schemeClr val="tx1"/>
              </a:buClr>
              <a:buFont typeface="Wingdings" panose="05000000000000000000" pitchFamily="2" charset="2"/>
              <a:buChar char="§"/>
            </a:pPr>
            <a:r>
              <a:rPr lang="fr-FR" sz="1400" dirty="0"/>
              <a:t>quelle outil utilise </a:t>
            </a:r>
            <a:r>
              <a:rPr lang="fr-FR" sz="1400" dirty="0" err="1"/>
              <a:t>React</a:t>
            </a:r>
            <a:r>
              <a:rPr lang="fr-FR" sz="1400" dirty="0"/>
              <a:t> pour compiler JSX : </a:t>
            </a:r>
          </a:p>
          <a:p>
            <a:pPr marL="742950" lvl="1" indent="-285750" algn="l">
              <a:lnSpc>
                <a:spcPct val="90000"/>
              </a:lnSpc>
              <a:buClr>
                <a:schemeClr val="tx1"/>
              </a:buClr>
              <a:buFont typeface="Courier New" panose="02070309020205020404" pitchFamily="49" charset="0"/>
              <a:buChar char="o"/>
            </a:pPr>
            <a:r>
              <a:rPr lang="fr-FR" sz="1400" dirty="0"/>
              <a:t>a) </a:t>
            </a:r>
            <a:r>
              <a:rPr lang="fr-FR" sz="1400" dirty="0" err="1"/>
              <a:t>babel</a:t>
            </a:r>
            <a:r>
              <a:rPr lang="fr-FR" sz="1400" dirty="0"/>
              <a:t>                 b) JSX Compiler                  c) </a:t>
            </a:r>
            <a:r>
              <a:rPr lang="fr-FR" sz="1400" dirty="0" err="1"/>
              <a:t>React</a:t>
            </a:r>
            <a:r>
              <a:rPr lang="fr-FR" sz="1400" dirty="0"/>
              <a:t> Router               d) </a:t>
            </a:r>
            <a:r>
              <a:rPr lang="fr-FR" sz="1400" dirty="0" err="1"/>
              <a:t>ReactDOM</a:t>
            </a:r>
            <a:r>
              <a:rPr lang="fr-FR" sz="1400" dirty="0"/>
              <a:t> </a:t>
            </a:r>
          </a:p>
          <a:p>
            <a:pPr marL="285750" indent="-285750" algn="l">
              <a:lnSpc>
                <a:spcPct val="90000"/>
              </a:lnSpc>
              <a:buClr>
                <a:schemeClr val="tx1"/>
              </a:buClr>
              <a:buFont typeface="Wingdings" panose="05000000000000000000" pitchFamily="2" charset="2"/>
              <a:buChar char="§"/>
            </a:pPr>
            <a:endParaRPr lang="fr-FR" sz="1400" dirty="0"/>
          </a:p>
          <a:p>
            <a:pPr marL="285750" indent="-285750" algn="l">
              <a:lnSpc>
                <a:spcPct val="90000"/>
              </a:lnSpc>
              <a:buClr>
                <a:schemeClr val="tx1"/>
              </a:buClr>
              <a:buFont typeface="Wingdings" panose="05000000000000000000" pitchFamily="2" charset="2"/>
              <a:buChar char="§"/>
            </a:pPr>
            <a:r>
              <a:rPr lang="fr-FR" sz="1400" dirty="0"/>
              <a:t>quelle la correcte syntaxe pour importer Component de </a:t>
            </a:r>
            <a:r>
              <a:rPr lang="fr-FR" sz="1400" dirty="0" err="1"/>
              <a:t>React</a:t>
            </a:r>
            <a:r>
              <a:rPr lang="fr-FR" sz="1400" dirty="0"/>
              <a:t>: </a:t>
            </a:r>
          </a:p>
          <a:p>
            <a:pPr marL="742950" lvl="1" indent="-285750" algn="l">
              <a:lnSpc>
                <a:spcPct val="90000"/>
              </a:lnSpc>
              <a:buClr>
                <a:schemeClr val="tx1"/>
              </a:buClr>
              <a:buFont typeface="Courier New" panose="02070309020205020404" pitchFamily="49" charset="0"/>
              <a:buChar char="o"/>
            </a:pPr>
            <a:r>
              <a:rPr lang="fr-FR" sz="1400" dirty="0"/>
              <a:t>a) import </a:t>
            </a:r>
            <a:r>
              <a:rPr lang="fr-FR" sz="1400" dirty="0" err="1"/>
              <a:t>React.Component</a:t>
            </a:r>
            <a:r>
              <a:rPr lang="fr-FR" sz="1400" dirty="0"/>
              <a:t> </a:t>
            </a:r>
            <a:r>
              <a:rPr lang="fr-FR" sz="1400" dirty="0" err="1"/>
              <a:t>from</a:t>
            </a:r>
            <a:r>
              <a:rPr lang="fr-FR" sz="1400" dirty="0"/>
              <a:t> ‘</a:t>
            </a:r>
            <a:r>
              <a:rPr lang="fr-FR" sz="1400" dirty="0" err="1"/>
              <a:t>react</a:t>
            </a:r>
            <a:r>
              <a:rPr lang="fr-FR" sz="1400" dirty="0"/>
              <a:t>’ </a:t>
            </a:r>
          </a:p>
          <a:p>
            <a:pPr marL="742950" lvl="1" indent="-285750" algn="l">
              <a:lnSpc>
                <a:spcPct val="90000"/>
              </a:lnSpc>
              <a:buClr>
                <a:schemeClr val="tx1"/>
              </a:buClr>
              <a:buFont typeface="Courier New" panose="02070309020205020404" pitchFamily="49" charset="0"/>
              <a:buChar char="o"/>
            </a:pPr>
            <a:r>
              <a:rPr lang="fr-FR" sz="1400" dirty="0"/>
              <a:t>b) import {Component} </a:t>
            </a:r>
            <a:r>
              <a:rPr lang="fr-FR" sz="1400" dirty="0" err="1"/>
              <a:t>from</a:t>
            </a:r>
            <a:r>
              <a:rPr lang="fr-FR" sz="1400" dirty="0"/>
              <a:t> ‘</a:t>
            </a:r>
            <a:r>
              <a:rPr lang="fr-FR" sz="1400" dirty="0" err="1"/>
              <a:t>react</a:t>
            </a:r>
            <a:r>
              <a:rPr lang="fr-FR" sz="1400" dirty="0"/>
              <a:t>’ </a:t>
            </a:r>
          </a:p>
          <a:p>
            <a:pPr marL="742950" lvl="1" indent="-285750" algn="l">
              <a:lnSpc>
                <a:spcPct val="90000"/>
              </a:lnSpc>
              <a:buClr>
                <a:schemeClr val="tx1"/>
              </a:buClr>
              <a:buFont typeface="Courier New" panose="02070309020205020404" pitchFamily="49" charset="0"/>
              <a:buChar char="o"/>
            </a:pPr>
            <a:r>
              <a:rPr lang="fr-FR" sz="1400" dirty="0"/>
              <a:t>c) import [Component] </a:t>
            </a:r>
            <a:r>
              <a:rPr lang="fr-FR" sz="1400" dirty="0" err="1"/>
              <a:t>from</a:t>
            </a:r>
            <a:r>
              <a:rPr lang="fr-FR" sz="1400" dirty="0"/>
              <a:t> ‘</a:t>
            </a:r>
            <a:r>
              <a:rPr lang="fr-FR" sz="1400" dirty="0" err="1"/>
              <a:t>react</a:t>
            </a:r>
            <a:r>
              <a:rPr lang="fr-FR" sz="1400" dirty="0"/>
              <a:t>’ </a:t>
            </a:r>
          </a:p>
          <a:p>
            <a:pPr marL="742950" lvl="1" indent="-285750" algn="l">
              <a:lnSpc>
                <a:spcPct val="90000"/>
              </a:lnSpc>
              <a:buClr>
                <a:schemeClr val="tx1"/>
              </a:buClr>
              <a:buFont typeface="Courier New" panose="02070309020205020404" pitchFamily="49" charset="0"/>
              <a:buChar char="o"/>
            </a:pPr>
            <a:r>
              <a:rPr lang="fr-FR" sz="1400" dirty="0"/>
              <a:t>d) import Component </a:t>
            </a:r>
            <a:r>
              <a:rPr lang="fr-FR" sz="1400" dirty="0" err="1"/>
              <a:t>from</a:t>
            </a:r>
            <a:r>
              <a:rPr lang="fr-FR" sz="1400" dirty="0"/>
              <a:t> ‘</a:t>
            </a:r>
            <a:r>
              <a:rPr lang="fr-FR" sz="1400" dirty="0" err="1"/>
              <a:t>react</a:t>
            </a:r>
            <a:r>
              <a:rPr lang="fr-FR" sz="1400" dirty="0"/>
              <a:t>’ </a:t>
            </a:r>
          </a:p>
          <a:p>
            <a:pPr marL="285750" indent="-285750" algn="l">
              <a:lnSpc>
                <a:spcPct val="90000"/>
              </a:lnSpc>
              <a:buClr>
                <a:schemeClr val="tx1"/>
              </a:buClr>
              <a:buFont typeface="Wingdings" panose="05000000000000000000" pitchFamily="2" charset="2"/>
              <a:buChar char="§"/>
            </a:pPr>
            <a:endParaRPr lang="fr-FR" sz="1400" dirty="0"/>
          </a:p>
          <a:p>
            <a:pPr marL="285750" indent="-285750" algn="l">
              <a:lnSpc>
                <a:spcPct val="90000"/>
              </a:lnSpc>
              <a:buClr>
                <a:schemeClr val="tx1"/>
              </a:buClr>
              <a:buFont typeface="Wingdings" panose="05000000000000000000" pitchFamily="2" charset="2"/>
              <a:buChar char="§"/>
            </a:pPr>
            <a:r>
              <a:rPr lang="fr-FR" sz="1400" dirty="0" err="1"/>
              <a:t>React</a:t>
            </a:r>
            <a:r>
              <a:rPr lang="fr-FR" sz="1400" dirty="0"/>
              <a:t> sépare user interface dans les composants, comment les composants sont combinés pour créer une user interface complète : </a:t>
            </a:r>
          </a:p>
          <a:p>
            <a:pPr marL="742950" lvl="1" indent="-285750" algn="l">
              <a:lnSpc>
                <a:spcPct val="90000"/>
              </a:lnSpc>
              <a:buClr>
                <a:schemeClr val="tx1"/>
              </a:buClr>
              <a:buFont typeface="Courier New" panose="02070309020205020404" pitchFamily="49" charset="0"/>
              <a:buChar char="o"/>
            </a:pPr>
            <a:r>
              <a:rPr lang="fr-FR" sz="1400" dirty="0"/>
              <a:t>a) On regroupe les composants dans un dossier </a:t>
            </a:r>
          </a:p>
          <a:p>
            <a:pPr marL="742950" lvl="1" indent="-285750" algn="l">
              <a:lnSpc>
                <a:spcPct val="90000"/>
              </a:lnSpc>
              <a:buClr>
                <a:schemeClr val="tx1"/>
              </a:buClr>
              <a:buFont typeface="Courier New" panose="02070309020205020404" pitchFamily="49" charset="0"/>
              <a:buChar char="o"/>
            </a:pPr>
            <a:r>
              <a:rPr lang="fr-FR" sz="1400" dirty="0"/>
              <a:t>b) Avec </a:t>
            </a:r>
            <a:r>
              <a:rPr lang="fr-FR" sz="1400" dirty="0" err="1"/>
              <a:t>webpack</a:t>
            </a:r>
            <a:r>
              <a:rPr lang="fr-FR" sz="1400" dirty="0"/>
              <a:t> </a:t>
            </a:r>
          </a:p>
          <a:p>
            <a:pPr marL="742950" lvl="1" indent="-285750" algn="l">
              <a:lnSpc>
                <a:spcPct val="90000"/>
              </a:lnSpc>
              <a:buClr>
                <a:schemeClr val="tx1"/>
              </a:buClr>
              <a:buFont typeface="Courier New" panose="02070309020205020404" pitchFamily="49" charset="0"/>
              <a:buChar char="o"/>
            </a:pPr>
            <a:r>
              <a:rPr lang="fr-FR" sz="1400" dirty="0"/>
              <a:t>c) Avec imbrication des composants </a:t>
            </a:r>
          </a:p>
          <a:p>
            <a:pPr marL="742950" lvl="1" indent="-285750" algn="l">
              <a:lnSpc>
                <a:spcPct val="90000"/>
              </a:lnSpc>
              <a:buClr>
                <a:schemeClr val="tx1"/>
              </a:buClr>
              <a:buFont typeface="Courier New" panose="02070309020205020404" pitchFamily="49" charset="0"/>
              <a:buChar char="o"/>
            </a:pPr>
            <a:r>
              <a:rPr lang="fr-FR" sz="1400" dirty="0"/>
              <a:t>d) En découpant le code JSX</a:t>
            </a:r>
            <a:endParaRPr lang="fr-MA" sz="1400" dirty="0">
              <a:latin typeface="+mn-lt"/>
            </a:endParaRPr>
          </a:p>
          <a:p>
            <a:pPr marL="0" lvl="1" algn="l">
              <a:lnSpc>
                <a:spcPct val="90000"/>
              </a:lnSpc>
              <a:buClr>
                <a:schemeClr val="tx1"/>
              </a:buClr>
            </a:pPr>
            <a:endParaRPr lang="fr-MA" sz="1400" dirty="0">
              <a:latin typeface="+mn-lt"/>
            </a:endParaRPr>
          </a:p>
          <a:p>
            <a:pPr marL="285750" indent="-285750" algn="l">
              <a:lnSpc>
                <a:spcPct val="90000"/>
              </a:lnSpc>
              <a:buClr>
                <a:schemeClr val="tx1"/>
              </a:buClr>
              <a:buFont typeface="Wingdings" panose="05000000000000000000" pitchFamily="2" charset="2"/>
              <a:buChar char="§"/>
            </a:pPr>
            <a:r>
              <a:rPr lang="fr-FR" sz="1400" dirty="0"/>
              <a:t>quelle opération peut-on utiliser pour avoir un conditionnel rendu : </a:t>
            </a:r>
          </a:p>
          <a:p>
            <a:pPr marL="742950" lvl="1" indent="-285750" algn="l">
              <a:lnSpc>
                <a:spcPct val="90000"/>
              </a:lnSpc>
              <a:buClr>
                <a:schemeClr val="tx1"/>
              </a:buClr>
              <a:buFont typeface="Courier New" panose="02070309020205020404" pitchFamily="49" charset="0"/>
              <a:buChar char="o"/>
            </a:pPr>
            <a:r>
              <a:rPr lang="fr-FR" sz="1400" dirty="0"/>
              <a:t>a) ?                     b) &amp;                    c) &amp;&amp;                   d) ||                 e) :                  f) ?? </a:t>
            </a:r>
          </a:p>
          <a:p>
            <a:pPr lvl="0" algn="l">
              <a:buFontTx/>
              <a:buChar char="•"/>
            </a:pPr>
            <a:r>
              <a:rPr lang="fr-FR" altLang="fr-FR" sz="1200" dirty="0">
                <a:latin typeface="+mn-lt"/>
              </a:rPr>
              <a:t>? : → opérateur ternaire, utile pour choisir entre deux rendus.</a:t>
            </a:r>
          </a:p>
          <a:p>
            <a:pPr lvl="0" algn="l">
              <a:buFontTx/>
              <a:buChar char="•"/>
            </a:pPr>
            <a:r>
              <a:rPr lang="fr-FR" altLang="fr-FR" sz="1200" dirty="0">
                <a:latin typeface="+mn-lt"/>
              </a:rPr>
              <a:t>&amp;&amp; → affiche uniquement si la condition est vraie (le plus courant).</a:t>
            </a:r>
          </a:p>
          <a:p>
            <a:pPr lvl="0" algn="l">
              <a:buFontTx/>
              <a:buChar char="•"/>
            </a:pPr>
            <a:r>
              <a:rPr lang="fr-FR" altLang="fr-FR" sz="1200" dirty="0">
                <a:latin typeface="+mn-lt"/>
              </a:rPr>
              <a:t>|| → affiche si la condition est fausse (moins utilisé).</a:t>
            </a:r>
          </a:p>
          <a:p>
            <a:pPr lvl="0" algn="l">
              <a:buFontTx/>
              <a:buChar char="•"/>
            </a:pPr>
            <a:r>
              <a:rPr lang="fr-FR" altLang="fr-FR" sz="1200" dirty="0">
                <a:latin typeface="+mn-lt"/>
              </a:rPr>
              <a:t>?? → opérateur de coalescence, sert à gérer les valeurs nulles/</a:t>
            </a:r>
            <a:r>
              <a:rPr lang="fr-FR" altLang="fr-FR" sz="1200" dirty="0" err="1">
                <a:latin typeface="+mn-lt"/>
              </a:rPr>
              <a:t>undefined</a:t>
            </a:r>
            <a:r>
              <a:rPr lang="fr-FR" altLang="fr-FR" sz="1200" dirty="0">
                <a:latin typeface="+mn-lt"/>
              </a:rPr>
              <a:t>, pas vraiment pour du rendu conditionnel classique.</a:t>
            </a:r>
          </a:p>
          <a:p>
            <a:pPr lvl="0" algn="l">
              <a:buFontTx/>
              <a:buChar char="•"/>
            </a:pPr>
            <a:r>
              <a:rPr lang="fr-FR" altLang="fr-FR" sz="1200" dirty="0">
                <a:latin typeface="+mn-lt"/>
              </a:rPr>
              <a:t>&amp; → opérateur binaire, pas utilisé pour le rendu conditionnel en </a:t>
            </a:r>
            <a:r>
              <a:rPr lang="fr-FR" altLang="fr-FR" sz="1200" dirty="0" err="1">
                <a:latin typeface="+mn-lt"/>
              </a:rPr>
              <a:t>React</a:t>
            </a:r>
            <a:r>
              <a:rPr lang="fr-FR" altLang="fr-FR" sz="1200" dirty="0">
                <a:latin typeface="+mn-lt"/>
              </a:rPr>
              <a:t>.</a:t>
            </a:r>
          </a:p>
          <a:p>
            <a:pPr marL="0" lvl="1" algn="l">
              <a:lnSpc>
                <a:spcPct val="90000"/>
              </a:lnSpc>
              <a:buClr>
                <a:schemeClr val="tx1"/>
              </a:buClr>
            </a:pPr>
            <a:endParaRPr lang="fr-FR" sz="1400" dirty="0"/>
          </a:p>
        </p:txBody>
      </p:sp>
      <p:sp>
        <p:nvSpPr>
          <p:cNvPr id="8" name="Rectangle 2">
            <a:extLst>
              <a:ext uri="{FF2B5EF4-FFF2-40B4-BE49-F238E27FC236}">
                <a16:creationId xmlns:a16="http://schemas.microsoft.com/office/drawing/2014/main" id="{F656159A-E6BC-562E-C7D6-550B39ED4364}"/>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14136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7">
                                            <p:txEl>
                                              <p:pRg st="13" end="1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7">
                                            <p:txEl>
                                              <p:pRg st="15" end="1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7">
                                            <p:txEl>
                                              <p:pRg st="16" end="16"/>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7">
                                            <p:txEl>
                                              <p:pRg st="18" end="18"/>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27">
                                            <p:txEl>
                                              <p:pRg st="19" end="1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7">
                                            <p:txEl>
                                              <p:pRg st="20" end="20"/>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7">
                                            <p:txEl>
                                              <p:pRg st="21" end="21"/>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7">
                                            <p:txEl>
                                              <p:pRg st="22" end="22"/>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7">
                                            <p:txEl>
                                              <p:pRg st="23" end="23"/>
                                            </p:tx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7">
                                            <p:txEl>
                                              <p:pRg st="24" end="2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12" grpId="0" animBg="1"/>
      <p:bldP spid="11" grpId="0" animBg="1"/>
      <p:bldP spid="10"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C6AA508-31FE-64DD-EFE1-86B45B88A72B}"/>
              </a:ext>
            </a:extLst>
          </p:cNvPr>
          <p:cNvSpPr/>
          <p:nvPr/>
        </p:nvSpPr>
        <p:spPr>
          <a:xfrm>
            <a:off x="607254" y="3637052"/>
            <a:ext cx="1889365" cy="513708"/>
          </a:xfrm>
          <a:prstGeom prst="rect">
            <a:avLst/>
          </a:prstGeom>
          <a:solidFill>
            <a:srgbClr val="00C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FB71F837-F0E3-0CBC-2A17-120BCDC33497}"/>
              </a:ext>
            </a:extLst>
          </p:cNvPr>
          <p:cNvSpPr/>
          <p:nvPr/>
        </p:nvSpPr>
        <p:spPr>
          <a:xfrm>
            <a:off x="667820" y="1181528"/>
            <a:ext cx="1263722" cy="256854"/>
          </a:xfrm>
          <a:prstGeom prst="rect">
            <a:avLst/>
          </a:prstGeom>
          <a:solidFill>
            <a:srgbClr val="00C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Introduction à REACT:</a:t>
            </a:r>
            <a:r>
              <a:rPr lang="fr-FR" sz="2400" b="1" kern="0" spc="-5" dirty="0">
                <a:solidFill>
                  <a:srgbClr val="2E5395"/>
                </a:solidFill>
                <a:latin typeface="Calibri" panose="020F0502020204030204" pitchFamily="34" charset="0"/>
                <a:ea typeface="Calibri" panose="020F0502020204030204" pitchFamily="34" charset="0"/>
              </a:rPr>
              <a:t> composants</a:t>
            </a:r>
            <a:endParaRPr lang="fr-FR" sz="2400" b="1" dirty="0">
              <a:solidFill>
                <a:schemeClr val="accent1">
                  <a:lumMod val="75000"/>
                </a:schemeClr>
              </a:solidFill>
              <a:latin typeface="+mn-lt"/>
            </a:endParaRPr>
          </a:p>
        </p:txBody>
      </p:sp>
      <p:pic>
        <p:nvPicPr>
          <p:cNvPr id="3" name="Image 2" descr="Une image contenant texte, capture d’écran, Police&#10;&#10;Description générée automatiquement">
            <a:extLst>
              <a:ext uri="{FF2B5EF4-FFF2-40B4-BE49-F238E27FC236}">
                <a16:creationId xmlns:a16="http://schemas.microsoft.com/office/drawing/2014/main" id="{DFCDEA05-3D1B-BCEC-474D-8C7DFEB034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5942" y="872148"/>
            <a:ext cx="4032457" cy="1917799"/>
          </a:xfrm>
          <a:prstGeom prst="rect">
            <a:avLst/>
          </a:prstGeom>
        </p:spPr>
      </p:pic>
      <p:sp>
        <p:nvSpPr>
          <p:cNvPr id="7" name="ZoneTexte 6">
            <a:extLst>
              <a:ext uri="{FF2B5EF4-FFF2-40B4-BE49-F238E27FC236}">
                <a16:creationId xmlns:a16="http://schemas.microsoft.com/office/drawing/2014/main" id="{5399C92B-77F2-BC85-45FE-EF08D176D971}"/>
              </a:ext>
            </a:extLst>
          </p:cNvPr>
          <p:cNvSpPr txBox="1"/>
          <p:nvPr/>
        </p:nvSpPr>
        <p:spPr>
          <a:xfrm>
            <a:off x="88900" y="872148"/>
            <a:ext cx="4347042" cy="1374735"/>
          </a:xfrm>
          <a:prstGeom prst="rect">
            <a:avLst/>
          </a:prstGeom>
          <a:noFill/>
        </p:spPr>
        <p:txBody>
          <a:bodyPr wrap="square">
            <a:spAutoFit/>
          </a:bodyPr>
          <a:lstStyle/>
          <a:p>
            <a:pPr marL="377825" lvl="0" indent="-285750" algn="l" rtl="0">
              <a:spcBef>
                <a:spcPts val="120"/>
              </a:spcBef>
              <a:spcAft>
                <a:spcPts val="0"/>
              </a:spcAft>
              <a:buSzPts val="1200"/>
              <a:buFont typeface="Wingdings" panose="05000000000000000000" pitchFamily="2" charset="2"/>
              <a:buChar char="§"/>
              <a:tabLst>
                <a:tab pos="92075" algn="l"/>
              </a:tabLst>
            </a:pPr>
            <a:r>
              <a:rPr lang="fr-FR" sz="1600" b="1" spc="0" dirty="0">
                <a:effectLst/>
                <a:latin typeface="Calibri" panose="020F0502020204030204" pitchFamily="34" charset="0"/>
                <a:ea typeface="Calibri" panose="020F0502020204030204" pitchFamily="34" charset="0"/>
              </a:rPr>
              <a:t>Quel</a:t>
            </a:r>
            <a:r>
              <a:rPr lang="fr-FR" sz="1600" b="1" spc="-5" dirty="0">
                <a:effectLst/>
                <a:latin typeface="Calibri" panose="020F0502020204030204" pitchFamily="34" charset="0"/>
                <a:ea typeface="Calibri" panose="020F0502020204030204" pitchFamily="34" charset="0"/>
              </a:rPr>
              <a:t> </a:t>
            </a:r>
            <a:r>
              <a:rPr lang="fr-FR" sz="1600" b="1" spc="0" dirty="0">
                <a:effectLst/>
                <a:latin typeface="Calibri" panose="020F0502020204030204" pitchFamily="34" charset="0"/>
                <a:ea typeface="Calibri" panose="020F0502020204030204" pitchFamily="34" charset="0"/>
              </a:rPr>
              <a:t>est</a:t>
            </a:r>
            <a:r>
              <a:rPr lang="fr-FR" sz="1600" b="1" spc="-10" dirty="0">
                <a:effectLst/>
                <a:latin typeface="Calibri" panose="020F0502020204030204" pitchFamily="34" charset="0"/>
                <a:ea typeface="Calibri" panose="020F0502020204030204" pitchFamily="34" charset="0"/>
              </a:rPr>
              <a:t> </a:t>
            </a:r>
            <a:r>
              <a:rPr lang="fr-FR" sz="1600" b="1" spc="0" dirty="0">
                <a:effectLst/>
                <a:latin typeface="Calibri" panose="020F0502020204030204" pitchFamily="34" charset="0"/>
                <a:ea typeface="Calibri" panose="020F0502020204030204" pitchFamily="34" charset="0"/>
              </a:rPr>
              <a:t>le</a:t>
            </a:r>
            <a:r>
              <a:rPr lang="fr-FR" sz="1600" b="1" spc="-10" dirty="0">
                <a:effectLst/>
                <a:latin typeface="Calibri" panose="020F0502020204030204" pitchFamily="34" charset="0"/>
                <a:ea typeface="Calibri" panose="020F0502020204030204" pitchFamily="34" charset="0"/>
              </a:rPr>
              <a:t> </a:t>
            </a:r>
            <a:r>
              <a:rPr lang="fr-FR" sz="1600" b="1" spc="0" dirty="0">
                <a:effectLst/>
                <a:latin typeface="Calibri" panose="020F0502020204030204" pitchFamily="34" charset="0"/>
                <a:ea typeface="Calibri" panose="020F0502020204030204" pitchFamily="34" charset="0"/>
              </a:rPr>
              <a:t>rendu</a:t>
            </a:r>
            <a:r>
              <a:rPr lang="fr-FR" sz="1600" b="1" spc="-10" dirty="0">
                <a:effectLst/>
                <a:latin typeface="Calibri" panose="020F0502020204030204" pitchFamily="34" charset="0"/>
                <a:ea typeface="Calibri" panose="020F0502020204030204" pitchFamily="34" charset="0"/>
              </a:rPr>
              <a:t> </a:t>
            </a:r>
            <a:r>
              <a:rPr lang="fr-FR" sz="1600" b="1" spc="0" dirty="0">
                <a:effectLst/>
                <a:latin typeface="Calibri" panose="020F0502020204030204" pitchFamily="34" charset="0"/>
                <a:ea typeface="Calibri" panose="020F0502020204030204" pitchFamily="34" charset="0"/>
              </a:rPr>
              <a:t>du</a:t>
            </a:r>
            <a:r>
              <a:rPr lang="fr-FR" sz="1600" b="1" spc="-10" dirty="0">
                <a:effectLst/>
                <a:latin typeface="Calibri" panose="020F0502020204030204" pitchFamily="34" charset="0"/>
                <a:ea typeface="Calibri" panose="020F0502020204030204" pitchFamily="34" charset="0"/>
              </a:rPr>
              <a:t> </a:t>
            </a:r>
            <a:r>
              <a:rPr lang="fr-FR" sz="1600" b="1" spc="0" dirty="0">
                <a:effectLst/>
                <a:latin typeface="Calibri" panose="020F0502020204030204" pitchFamily="34" charset="0"/>
                <a:ea typeface="Calibri" panose="020F0502020204030204" pitchFamily="34" charset="0"/>
              </a:rPr>
              <a:t>composant </a:t>
            </a:r>
            <a:r>
              <a:rPr lang="fr-FR" sz="1600" b="1" spc="-10" dirty="0">
                <a:effectLst/>
                <a:latin typeface="Calibri" panose="020F0502020204030204" pitchFamily="34" charset="0"/>
                <a:ea typeface="Calibri" panose="020F0502020204030204" pitchFamily="34" charset="0"/>
              </a:rPr>
              <a:t>Voiture</a:t>
            </a:r>
          </a:p>
          <a:p>
            <a:pPr marL="835025" lvl="1" indent="-285750" algn="l">
              <a:spcBef>
                <a:spcPts val="120"/>
              </a:spcBef>
              <a:spcAft>
                <a:spcPts val="0"/>
              </a:spcAft>
              <a:buSzPts val="1200"/>
              <a:buFont typeface="Courier New" panose="02070309020205020404" pitchFamily="49" charset="0"/>
              <a:buChar char="o"/>
              <a:tabLst>
                <a:tab pos="92075" algn="l"/>
              </a:tabLst>
            </a:pPr>
            <a:r>
              <a:rPr lang="fr-FR" spc="-10" dirty="0">
                <a:latin typeface="Calibri" panose="020F0502020204030204" pitchFamily="34" charset="0"/>
                <a:ea typeface="Calibri" panose="020F0502020204030204" pitchFamily="34" charset="0"/>
              </a:rPr>
              <a:t>Toyota</a:t>
            </a:r>
          </a:p>
          <a:p>
            <a:pPr marL="835025" lvl="1" indent="-285750" algn="l">
              <a:spcBef>
                <a:spcPts val="120"/>
              </a:spcBef>
              <a:spcAft>
                <a:spcPts val="0"/>
              </a:spcAft>
              <a:buSzPts val="1200"/>
              <a:buFont typeface="Courier New" panose="02070309020205020404" pitchFamily="49" charset="0"/>
              <a:buChar char="o"/>
              <a:tabLst>
                <a:tab pos="92075" algn="l"/>
              </a:tabLst>
            </a:pPr>
            <a:r>
              <a:rPr lang="fr-FR" spc="-10" dirty="0">
                <a:effectLst/>
                <a:latin typeface="Calibri" panose="020F0502020204030204" pitchFamily="34" charset="0"/>
                <a:ea typeface="Calibri" panose="020F0502020204030204" pitchFamily="34" charset="0"/>
              </a:rPr>
              <a:t>Honda</a:t>
            </a:r>
          </a:p>
          <a:p>
            <a:pPr marL="835025" lvl="1" indent="-285750" algn="l">
              <a:spcBef>
                <a:spcPts val="120"/>
              </a:spcBef>
              <a:spcAft>
                <a:spcPts val="0"/>
              </a:spcAft>
              <a:buSzPts val="1200"/>
              <a:buFont typeface="Courier New" panose="02070309020205020404" pitchFamily="49" charset="0"/>
              <a:buChar char="o"/>
              <a:tabLst>
                <a:tab pos="92075" algn="l"/>
              </a:tabLst>
            </a:pPr>
            <a:r>
              <a:rPr lang="fr-FR" spc="-10" dirty="0">
                <a:latin typeface="Calibri" panose="020F0502020204030204" pitchFamily="34" charset="0"/>
                <a:ea typeface="Calibri" panose="020F0502020204030204" pitchFamily="34" charset="0"/>
              </a:rPr>
              <a:t>Toyota </a:t>
            </a:r>
          </a:p>
          <a:p>
            <a:pPr marL="549275" lvl="1" algn="l">
              <a:spcBef>
                <a:spcPts val="120"/>
              </a:spcBef>
              <a:spcAft>
                <a:spcPts val="0"/>
              </a:spcAft>
              <a:buSzPts val="1200"/>
              <a:tabLst>
                <a:tab pos="92075" algn="l"/>
              </a:tabLst>
            </a:pPr>
            <a:r>
              <a:rPr lang="fr-FR" spc="-10" dirty="0">
                <a:latin typeface="Calibri" panose="020F0502020204030204" pitchFamily="34" charset="0"/>
                <a:ea typeface="Calibri" panose="020F0502020204030204" pitchFamily="34" charset="0"/>
              </a:rPr>
              <a:t>       Honda</a:t>
            </a:r>
            <a:endParaRPr lang="fr-FR" spc="0" dirty="0">
              <a:effectLst/>
              <a:latin typeface="Calibri" panose="020F0502020204030204" pitchFamily="34" charset="0"/>
              <a:ea typeface="Calibri" panose="020F0502020204030204" pitchFamily="34" charset="0"/>
            </a:endParaRPr>
          </a:p>
        </p:txBody>
      </p:sp>
      <p:pic>
        <p:nvPicPr>
          <p:cNvPr id="10" name="Image 9" descr="Une image contenant texte, capture d’écran, Police&#10;&#10;Description générée automatiquement">
            <a:extLst>
              <a:ext uri="{FF2B5EF4-FFF2-40B4-BE49-F238E27FC236}">
                <a16:creationId xmlns:a16="http://schemas.microsoft.com/office/drawing/2014/main" id="{EBA6B089-32DF-07EF-0F2E-CD708D2CC3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5941" y="3096102"/>
            <a:ext cx="4032457" cy="2248016"/>
          </a:xfrm>
          <a:prstGeom prst="rect">
            <a:avLst/>
          </a:prstGeom>
        </p:spPr>
      </p:pic>
      <p:sp>
        <p:nvSpPr>
          <p:cNvPr id="11" name="ZoneTexte 10">
            <a:extLst>
              <a:ext uri="{FF2B5EF4-FFF2-40B4-BE49-F238E27FC236}">
                <a16:creationId xmlns:a16="http://schemas.microsoft.com/office/drawing/2014/main" id="{8379587D-44CC-EFB9-2F3B-CDD885611159}"/>
              </a:ext>
            </a:extLst>
          </p:cNvPr>
          <p:cNvSpPr txBox="1"/>
          <p:nvPr/>
        </p:nvSpPr>
        <p:spPr>
          <a:xfrm>
            <a:off x="140270" y="3192388"/>
            <a:ext cx="4032457" cy="1768050"/>
          </a:xfrm>
          <a:prstGeom prst="rect">
            <a:avLst/>
          </a:prstGeom>
          <a:noFill/>
        </p:spPr>
        <p:txBody>
          <a:bodyPr wrap="none">
            <a:noAutofit/>
          </a:bodyPr>
          <a:lstStyle/>
          <a:p>
            <a:pPr marL="377825" lvl="0" indent="-285750" algn="l" rtl="0">
              <a:spcBef>
                <a:spcPts val="120"/>
              </a:spcBef>
              <a:spcAft>
                <a:spcPts val="0"/>
              </a:spcAft>
              <a:buSzPts val="1200"/>
              <a:buFont typeface="Wingdings" panose="05000000000000000000" pitchFamily="2" charset="2"/>
              <a:buChar char="§"/>
              <a:tabLst>
                <a:tab pos="92075" algn="l"/>
              </a:tabLst>
            </a:pPr>
            <a:r>
              <a:rPr lang="fr-FR" sz="1400" b="1" spc="0" dirty="0">
                <a:effectLst/>
                <a:latin typeface="Calibri" panose="020F0502020204030204" pitchFamily="34" charset="0"/>
                <a:ea typeface="Calibri" panose="020F0502020204030204" pitchFamily="34" charset="0"/>
              </a:rPr>
              <a:t>Que retourne le code suivant</a:t>
            </a:r>
            <a:endParaRPr lang="fr-FR" sz="1400" b="1" spc="-10" dirty="0">
              <a:effectLst/>
              <a:latin typeface="Calibri" panose="020F0502020204030204" pitchFamily="34" charset="0"/>
              <a:ea typeface="Calibri" panose="020F0502020204030204" pitchFamily="34" charset="0"/>
            </a:endParaRPr>
          </a:p>
          <a:p>
            <a:pPr marL="742950" lvl="1" indent="-285750" algn="l" rtl="0">
              <a:spcBef>
                <a:spcPts val="120"/>
              </a:spcBef>
              <a:spcAft>
                <a:spcPts val="0"/>
              </a:spcAft>
              <a:buSzPts val="1200"/>
              <a:buFont typeface="Courier New" panose="02070309020205020404" pitchFamily="49" charset="0"/>
              <a:buChar char="o"/>
              <a:tabLst>
                <a:tab pos="1023620" algn="l"/>
              </a:tabLst>
            </a:pPr>
            <a:r>
              <a:rPr lang="fr-FR" sz="1400" spc="-10" dirty="0">
                <a:effectLst/>
                <a:latin typeface="Calibri" panose="020F0502020204030204" pitchFamily="34" charset="0"/>
                <a:ea typeface="Calibri" panose="020F0502020204030204" pitchFamily="34" charset="0"/>
              </a:rPr>
              <a:t>erreur</a:t>
            </a:r>
            <a:endParaRPr lang="fr-FR" sz="1400" spc="0" dirty="0">
              <a:effectLst/>
              <a:latin typeface="Calibri" panose="020F0502020204030204" pitchFamily="34" charset="0"/>
              <a:ea typeface="Calibri" panose="020F0502020204030204" pitchFamily="34" charset="0"/>
            </a:endParaRPr>
          </a:p>
          <a:p>
            <a:pPr marL="742950" marR="4008755" lvl="1" indent="-285750" algn="l">
              <a:lnSpc>
                <a:spcPct val="107000"/>
              </a:lnSpc>
              <a:spcBef>
                <a:spcPts val="90"/>
              </a:spcBef>
              <a:spcAft>
                <a:spcPts val="0"/>
              </a:spcAft>
              <a:buSzPts val="1200"/>
              <a:buFont typeface="Courier New" panose="02070309020205020404" pitchFamily="49" charset="0"/>
              <a:buChar char="o"/>
              <a:tabLst>
                <a:tab pos="988695" algn="l"/>
                <a:tab pos="1031240" algn="l"/>
              </a:tabLst>
            </a:pPr>
            <a:r>
              <a:rPr lang="fr-FR" sz="1400" spc="-10" dirty="0">
                <a:effectLst/>
                <a:latin typeface="Calibri" panose="020F0502020204030204" pitchFamily="34" charset="0"/>
                <a:ea typeface="Calibri" panose="020F0502020204030204" pitchFamily="34" charset="0"/>
              </a:rPr>
              <a:t>Marque: Honda </a:t>
            </a:r>
          </a:p>
          <a:p>
            <a:pPr marR="4008755" lvl="1" algn="l">
              <a:lnSpc>
                <a:spcPct val="107000"/>
              </a:lnSpc>
              <a:spcBef>
                <a:spcPts val="90"/>
              </a:spcBef>
              <a:spcAft>
                <a:spcPts val="0"/>
              </a:spcAft>
              <a:buSzPts val="1200"/>
              <a:tabLst>
                <a:tab pos="988695" algn="l"/>
                <a:tab pos="1031240" algn="l"/>
              </a:tabLst>
            </a:pPr>
            <a:r>
              <a:rPr lang="fr-FR" sz="1400" spc="-10" dirty="0">
                <a:effectLst/>
                <a:latin typeface="Calibri" panose="020F0502020204030204" pitchFamily="34" charset="0"/>
                <a:ea typeface="Calibri" panose="020F0502020204030204" pitchFamily="34" charset="0"/>
              </a:rPr>
              <a:t>         chevaux:8</a:t>
            </a:r>
            <a:endParaRPr lang="fr-FR" sz="1400" spc="0" dirty="0">
              <a:effectLst/>
              <a:latin typeface="Calibri" panose="020F0502020204030204" pitchFamily="34" charset="0"/>
              <a:ea typeface="Calibri" panose="020F0502020204030204" pitchFamily="34" charset="0"/>
            </a:endParaRPr>
          </a:p>
          <a:p>
            <a:pPr marL="742950" lvl="1" indent="-285750" algn="l">
              <a:spcBef>
                <a:spcPts val="5"/>
              </a:spcBef>
              <a:buSzPts val="1200"/>
              <a:buFont typeface="Courier New" panose="02070309020205020404" pitchFamily="49" charset="0"/>
              <a:buChar char="o"/>
              <a:tabLst>
                <a:tab pos="988695" algn="l"/>
              </a:tabLst>
            </a:pPr>
            <a:r>
              <a:rPr lang="fr-FR" sz="1400" spc="0" dirty="0">
                <a:effectLst/>
                <a:latin typeface="Calibri" panose="020F0502020204030204" pitchFamily="34" charset="0"/>
                <a:ea typeface="Calibri" panose="020F0502020204030204" pitchFamily="34" charset="0"/>
              </a:rPr>
              <a:t>Marque</a:t>
            </a:r>
            <a:r>
              <a:rPr lang="fr-FR" sz="1400" spc="-20" dirty="0">
                <a:effectLst/>
                <a:latin typeface="Calibri" panose="020F0502020204030204" pitchFamily="34" charset="0"/>
                <a:ea typeface="Calibri" panose="020F0502020204030204" pitchFamily="34" charset="0"/>
              </a:rPr>
              <a:t> </a:t>
            </a:r>
            <a:r>
              <a:rPr lang="fr-FR" sz="1400" spc="-50" dirty="0">
                <a:effectLst/>
                <a:latin typeface="Calibri" panose="020F0502020204030204" pitchFamily="34" charset="0"/>
                <a:ea typeface="Calibri" panose="020F0502020204030204" pitchFamily="34" charset="0"/>
              </a:rPr>
              <a:t>:</a:t>
            </a:r>
            <a:endParaRPr lang="fr-FR" sz="1400" dirty="0">
              <a:latin typeface="Calibri" panose="020F0502020204030204" pitchFamily="34" charset="0"/>
              <a:ea typeface="Calibri" panose="020F0502020204030204" pitchFamily="34" charset="0"/>
            </a:endParaRPr>
          </a:p>
          <a:p>
            <a:pPr lvl="1" algn="l">
              <a:spcBef>
                <a:spcPts val="5"/>
              </a:spcBef>
              <a:buSzPts val="1200"/>
              <a:tabLst>
                <a:tab pos="988695" algn="l"/>
              </a:tabLst>
            </a:pPr>
            <a:r>
              <a:rPr lang="fr-FR" sz="1400" dirty="0">
                <a:effectLst/>
                <a:latin typeface="Calibri" panose="020F0502020204030204" pitchFamily="34" charset="0"/>
                <a:ea typeface="Calibri" panose="020F0502020204030204" pitchFamily="34" charset="0"/>
              </a:rPr>
              <a:t>          chevaux</a:t>
            </a:r>
            <a:r>
              <a:rPr lang="fr-FR" sz="1400" spc="-35" dirty="0">
                <a:effectLst/>
                <a:latin typeface="Calibri" panose="020F0502020204030204" pitchFamily="34" charset="0"/>
                <a:ea typeface="Calibri" panose="020F0502020204030204" pitchFamily="34" charset="0"/>
              </a:rPr>
              <a:t> </a:t>
            </a:r>
            <a:r>
              <a:rPr lang="fr-FR" sz="1400" spc="-50" dirty="0">
                <a:effectLst/>
                <a:latin typeface="Calibri" panose="020F0502020204030204" pitchFamily="34" charset="0"/>
                <a:ea typeface="Calibri" panose="020F0502020204030204" pitchFamily="34" charset="0"/>
              </a:rPr>
              <a:t>:</a:t>
            </a:r>
            <a:endParaRPr lang="fr-FR" sz="1400" dirty="0">
              <a:effectLst/>
              <a:latin typeface="Calibri" panose="020F0502020204030204" pitchFamily="34" charset="0"/>
              <a:ea typeface="Calibri" panose="020F0502020204030204" pitchFamily="34" charset="0"/>
            </a:endParaRPr>
          </a:p>
          <a:p>
            <a:pPr marL="742950" lvl="1" indent="-285750" algn="l">
              <a:spcBef>
                <a:spcPts val="120"/>
              </a:spcBef>
              <a:buSzPts val="1200"/>
              <a:buFont typeface="Courier New" panose="02070309020205020404" pitchFamily="49" charset="0"/>
              <a:buChar char="o"/>
              <a:tabLst>
                <a:tab pos="988695" algn="l"/>
              </a:tabLst>
            </a:pPr>
            <a:r>
              <a:rPr lang="fr-FR" sz="1400" spc="0" dirty="0">
                <a:effectLst/>
                <a:latin typeface="Calibri" panose="020F0502020204030204" pitchFamily="34" charset="0"/>
                <a:ea typeface="Calibri" panose="020F0502020204030204" pitchFamily="34" charset="0"/>
              </a:rPr>
              <a:t>N’affiche</a:t>
            </a:r>
            <a:r>
              <a:rPr lang="fr-FR" sz="1400" spc="-25" dirty="0">
                <a:effectLst/>
                <a:latin typeface="Calibri" panose="020F0502020204030204" pitchFamily="34" charset="0"/>
                <a:ea typeface="Calibri" panose="020F0502020204030204" pitchFamily="34" charset="0"/>
              </a:rPr>
              <a:t> </a:t>
            </a:r>
            <a:r>
              <a:rPr lang="fr-FR" sz="1400" spc="-20" dirty="0">
                <a:effectLst/>
                <a:latin typeface="Calibri" panose="020F0502020204030204" pitchFamily="34" charset="0"/>
                <a:ea typeface="Calibri" panose="020F0502020204030204" pitchFamily="34" charset="0"/>
              </a:rPr>
              <a:t>rien</a:t>
            </a:r>
            <a:endParaRPr lang="fr-FR" sz="1400" spc="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155373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8" grpId="0" animBg="1"/>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94851-ED0B-ACEE-E1F7-BAA72B0D4E4E}"/>
            </a:ext>
          </a:extLst>
        </p:cNvPr>
        <p:cNvGrpSpPr/>
        <p:nvPr/>
      </p:nvGrpSpPr>
      <p:grpSpPr>
        <a:xfrm>
          <a:off x="0" y="0"/>
          <a:ext cx="0" cy="0"/>
          <a:chOff x="0" y="0"/>
          <a:chExt cx="0" cy="0"/>
        </a:xfrm>
      </p:grpSpPr>
      <p:sp>
        <p:nvSpPr>
          <p:cNvPr id="3074" name="Rectangle 2059">
            <a:extLst>
              <a:ext uri="{FF2B5EF4-FFF2-40B4-BE49-F238E27FC236}">
                <a16:creationId xmlns:a16="http://schemas.microsoft.com/office/drawing/2014/main" id="{808EF141-1401-ADB8-13FC-33FC7C50F65B}"/>
              </a:ext>
            </a:extLst>
          </p:cNvPr>
          <p:cNvSpPr>
            <a:spLocks noGrp="1" noChangeArrowheads="1"/>
          </p:cNvSpPr>
          <p:nvPr>
            <p:ph type="ctrTitle" sz="quarter"/>
          </p:nvPr>
        </p:nvSpPr>
        <p:spPr>
          <a:xfrm>
            <a:off x="1289304" y="1972019"/>
            <a:ext cx="7091216" cy="1542363"/>
          </a:xfrm>
          <a:solidFill>
            <a:schemeClr val="bg1">
              <a:alpha val="50195"/>
            </a:schemeClr>
          </a:solidFill>
          <a:ln>
            <a:miter lim="800000"/>
            <a:headEnd/>
            <a:tailEnd/>
          </a:ln>
        </p:spPr>
        <p:txBody>
          <a:bodyPr>
            <a:normAutofit/>
          </a:bodyPr>
          <a:lstStyle/>
          <a:p>
            <a:pPr algn="ctr" fontAlgn="ctr">
              <a:spcBef>
                <a:spcPts val="0"/>
              </a:spcBef>
              <a:buSzPts val="1600"/>
            </a:pPr>
            <a:r>
              <a:rPr lang="fr-FR" sz="3600" b="1" dirty="0" err="1">
                <a:solidFill>
                  <a:schemeClr val="bg1"/>
                </a:solidFill>
                <a:latin typeface="Times New Roman" panose="02020603050405020304" pitchFamily="18" charset="0"/>
              </a:rPr>
              <a:t>React</a:t>
            </a:r>
            <a:r>
              <a:rPr lang="fr-FR" sz="3600" b="1" dirty="0">
                <a:solidFill>
                  <a:schemeClr val="bg1"/>
                </a:solidFill>
                <a:latin typeface="Times New Roman" panose="02020603050405020304" pitchFamily="18" charset="0"/>
              </a:rPr>
              <a:t> JS</a:t>
            </a:r>
            <a:br>
              <a:rPr lang="fr-FR" sz="3600" b="1" i="0" u="none" strike="noStrike" dirty="0">
                <a:solidFill>
                  <a:srgbClr val="000000"/>
                </a:solidFill>
                <a:effectLst/>
                <a:latin typeface="Times New Roman" panose="02020603050405020304" pitchFamily="18" charset="0"/>
              </a:rPr>
            </a:br>
            <a:endParaRPr lang="en-US" altLang="fr-FR" dirty="0">
              <a:solidFill>
                <a:schemeClr val="bg1"/>
              </a:solidFill>
              <a:latin typeface="Arial" panose="020B0604020202020204" pitchFamily="34" charset="0"/>
            </a:endParaRPr>
          </a:p>
        </p:txBody>
      </p:sp>
      <p:sp>
        <p:nvSpPr>
          <p:cNvPr id="3" name="ZoneTexte 2">
            <a:extLst>
              <a:ext uri="{FF2B5EF4-FFF2-40B4-BE49-F238E27FC236}">
                <a16:creationId xmlns:a16="http://schemas.microsoft.com/office/drawing/2014/main" id="{3817261D-9012-06CF-E770-085BC28BAA3E}"/>
              </a:ext>
            </a:extLst>
          </p:cNvPr>
          <p:cNvSpPr txBox="1"/>
          <p:nvPr/>
        </p:nvSpPr>
        <p:spPr>
          <a:xfrm>
            <a:off x="1289304" y="3707175"/>
            <a:ext cx="7091216" cy="2769989"/>
          </a:xfrm>
          <a:prstGeom prst="rect">
            <a:avLst/>
          </a:prstGeom>
          <a:noFill/>
        </p:spPr>
        <p:txBody>
          <a:bodyPr wrap="square">
            <a:spAutoFit/>
          </a:bodyPr>
          <a:lstStyle/>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Introduction à </a:t>
            </a:r>
            <a:r>
              <a:rPr lang="fr-FR" sz="2000" dirty="0" err="1">
                <a:solidFill>
                  <a:schemeClr val="bg1"/>
                </a:solidFill>
                <a:latin typeface="+mn-lt"/>
              </a:rPr>
              <a:t>React</a:t>
            </a:r>
            <a:r>
              <a:rPr lang="fr-FR" sz="2000" dirty="0">
                <a:solidFill>
                  <a:schemeClr val="bg1"/>
                </a:solidFill>
                <a:latin typeface="+mn-lt"/>
              </a:rPr>
              <a:t> JS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b="1" dirty="0">
                <a:solidFill>
                  <a:srgbClr val="FFC000"/>
                </a:solidFill>
                <a:latin typeface="+mn-lt"/>
              </a:rPr>
              <a:t>State et </a:t>
            </a:r>
            <a:r>
              <a:rPr lang="fr-FR" sz="2000" b="1" dirty="0" err="1">
                <a:solidFill>
                  <a:srgbClr val="FFC000"/>
                </a:solidFill>
                <a:latin typeface="+mn-lt"/>
              </a:rPr>
              <a:t>Props</a:t>
            </a:r>
            <a:endParaRPr lang="fr-FR" sz="2000" b="1" dirty="0">
              <a:solidFill>
                <a:srgbClr val="FFC000"/>
              </a:solidFill>
              <a:latin typeface="+mn-lt"/>
            </a:endParaRP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Gestion des événements et formulaires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err="1">
                <a:solidFill>
                  <a:schemeClr val="bg1"/>
                </a:solidFill>
                <a:latin typeface="+mn-lt"/>
              </a:rPr>
              <a:t>Routing</a:t>
            </a:r>
            <a:r>
              <a:rPr lang="fr-FR" sz="2000" dirty="0">
                <a:solidFill>
                  <a:schemeClr val="bg1"/>
                </a:solidFill>
                <a:latin typeface="+mn-lt"/>
              </a:rPr>
              <a:t> avec </a:t>
            </a:r>
            <a:r>
              <a:rPr lang="fr-FR" sz="2000" dirty="0" err="1">
                <a:solidFill>
                  <a:schemeClr val="bg1"/>
                </a:solidFill>
                <a:latin typeface="+mn-lt"/>
              </a:rPr>
              <a:t>React</a:t>
            </a:r>
            <a:r>
              <a:rPr lang="fr-FR" sz="2000" dirty="0">
                <a:solidFill>
                  <a:schemeClr val="bg1"/>
                </a:solidFill>
                <a:latin typeface="+mn-lt"/>
              </a:rPr>
              <a:t> Router</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err="1">
                <a:solidFill>
                  <a:schemeClr val="bg1"/>
                </a:solidFill>
                <a:latin typeface="+mn-lt"/>
              </a:rPr>
              <a:t>Hooks</a:t>
            </a:r>
            <a:r>
              <a:rPr lang="fr-FR" sz="2000" dirty="0">
                <a:solidFill>
                  <a:schemeClr val="bg1"/>
                </a:solidFill>
                <a:latin typeface="+mn-lt"/>
              </a:rPr>
              <a:t> avancés et contexte</a:t>
            </a:r>
            <a:br>
              <a:rPr lang="fr-FR" sz="1200" b="0" i="0" u="none" strike="noStrike" dirty="0">
                <a:solidFill>
                  <a:schemeClr val="bg1"/>
                </a:solidFill>
                <a:effectLst/>
                <a:latin typeface="Arial" panose="020B0604020202020204" pitchFamily="34" charset="0"/>
              </a:rPr>
            </a:br>
            <a:endParaRPr lang="fr-FR" dirty="0">
              <a:solidFill>
                <a:schemeClr val="bg1"/>
              </a:solidFill>
            </a:endParaRPr>
          </a:p>
        </p:txBody>
      </p:sp>
      <p:pic>
        <p:nvPicPr>
          <p:cNvPr id="2" name="Image 1">
            <a:extLst>
              <a:ext uri="{FF2B5EF4-FFF2-40B4-BE49-F238E27FC236}">
                <a16:creationId xmlns:a16="http://schemas.microsoft.com/office/drawing/2014/main" id="{4D772151-5611-1A53-D435-15967D5F660A}"/>
              </a:ext>
            </a:extLst>
          </p:cNvPr>
          <p:cNvPicPr>
            <a:picLocks noChangeAspect="1"/>
          </p:cNvPicPr>
          <p:nvPr/>
        </p:nvPicPr>
        <p:blipFill>
          <a:blip r:embed="rId3"/>
          <a:stretch>
            <a:fillRect/>
          </a:stretch>
        </p:blipFill>
        <p:spPr>
          <a:xfrm>
            <a:off x="4124745" y="829020"/>
            <a:ext cx="894509" cy="870333"/>
          </a:xfrm>
          <a:prstGeom prst="rect">
            <a:avLst/>
          </a:prstGeom>
        </p:spPr>
      </p:pic>
    </p:spTree>
    <p:extLst>
      <p:ext uri="{BB962C8B-B14F-4D97-AF65-F5344CB8AC3E}">
        <p14:creationId xmlns:p14="http://schemas.microsoft.com/office/powerpoint/2010/main" val="423265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2" name="Textbox 18">
            <a:extLst>
              <a:ext uri="{FF2B5EF4-FFF2-40B4-BE49-F238E27FC236}">
                <a16:creationId xmlns:a16="http://schemas.microsoft.com/office/drawing/2014/main" id="{044FD2DE-C480-8DDF-333B-00C8DB015D7A}"/>
              </a:ext>
            </a:extLst>
          </p:cNvPr>
          <p:cNvSpPr txBox="1">
            <a:spLocks/>
          </p:cNvSpPr>
          <p:nvPr/>
        </p:nvSpPr>
        <p:spPr>
          <a:xfrm>
            <a:off x="922894" y="1244350"/>
            <a:ext cx="3834041" cy="1498850"/>
          </a:xfrm>
          <a:prstGeom prst="rect">
            <a:avLst/>
          </a:prstGeom>
          <a:solidFill>
            <a:srgbClr val="1E1E1E"/>
          </a:solidFill>
        </p:spPr>
        <p:txBody>
          <a:bodyPr wrap="none" lIns="0" tIns="0" rIns="0" bIns="0" rtlCol="0">
            <a:noAutofit/>
          </a:bodyPr>
          <a:lstStyle/>
          <a:p>
            <a:pPr marL="17780" algn="l">
              <a:spcBef>
                <a:spcPts val="65"/>
              </a:spcBef>
              <a:spcAft>
                <a:spcPts val="0"/>
              </a:spcAft>
            </a:pPr>
            <a:r>
              <a:rPr lang="en-US" sz="1100" dirty="0">
                <a:solidFill>
                  <a:srgbClr val="C585C0"/>
                </a:solidFill>
                <a:effectLst/>
                <a:latin typeface="Calibri" panose="020F0502020204030204" pitchFamily="34" charset="0"/>
                <a:ea typeface="Calibri" panose="020F0502020204030204" pitchFamily="34" charset="0"/>
              </a:rPr>
              <a:t>import</a:t>
            </a:r>
            <a:r>
              <a:rPr lang="en-US" sz="1100" spc="-15" dirty="0">
                <a:solidFill>
                  <a:srgbClr val="C585C0"/>
                </a:solidFill>
                <a:effectLst/>
                <a:latin typeface="Calibri" panose="020F0502020204030204" pitchFamily="34" charset="0"/>
                <a:ea typeface="Calibri" panose="020F0502020204030204" pitchFamily="34" charset="0"/>
              </a:rPr>
              <a:t> </a:t>
            </a:r>
            <a:r>
              <a:rPr lang="en-US" sz="1100" dirty="0">
                <a:solidFill>
                  <a:srgbClr val="9CDCFD"/>
                </a:solidFill>
                <a:effectLst/>
                <a:latin typeface="Calibri" panose="020F0502020204030204" pitchFamily="34" charset="0"/>
                <a:ea typeface="Calibri" panose="020F0502020204030204" pitchFamily="34" charset="0"/>
              </a:rPr>
              <a:t>React</a:t>
            </a:r>
            <a:r>
              <a:rPr lang="en-US" sz="1100" spc="-15" dirty="0">
                <a:solidFill>
                  <a:srgbClr val="9CDCFD"/>
                </a:solidFill>
                <a:effectLst/>
                <a:latin typeface="Calibri" panose="020F0502020204030204" pitchFamily="34" charset="0"/>
                <a:ea typeface="Calibri" panose="020F0502020204030204" pitchFamily="34" charset="0"/>
              </a:rPr>
              <a:t> </a:t>
            </a:r>
            <a:r>
              <a:rPr lang="en-US" sz="1100" dirty="0">
                <a:solidFill>
                  <a:srgbClr val="C585C0"/>
                </a:solidFill>
                <a:effectLst/>
                <a:latin typeface="Calibri" panose="020F0502020204030204" pitchFamily="34" charset="0"/>
                <a:ea typeface="Calibri" panose="020F0502020204030204" pitchFamily="34" charset="0"/>
              </a:rPr>
              <a:t>from</a:t>
            </a:r>
            <a:r>
              <a:rPr lang="en-US" sz="1100" spc="-10" dirty="0">
                <a:solidFill>
                  <a:srgbClr val="C585C0"/>
                </a:solidFill>
                <a:effectLst/>
                <a:latin typeface="Calibri" panose="020F0502020204030204" pitchFamily="34" charset="0"/>
                <a:ea typeface="Calibri" panose="020F0502020204030204" pitchFamily="34" charset="0"/>
              </a:rPr>
              <a:t> </a:t>
            </a:r>
            <a:r>
              <a:rPr lang="en-US" sz="1100" spc="-10" dirty="0">
                <a:solidFill>
                  <a:srgbClr val="CE9178"/>
                </a:solidFill>
                <a:effectLst/>
                <a:latin typeface="Calibri" panose="020F0502020204030204" pitchFamily="34" charset="0"/>
                <a:ea typeface="Calibri" panose="020F0502020204030204" pitchFamily="34" charset="0"/>
              </a:rPr>
              <a:t>'react'</a:t>
            </a:r>
            <a:endParaRPr lang="fr-FR" sz="1100" dirty="0">
              <a:effectLst/>
              <a:latin typeface="Calibri" panose="020F0502020204030204" pitchFamily="34" charset="0"/>
              <a:ea typeface="Calibri" panose="020F0502020204030204" pitchFamily="34" charset="0"/>
            </a:endParaRPr>
          </a:p>
          <a:p>
            <a:pPr marL="176530" marR="3035300" indent="-158750" algn="l">
              <a:lnSpc>
                <a:spcPct val="105000"/>
              </a:lnSpc>
              <a:spcBef>
                <a:spcPts val="85"/>
              </a:spcBef>
              <a:spcAft>
                <a:spcPts val="0"/>
              </a:spcAft>
            </a:pPr>
            <a:r>
              <a:rPr lang="en-US" sz="1100" dirty="0">
                <a:solidFill>
                  <a:srgbClr val="C585C0"/>
                </a:solidFill>
                <a:effectLst/>
                <a:latin typeface="Calibri" panose="020F0502020204030204" pitchFamily="34" charset="0"/>
                <a:ea typeface="Calibri" panose="020F0502020204030204" pitchFamily="34" charset="0"/>
              </a:rPr>
              <a:t>export</a:t>
            </a:r>
            <a:r>
              <a:rPr lang="en-US" sz="1100" spc="-60" dirty="0">
                <a:solidFill>
                  <a:srgbClr val="C585C0"/>
                </a:solidFill>
                <a:effectLst/>
                <a:latin typeface="Calibri" panose="020F0502020204030204" pitchFamily="34" charset="0"/>
                <a:ea typeface="Calibri" panose="020F0502020204030204" pitchFamily="34" charset="0"/>
              </a:rPr>
              <a:t> </a:t>
            </a:r>
            <a:r>
              <a:rPr lang="en-US" sz="1100" dirty="0">
                <a:solidFill>
                  <a:srgbClr val="C585C0"/>
                </a:solidFill>
                <a:effectLst/>
                <a:latin typeface="Calibri" panose="020F0502020204030204" pitchFamily="34" charset="0"/>
                <a:ea typeface="Calibri" panose="020F0502020204030204" pitchFamily="34" charset="0"/>
              </a:rPr>
              <a:t>default</a:t>
            </a:r>
            <a:r>
              <a:rPr lang="en-US" sz="1100" spc="-60" dirty="0">
                <a:solidFill>
                  <a:srgbClr val="C585C0"/>
                </a:solidFill>
                <a:effectLst/>
                <a:latin typeface="Calibri" panose="020F0502020204030204" pitchFamily="34" charset="0"/>
                <a:ea typeface="Calibri" panose="020F0502020204030204" pitchFamily="34" charset="0"/>
              </a:rPr>
              <a:t> </a:t>
            </a:r>
            <a:r>
              <a:rPr lang="en-US" sz="1100" dirty="0">
                <a:solidFill>
                  <a:srgbClr val="559CD5"/>
                </a:solidFill>
                <a:effectLst/>
                <a:latin typeface="Calibri" panose="020F0502020204030204" pitchFamily="34" charset="0"/>
                <a:ea typeface="Calibri" panose="020F0502020204030204" pitchFamily="34" charset="0"/>
              </a:rPr>
              <a:t>function</a:t>
            </a:r>
            <a:r>
              <a:rPr lang="en-US" sz="1100" spc="-60" dirty="0">
                <a:solidFill>
                  <a:srgbClr val="559CD5"/>
                </a:solidFill>
                <a:effectLst/>
                <a:latin typeface="Calibri" panose="020F0502020204030204" pitchFamily="34" charset="0"/>
                <a:ea typeface="Calibri" panose="020F0502020204030204" pitchFamily="34" charset="0"/>
              </a:rPr>
              <a:t> </a:t>
            </a:r>
            <a:r>
              <a:rPr lang="en-US" sz="1100" dirty="0">
                <a:solidFill>
                  <a:srgbClr val="DCDCAA"/>
                </a:solidFill>
                <a:effectLst/>
                <a:latin typeface="Calibri" panose="020F0502020204030204" pitchFamily="34" charset="0"/>
                <a:ea typeface="Calibri" panose="020F0502020204030204" pitchFamily="34" charset="0"/>
              </a:rPr>
              <a:t>Presentation</a:t>
            </a:r>
            <a:r>
              <a:rPr lang="en-US" sz="1100" dirty="0">
                <a:solidFill>
                  <a:srgbClr val="D3D3D3"/>
                </a:solidFill>
                <a:effectLst/>
                <a:latin typeface="Calibri" panose="020F0502020204030204" pitchFamily="34" charset="0"/>
                <a:ea typeface="Calibri" panose="020F0502020204030204" pitchFamily="34" charset="0"/>
              </a:rPr>
              <a:t>(</a:t>
            </a:r>
            <a:r>
              <a:rPr lang="en-US" sz="1100" dirty="0">
                <a:solidFill>
                  <a:srgbClr val="9CDCFD"/>
                </a:solidFill>
                <a:effectLst/>
                <a:latin typeface="Calibri" panose="020F0502020204030204" pitchFamily="34" charset="0"/>
                <a:ea typeface="Calibri" panose="020F0502020204030204" pitchFamily="34" charset="0"/>
              </a:rPr>
              <a:t>props</a:t>
            </a:r>
            <a:r>
              <a:rPr lang="en-US" sz="1100" dirty="0">
                <a:solidFill>
                  <a:srgbClr val="D3D3D3"/>
                </a:solidFill>
                <a:effectLst/>
                <a:latin typeface="Calibri" panose="020F0502020204030204" pitchFamily="34" charset="0"/>
                <a:ea typeface="Calibri" panose="020F0502020204030204" pitchFamily="34" charset="0"/>
              </a:rPr>
              <a:t>){ </a:t>
            </a:r>
            <a:r>
              <a:rPr lang="en-US" sz="1100" dirty="0">
                <a:solidFill>
                  <a:srgbClr val="559CD5"/>
                </a:solidFill>
                <a:effectLst/>
                <a:latin typeface="Calibri" panose="020F0502020204030204" pitchFamily="34" charset="0"/>
                <a:ea typeface="Calibri" panose="020F0502020204030204" pitchFamily="34" charset="0"/>
              </a:rPr>
              <a:t>const </a:t>
            </a:r>
            <a:r>
              <a:rPr lang="en-US" sz="1100" dirty="0">
                <a:solidFill>
                  <a:srgbClr val="4FC1FF"/>
                </a:solidFill>
                <a:effectLst/>
                <a:latin typeface="Calibri" panose="020F0502020204030204" pitchFamily="34" charset="0"/>
                <a:ea typeface="Calibri" panose="020F0502020204030204" pitchFamily="34" charset="0"/>
              </a:rPr>
              <a:t>nom</a:t>
            </a:r>
            <a:r>
              <a:rPr lang="en-US" sz="1100" dirty="0">
                <a:solidFill>
                  <a:srgbClr val="D3D3D3"/>
                </a:solidFill>
                <a:effectLst/>
                <a:latin typeface="Calibri" panose="020F0502020204030204" pitchFamily="34" charset="0"/>
                <a:ea typeface="Calibri" panose="020F0502020204030204" pitchFamily="34" charset="0"/>
              </a:rPr>
              <a:t>=</a:t>
            </a:r>
            <a:r>
              <a:rPr lang="en-US" sz="1100" dirty="0">
                <a:solidFill>
                  <a:srgbClr val="CE9178"/>
                </a:solidFill>
                <a:effectLst/>
                <a:latin typeface="Calibri" panose="020F0502020204030204" pitchFamily="34" charset="0"/>
                <a:ea typeface="Calibri" panose="020F0502020204030204" pitchFamily="34" charset="0"/>
              </a:rPr>
              <a:t>"Rami"</a:t>
            </a:r>
            <a:endParaRPr lang="fr-FR" sz="1100" dirty="0">
              <a:effectLst/>
              <a:latin typeface="Calibri" panose="020F0502020204030204" pitchFamily="34" charset="0"/>
              <a:ea typeface="Calibri" panose="020F0502020204030204" pitchFamily="34" charset="0"/>
            </a:endParaRPr>
          </a:p>
          <a:p>
            <a:pPr marL="146050" marR="4237355" indent="30480" algn="l">
              <a:lnSpc>
                <a:spcPct val="105000"/>
              </a:lnSpc>
              <a:spcAft>
                <a:spcPts val="0"/>
              </a:spcAft>
            </a:pPr>
            <a:r>
              <a:rPr lang="en-US" sz="1100" dirty="0">
                <a:solidFill>
                  <a:srgbClr val="559CD5"/>
                </a:solidFill>
                <a:effectLst/>
                <a:latin typeface="Calibri" panose="020F0502020204030204" pitchFamily="34" charset="0"/>
                <a:ea typeface="Calibri" panose="020F0502020204030204" pitchFamily="34" charset="0"/>
              </a:rPr>
              <a:t>const</a:t>
            </a:r>
            <a:r>
              <a:rPr lang="en-US" sz="1100" spc="-65" dirty="0">
                <a:solidFill>
                  <a:srgbClr val="559CD5"/>
                </a:solidFill>
                <a:effectLst/>
                <a:latin typeface="Calibri" panose="020F0502020204030204" pitchFamily="34" charset="0"/>
                <a:ea typeface="Calibri" panose="020F0502020204030204" pitchFamily="34" charset="0"/>
              </a:rPr>
              <a:t> </a:t>
            </a:r>
            <a:r>
              <a:rPr lang="en-US" sz="1100" dirty="0" err="1">
                <a:solidFill>
                  <a:srgbClr val="4FC1FF"/>
                </a:solidFill>
                <a:effectLst/>
                <a:latin typeface="Calibri" panose="020F0502020204030204" pitchFamily="34" charset="0"/>
                <a:ea typeface="Calibri" panose="020F0502020204030204" pitchFamily="34" charset="0"/>
              </a:rPr>
              <a:t>prenom</a:t>
            </a:r>
            <a:r>
              <a:rPr lang="en-US" sz="1100" dirty="0">
                <a:solidFill>
                  <a:srgbClr val="D3D3D3"/>
                </a:solidFill>
                <a:effectLst/>
                <a:latin typeface="Calibri" panose="020F0502020204030204" pitchFamily="34" charset="0"/>
                <a:ea typeface="Calibri" panose="020F0502020204030204" pitchFamily="34" charset="0"/>
              </a:rPr>
              <a:t>=</a:t>
            </a:r>
            <a:r>
              <a:rPr lang="en-US" sz="1100" dirty="0">
                <a:solidFill>
                  <a:srgbClr val="CE9178"/>
                </a:solidFill>
                <a:effectLst/>
                <a:latin typeface="Calibri" panose="020F0502020204030204" pitchFamily="34" charset="0"/>
                <a:ea typeface="Calibri" panose="020F0502020204030204" pitchFamily="34" charset="0"/>
              </a:rPr>
              <a:t>"Ahmed" </a:t>
            </a:r>
            <a:r>
              <a:rPr lang="en-US" sz="1100" dirty="0">
                <a:solidFill>
                  <a:srgbClr val="C585C0"/>
                </a:solidFill>
                <a:effectLst/>
                <a:latin typeface="Calibri" panose="020F0502020204030204" pitchFamily="34" charset="0"/>
                <a:ea typeface="Calibri" panose="020F0502020204030204" pitchFamily="34" charset="0"/>
              </a:rPr>
              <a:t>return </a:t>
            </a:r>
            <a:r>
              <a:rPr lang="en-US" sz="1100" dirty="0">
                <a:solidFill>
                  <a:srgbClr val="D3D3D3"/>
                </a:solidFill>
                <a:effectLst/>
                <a:latin typeface="Calibri" panose="020F0502020204030204" pitchFamily="34" charset="0"/>
                <a:ea typeface="Calibri" panose="020F0502020204030204" pitchFamily="34" charset="0"/>
              </a:rPr>
              <a:t>(</a:t>
            </a:r>
            <a:endParaRPr lang="fr-FR" sz="1100" dirty="0">
              <a:effectLst/>
              <a:latin typeface="Calibri" panose="020F0502020204030204" pitchFamily="34" charset="0"/>
              <a:ea typeface="Calibri" panose="020F0502020204030204" pitchFamily="34" charset="0"/>
            </a:endParaRPr>
          </a:p>
          <a:p>
            <a:pPr marL="271145" algn="l">
              <a:spcBef>
                <a:spcPts val="10"/>
              </a:spcBef>
              <a:spcAft>
                <a:spcPts val="0"/>
              </a:spcAft>
            </a:pPr>
            <a:r>
              <a:rPr lang="en-US" sz="1100" dirty="0">
                <a:solidFill>
                  <a:srgbClr val="808080"/>
                </a:solidFill>
                <a:effectLst/>
                <a:latin typeface="Calibri" panose="020F0502020204030204" pitchFamily="34" charset="0"/>
                <a:ea typeface="Calibri" panose="020F0502020204030204" pitchFamily="34" charset="0"/>
              </a:rPr>
              <a:t>&lt;</a:t>
            </a:r>
            <a:r>
              <a:rPr lang="en-US" sz="1100" dirty="0">
                <a:solidFill>
                  <a:srgbClr val="559CD5"/>
                </a:solidFill>
                <a:effectLst/>
                <a:latin typeface="Calibri" panose="020F0502020204030204" pitchFamily="34" charset="0"/>
                <a:ea typeface="Calibri" panose="020F0502020204030204" pitchFamily="34" charset="0"/>
              </a:rPr>
              <a:t>div</a:t>
            </a:r>
            <a:r>
              <a:rPr lang="en-US" sz="1100" spc="-25" dirty="0">
                <a:solidFill>
                  <a:srgbClr val="559CD5"/>
                </a:solidFill>
                <a:effectLst/>
                <a:latin typeface="Calibri" panose="020F0502020204030204" pitchFamily="34" charset="0"/>
                <a:ea typeface="Calibri" panose="020F0502020204030204" pitchFamily="34" charset="0"/>
              </a:rPr>
              <a:t> </a:t>
            </a:r>
            <a:r>
              <a:rPr lang="en-US" sz="1100" spc="-50" dirty="0">
                <a:solidFill>
                  <a:srgbClr val="808080"/>
                </a:solidFill>
                <a:effectLst/>
                <a:latin typeface="Calibri" panose="020F0502020204030204" pitchFamily="34" charset="0"/>
                <a:ea typeface="Calibri" panose="020F0502020204030204" pitchFamily="34" charset="0"/>
              </a:rPr>
              <a:t>&gt;</a:t>
            </a:r>
            <a:endParaRPr lang="fr-FR" sz="1100" dirty="0">
              <a:effectLst/>
              <a:latin typeface="Calibri" panose="020F0502020204030204" pitchFamily="34" charset="0"/>
              <a:ea typeface="Calibri" panose="020F0502020204030204" pitchFamily="34" charset="0"/>
            </a:endParaRPr>
          </a:p>
          <a:p>
            <a:pPr marL="397510" algn="l"/>
            <a:r>
              <a:rPr lang="fr-FR" sz="1100" dirty="0">
                <a:solidFill>
                  <a:srgbClr val="808080"/>
                </a:solidFill>
                <a:effectLst/>
                <a:latin typeface="Calibri" panose="020F0502020204030204" pitchFamily="34" charset="0"/>
                <a:ea typeface="Calibri" panose="020F0502020204030204" pitchFamily="34" charset="0"/>
              </a:rPr>
              <a:t>&lt;</a:t>
            </a:r>
            <a:r>
              <a:rPr lang="fr-FR" sz="1100" dirty="0">
                <a:solidFill>
                  <a:srgbClr val="559CD5"/>
                </a:solidFill>
                <a:effectLst/>
                <a:latin typeface="Calibri" panose="020F0502020204030204" pitchFamily="34" charset="0"/>
                <a:ea typeface="Calibri" panose="020F0502020204030204" pitchFamily="34" charset="0"/>
              </a:rPr>
              <a:t>h2</a:t>
            </a:r>
            <a:r>
              <a:rPr lang="fr-FR" sz="1100" dirty="0">
                <a:solidFill>
                  <a:srgbClr val="808080"/>
                </a:solidFill>
                <a:effectLst/>
                <a:latin typeface="Calibri" panose="020F0502020204030204" pitchFamily="34" charset="0"/>
                <a:ea typeface="Calibri" panose="020F0502020204030204" pitchFamily="34" charset="0"/>
              </a:rPr>
              <a:t>&gt;</a:t>
            </a:r>
            <a:r>
              <a:rPr lang="fr-FR" sz="1100" dirty="0">
                <a:solidFill>
                  <a:srgbClr val="D3D3D3"/>
                </a:solidFill>
                <a:effectLst/>
                <a:latin typeface="Calibri" panose="020F0502020204030204" pitchFamily="34" charset="0"/>
                <a:ea typeface="Calibri" panose="020F0502020204030204" pitchFamily="34" charset="0"/>
              </a:rPr>
              <a:t>Salut</a:t>
            </a:r>
            <a:r>
              <a:rPr lang="fr-FR" sz="1100" spc="-25" dirty="0">
                <a:solidFill>
                  <a:srgbClr val="D3D3D3"/>
                </a:solidFill>
                <a:effectLst/>
                <a:latin typeface="Calibri" panose="020F0502020204030204" pitchFamily="34" charset="0"/>
                <a:ea typeface="Calibri" panose="020F0502020204030204" pitchFamily="34" charset="0"/>
              </a:rPr>
              <a:t> </a:t>
            </a:r>
            <a:r>
              <a:rPr lang="fr-FR" sz="1100" dirty="0">
                <a:solidFill>
                  <a:srgbClr val="D3D3D3"/>
                </a:solidFill>
                <a:effectLst/>
                <a:latin typeface="Calibri" panose="020F0502020204030204" pitchFamily="34" charset="0"/>
                <a:ea typeface="Calibri" panose="020F0502020204030204" pitchFamily="34" charset="0"/>
              </a:rPr>
              <a:t>-nom</a:t>
            </a:r>
            <a:r>
              <a:rPr lang="fr-FR" sz="1100" spc="225" dirty="0">
                <a:solidFill>
                  <a:srgbClr val="D3D3D3"/>
                </a:solidFill>
                <a:effectLst/>
                <a:latin typeface="Calibri" panose="020F0502020204030204" pitchFamily="34" charset="0"/>
                <a:ea typeface="Calibri" panose="020F0502020204030204" pitchFamily="34" charset="0"/>
              </a:rPr>
              <a:t> </a:t>
            </a:r>
            <a:r>
              <a:rPr lang="fr-FR" sz="1100" dirty="0" err="1">
                <a:solidFill>
                  <a:srgbClr val="D3D3D3"/>
                </a:solidFill>
                <a:effectLst/>
                <a:latin typeface="Calibri" panose="020F0502020204030204" pitchFamily="34" charset="0"/>
                <a:ea typeface="Calibri" panose="020F0502020204030204" pitchFamily="34" charset="0"/>
              </a:rPr>
              <a:t>prenom</a:t>
            </a:r>
            <a:r>
              <a:rPr lang="fr-FR" sz="1100" spc="215" dirty="0">
                <a:solidFill>
                  <a:srgbClr val="D3D3D3"/>
                </a:solidFill>
                <a:effectLst/>
                <a:latin typeface="Calibri" panose="020F0502020204030204" pitchFamily="34" charset="0"/>
                <a:ea typeface="Calibri" panose="020F0502020204030204" pitchFamily="34" charset="0"/>
              </a:rPr>
              <a:t> </a:t>
            </a:r>
            <a:r>
              <a:rPr lang="fr-FR" sz="1100" spc="-20" dirty="0">
                <a:solidFill>
                  <a:srgbClr val="808080"/>
                </a:solidFill>
                <a:effectLst/>
                <a:latin typeface="Calibri" panose="020F0502020204030204" pitchFamily="34" charset="0"/>
                <a:ea typeface="Calibri" panose="020F0502020204030204" pitchFamily="34" charset="0"/>
              </a:rPr>
              <a:t>&lt;/</a:t>
            </a:r>
            <a:r>
              <a:rPr lang="fr-FR" sz="1100" spc="-20" dirty="0">
                <a:solidFill>
                  <a:srgbClr val="559CD5"/>
                </a:solidFill>
                <a:effectLst/>
                <a:latin typeface="Calibri" panose="020F0502020204030204" pitchFamily="34" charset="0"/>
                <a:ea typeface="Calibri" panose="020F0502020204030204" pitchFamily="34" charset="0"/>
              </a:rPr>
              <a:t>h2</a:t>
            </a:r>
            <a:r>
              <a:rPr lang="fr-FR" sz="1100" spc="-20" dirty="0">
                <a:solidFill>
                  <a:srgbClr val="808080"/>
                </a:solidFill>
                <a:effectLst/>
                <a:latin typeface="Calibri" panose="020F0502020204030204" pitchFamily="34" charset="0"/>
                <a:ea typeface="Calibri" panose="020F0502020204030204" pitchFamily="34" charset="0"/>
              </a:rPr>
              <a:t>&gt;</a:t>
            </a:r>
            <a:endParaRPr lang="fr-FR" sz="1100" dirty="0">
              <a:effectLst/>
              <a:latin typeface="Calibri" panose="020F0502020204030204" pitchFamily="34" charset="0"/>
              <a:ea typeface="Calibri" panose="020F0502020204030204" pitchFamily="34" charset="0"/>
            </a:endParaRPr>
          </a:p>
          <a:p>
            <a:pPr marL="271145" algn="l">
              <a:spcBef>
                <a:spcPts val="5"/>
              </a:spcBef>
              <a:spcAft>
                <a:spcPts val="0"/>
              </a:spcAft>
            </a:pPr>
            <a:r>
              <a:rPr lang="fr-FR" sz="1100" spc="-10" dirty="0">
                <a:solidFill>
                  <a:srgbClr val="808080"/>
                </a:solidFill>
                <a:effectLst/>
                <a:latin typeface="Calibri" panose="020F0502020204030204" pitchFamily="34" charset="0"/>
                <a:ea typeface="Calibri" panose="020F0502020204030204" pitchFamily="34" charset="0"/>
              </a:rPr>
              <a:t>&lt;/</a:t>
            </a:r>
            <a:r>
              <a:rPr lang="fr-FR" sz="1100" spc="-10" dirty="0">
                <a:solidFill>
                  <a:srgbClr val="559CD5"/>
                </a:solidFill>
                <a:effectLst/>
                <a:latin typeface="Calibri" panose="020F0502020204030204" pitchFamily="34" charset="0"/>
                <a:ea typeface="Calibri" panose="020F0502020204030204" pitchFamily="34" charset="0"/>
              </a:rPr>
              <a:t>div</a:t>
            </a:r>
            <a:r>
              <a:rPr lang="fr-FR" sz="1100" spc="-10" dirty="0">
                <a:solidFill>
                  <a:srgbClr val="808080"/>
                </a:solidFill>
                <a:effectLst/>
                <a:latin typeface="Calibri" panose="020F0502020204030204" pitchFamily="34" charset="0"/>
                <a:ea typeface="Calibri" panose="020F0502020204030204" pitchFamily="34" charset="0"/>
              </a:rPr>
              <a:t>&gt;</a:t>
            </a:r>
            <a:endParaRPr lang="fr-FR" sz="1100" dirty="0">
              <a:effectLst/>
              <a:latin typeface="Calibri" panose="020F0502020204030204" pitchFamily="34" charset="0"/>
              <a:ea typeface="Calibri" panose="020F0502020204030204" pitchFamily="34" charset="0"/>
            </a:endParaRPr>
          </a:p>
          <a:p>
            <a:pPr marL="146050" algn="l">
              <a:spcBef>
                <a:spcPts val="85"/>
              </a:spcBef>
              <a:spcAft>
                <a:spcPts val="0"/>
              </a:spcAft>
            </a:pPr>
            <a:r>
              <a:rPr lang="fr-FR" sz="1100" spc="-50" dirty="0">
                <a:solidFill>
                  <a:srgbClr val="D3D3D3"/>
                </a:solidFill>
                <a:effectLst/>
                <a:latin typeface="Calibri" panose="020F0502020204030204" pitchFamily="34" charset="0"/>
                <a:ea typeface="Calibri" panose="020F0502020204030204" pitchFamily="34" charset="0"/>
              </a:rPr>
              <a:t>)</a:t>
            </a:r>
            <a:endParaRPr lang="fr-FR" sz="1100" dirty="0">
              <a:effectLst/>
              <a:latin typeface="Calibri" panose="020F0502020204030204" pitchFamily="34" charset="0"/>
              <a:ea typeface="Calibri" panose="020F0502020204030204" pitchFamily="34" charset="0"/>
            </a:endParaRPr>
          </a:p>
          <a:p>
            <a:pPr marL="17780" algn="l">
              <a:spcBef>
                <a:spcPts val="75"/>
              </a:spcBef>
              <a:spcAft>
                <a:spcPts val="0"/>
              </a:spcAft>
            </a:pPr>
            <a:r>
              <a:rPr lang="fr-FR" sz="1100" spc="-50" dirty="0">
                <a:solidFill>
                  <a:srgbClr val="D3D3D3"/>
                </a:solidFill>
                <a:effectLst/>
                <a:latin typeface="Calibri" panose="020F0502020204030204" pitchFamily="34" charset="0"/>
                <a:ea typeface="Calibri" panose="020F0502020204030204" pitchFamily="34" charset="0"/>
              </a:rPr>
              <a:t>}</a:t>
            </a:r>
            <a:endParaRPr lang="fr-FR" sz="1100" dirty="0">
              <a:effectLst/>
              <a:latin typeface="Calibri" panose="020F0502020204030204" pitchFamily="34" charset="0"/>
              <a:ea typeface="Calibri" panose="020F0502020204030204" pitchFamily="34" charset="0"/>
            </a:endParaRPr>
          </a:p>
        </p:txBody>
      </p:sp>
      <p:sp>
        <p:nvSpPr>
          <p:cNvPr id="3" name="ZoneTexte 2">
            <a:extLst>
              <a:ext uri="{FF2B5EF4-FFF2-40B4-BE49-F238E27FC236}">
                <a16:creationId xmlns:a16="http://schemas.microsoft.com/office/drawing/2014/main" id="{5438CCC7-7C48-6EF5-A610-62343260AD02}"/>
              </a:ext>
            </a:extLst>
          </p:cNvPr>
          <p:cNvSpPr txBox="1"/>
          <p:nvPr/>
        </p:nvSpPr>
        <p:spPr>
          <a:xfrm>
            <a:off x="328936" y="831758"/>
            <a:ext cx="8462524" cy="6001643"/>
          </a:xfrm>
          <a:prstGeom prst="rect">
            <a:avLst/>
          </a:prstGeom>
          <a:noFill/>
        </p:spPr>
        <p:txBody>
          <a:bodyPr wrap="square">
            <a:spAutoFit/>
          </a:bodyPr>
          <a:lstStyle/>
          <a:p>
            <a:pPr marL="92075" algn="l">
              <a:spcBef>
                <a:spcPts val="595"/>
              </a:spcBef>
            </a:pPr>
            <a:r>
              <a:rPr lang="fr-FR" b="1" dirty="0">
                <a:effectLst/>
                <a:latin typeface="+mn-lt"/>
                <a:ea typeface="Calibri" panose="020F0502020204030204" pitchFamily="34" charset="0"/>
              </a:rPr>
              <a:t>Considéra</a:t>
            </a:r>
            <a:r>
              <a:rPr lang="fr-FR" b="1" dirty="0">
                <a:latin typeface="+mn-lt"/>
                <a:ea typeface="Calibri" panose="020F0502020204030204" pitchFamily="34" charset="0"/>
              </a:rPr>
              <a:t>nt le composant fonctionnelle ci-dessous</a:t>
            </a:r>
          </a:p>
          <a:p>
            <a:pPr marL="539115" algn="l">
              <a:spcBef>
                <a:spcPts val="595"/>
              </a:spcBef>
            </a:pPr>
            <a:endParaRPr lang="fr-FR" b="1" dirty="0">
              <a:effectLst/>
              <a:latin typeface="+mn-lt"/>
              <a:ea typeface="Calibri" panose="020F0502020204030204" pitchFamily="34" charset="0"/>
            </a:endParaRPr>
          </a:p>
          <a:p>
            <a:pPr marL="539115" algn="l">
              <a:spcBef>
                <a:spcPts val="595"/>
              </a:spcBef>
            </a:pPr>
            <a:endParaRPr lang="fr-FR" b="1" dirty="0">
              <a:latin typeface="+mn-lt"/>
              <a:ea typeface="Calibri" panose="020F0502020204030204" pitchFamily="34" charset="0"/>
            </a:endParaRPr>
          </a:p>
          <a:p>
            <a:pPr marL="539115" algn="l">
              <a:spcBef>
                <a:spcPts val="595"/>
              </a:spcBef>
            </a:pPr>
            <a:endParaRPr lang="fr-FR" b="1" dirty="0">
              <a:effectLst/>
              <a:latin typeface="+mn-lt"/>
              <a:ea typeface="Calibri" panose="020F0502020204030204" pitchFamily="34" charset="0"/>
            </a:endParaRPr>
          </a:p>
          <a:p>
            <a:pPr marL="539115" algn="l">
              <a:spcBef>
                <a:spcPts val="595"/>
              </a:spcBef>
            </a:pPr>
            <a:endParaRPr lang="fr-FR" b="1" dirty="0">
              <a:latin typeface="+mn-lt"/>
              <a:ea typeface="Calibri" panose="020F0502020204030204" pitchFamily="34" charset="0"/>
            </a:endParaRPr>
          </a:p>
          <a:p>
            <a:pPr marL="539115" algn="l">
              <a:spcBef>
                <a:spcPts val="595"/>
              </a:spcBef>
            </a:pPr>
            <a:endParaRPr lang="fr-FR" b="1" dirty="0">
              <a:effectLst/>
              <a:latin typeface="+mn-lt"/>
              <a:ea typeface="Calibri" panose="020F0502020204030204" pitchFamily="34" charset="0"/>
            </a:endParaRPr>
          </a:p>
          <a:p>
            <a:pPr marL="539115" algn="l">
              <a:spcBef>
                <a:spcPts val="595"/>
              </a:spcBef>
            </a:pPr>
            <a:endParaRPr lang="fr-FR" b="1" dirty="0">
              <a:latin typeface="+mn-lt"/>
              <a:ea typeface="Calibri" panose="020F0502020204030204" pitchFamily="34" charset="0"/>
            </a:endParaRPr>
          </a:p>
          <a:p>
            <a:pPr marL="92075" algn="l">
              <a:spcBef>
                <a:spcPts val="595"/>
              </a:spcBef>
            </a:pPr>
            <a:r>
              <a:rPr lang="fr-FR" b="1" dirty="0">
                <a:latin typeface="+mn-lt"/>
                <a:ea typeface="Calibri" panose="020F0502020204030204" pitchFamily="34" charset="0"/>
              </a:rPr>
              <a:t>Comme </a:t>
            </a:r>
            <a:r>
              <a:rPr lang="fr-FR" dirty="0">
                <a:latin typeface="+mn-lt"/>
              </a:rPr>
              <a:t>les composants sont réutilisables, si on est dans la situation ou on souhaite afficher le même composant plusieurs fois mais avec des informations différentes.</a:t>
            </a:r>
          </a:p>
          <a:p>
            <a:pPr marL="539115" algn="l">
              <a:spcBef>
                <a:spcPts val="595"/>
              </a:spcBef>
            </a:pPr>
            <a:endParaRPr lang="fr-FR" dirty="0">
              <a:latin typeface="+mn-lt"/>
            </a:endParaRPr>
          </a:p>
          <a:p>
            <a:pPr marL="539115" algn="l">
              <a:spcBef>
                <a:spcPts val="595"/>
              </a:spcBef>
            </a:pPr>
            <a:endParaRPr lang="fr-FR" dirty="0">
              <a:latin typeface="+mn-lt"/>
            </a:endParaRPr>
          </a:p>
          <a:p>
            <a:pPr marL="539115" algn="l">
              <a:spcBef>
                <a:spcPts val="595"/>
              </a:spcBef>
            </a:pPr>
            <a:endParaRPr lang="fr-FR" dirty="0">
              <a:latin typeface="+mn-lt"/>
            </a:endParaRPr>
          </a:p>
          <a:p>
            <a:pPr marL="539115" algn="l">
              <a:spcBef>
                <a:spcPts val="595"/>
              </a:spcBef>
            </a:pPr>
            <a:endParaRPr lang="fr-FR" dirty="0">
              <a:latin typeface="+mn-lt"/>
            </a:endParaRPr>
          </a:p>
          <a:p>
            <a:pPr marL="539115" algn="l">
              <a:spcBef>
                <a:spcPts val="595"/>
              </a:spcBef>
            </a:pPr>
            <a:endParaRPr lang="fr-FR" dirty="0">
              <a:latin typeface="+mn-lt"/>
            </a:endParaRPr>
          </a:p>
          <a:p>
            <a:pPr marL="539115" algn="l">
              <a:spcBef>
                <a:spcPts val="595"/>
              </a:spcBef>
            </a:pPr>
            <a:endParaRPr lang="fr-FR" dirty="0">
              <a:latin typeface="+mn-lt"/>
            </a:endParaRPr>
          </a:p>
          <a:p>
            <a:pPr marL="92075" algn="l">
              <a:spcBef>
                <a:spcPts val="595"/>
              </a:spcBef>
            </a:pPr>
            <a:r>
              <a:rPr lang="fr-FR" dirty="0" err="1">
                <a:latin typeface="+mn-lt"/>
              </a:rPr>
              <a:t>React</a:t>
            </a:r>
            <a:r>
              <a:rPr lang="fr-FR" dirty="0">
                <a:latin typeface="+mn-lt"/>
              </a:rPr>
              <a:t> utilise un Object </a:t>
            </a:r>
            <a:r>
              <a:rPr lang="fr-FR" b="1" dirty="0" err="1">
                <a:solidFill>
                  <a:srgbClr val="FF0000"/>
                </a:solidFill>
                <a:latin typeface="+mn-lt"/>
              </a:rPr>
              <a:t>props</a:t>
            </a:r>
            <a:r>
              <a:rPr lang="fr-FR" dirty="0">
                <a:latin typeface="+mn-lt"/>
              </a:rPr>
              <a:t> qui va nous permettre de passer les informations nécessaires au composant, ce qui rend le composant </a:t>
            </a:r>
            <a:r>
              <a:rPr lang="fr-FR" b="1" dirty="0">
                <a:solidFill>
                  <a:srgbClr val="FF0000"/>
                </a:solidFill>
                <a:latin typeface="+mn-lt"/>
              </a:rPr>
              <a:t>dynamique</a:t>
            </a:r>
            <a:r>
              <a:rPr lang="fr-FR" dirty="0">
                <a:latin typeface="+mn-lt"/>
              </a:rPr>
              <a:t>.</a:t>
            </a:r>
          </a:p>
          <a:p>
            <a:pPr marL="539115" algn="l">
              <a:spcBef>
                <a:spcPts val="595"/>
              </a:spcBef>
            </a:pPr>
            <a:endParaRPr lang="fr-FR" dirty="0">
              <a:latin typeface="+mn-lt"/>
            </a:endParaRPr>
          </a:p>
          <a:p>
            <a:pPr marL="539115" algn="l">
              <a:spcBef>
                <a:spcPts val="595"/>
              </a:spcBef>
            </a:pPr>
            <a:endParaRPr lang="fr-FR" b="1" dirty="0">
              <a:effectLst/>
              <a:latin typeface="+mn-lt"/>
              <a:ea typeface="Calibri" panose="020F0502020204030204" pitchFamily="34" charset="0"/>
            </a:endParaRPr>
          </a:p>
        </p:txBody>
      </p:sp>
      <p:pic>
        <p:nvPicPr>
          <p:cNvPr id="7" name="Image 6" descr="Une image contenant capture d’écran, texte, Appareils électroniques, conception&#10;&#10;Description générée automatiquement">
            <a:extLst>
              <a:ext uri="{FF2B5EF4-FFF2-40B4-BE49-F238E27FC236}">
                <a16:creationId xmlns:a16="http://schemas.microsoft.com/office/drawing/2014/main" id="{5859C8CE-79A1-313E-0EBB-B8D6ED27A4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6917" y="1288493"/>
            <a:ext cx="2787793" cy="1125934"/>
          </a:xfrm>
          <a:prstGeom prst="rect">
            <a:avLst/>
          </a:prstGeom>
        </p:spPr>
      </p:pic>
      <p:sp>
        <p:nvSpPr>
          <p:cNvPr id="8" name="Flèche : droite 7">
            <a:extLst>
              <a:ext uri="{FF2B5EF4-FFF2-40B4-BE49-F238E27FC236}">
                <a16:creationId xmlns:a16="http://schemas.microsoft.com/office/drawing/2014/main" id="{7ECE0BBB-563F-A059-6A29-9EF2F302A004}"/>
              </a:ext>
            </a:extLst>
          </p:cNvPr>
          <p:cNvSpPr/>
          <p:nvPr/>
        </p:nvSpPr>
        <p:spPr>
          <a:xfrm>
            <a:off x="4921321" y="1695236"/>
            <a:ext cx="688369" cy="4187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200" dirty="0"/>
              <a:t>rendu</a:t>
            </a:r>
          </a:p>
        </p:txBody>
      </p:sp>
      <p:pic>
        <p:nvPicPr>
          <p:cNvPr id="9" name="Image 8" descr="Une image contenant texte  Description générée automatiquement">
            <a:extLst>
              <a:ext uri="{FF2B5EF4-FFF2-40B4-BE49-F238E27FC236}">
                <a16:creationId xmlns:a16="http://schemas.microsoft.com/office/drawing/2014/main" id="{4480277A-DD07-C442-B73B-74754126CA6A}"/>
              </a:ext>
            </a:extLst>
          </p:cNvPr>
          <p:cNvPicPr>
            <a:picLocks/>
          </p:cNvPicPr>
          <p:nvPr/>
        </p:nvPicPr>
        <p:blipFill>
          <a:blip r:embed="rId4" cstate="print"/>
          <a:stretch>
            <a:fillRect/>
          </a:stretch>
        </p:blipFill>
        <p:spPr>
          <a:xfrm>
            <a:off x="2963552" y="3759781"/>
            <a:ext cx="2793365" cy="1557655"/>
          </a:xfrm>
          <a:prstGeom prst="rect">
            <a:avLst/>
          </a:prstGeom>
        </p:spPr>
      </p:pic>
    </p:spTree>
    <p:extLst>
      <p:ext uri="{BB962C8B-B14F-4D97-AF65-F5344CB8AC3E}">
        <p14:creationId xmlns:p14="http://schemas.microsoft.com/office/powerpoint/2010/main" val="746339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3CE9D-1AD3-CF4B-50C1-61E729B5998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98BDC94-2BD6-2109-5F82-6092C3785827}"/>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D338DE63-0D18-1966-669F-B89CBB57B65D}"/>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5438CCC7-7C48-6EF5-A610-62343260AD02}"/>
              </a:ext>
            </a:extLst>
          </p:cNvPr>
          <p:cNvSpPr txBox="1"/>
          <p:nvPr/>
        </p:nvSpPr>
        <p:spPr>
          <a:xfrm>
            <a:off x="328936" y="831758"/>
            <a:ext cx="8219163" cy="2385268"/>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dirty="0">
                <a:latin typeface="+mn-lt"/>
              </a:rPr>
              <a:t>Les </a:t>
            </a:r>
            <a:r>
              <a:rPr lang="fr-FR" b="1" i="1" dirty="0" err="1">
                <a:latin typeface="+mn-lt"/>
              </a:rPr>
              <a:t>props</a:t>
            </a:r>
            <a:r>
              <a:rPr lang="fr-FR" dirty="0">
                <a:latin typeface="+mn-lt"/>
              </a:rPr>
              <a:t> en </a:t>
            </a:r>
            <a:r>
              <a:rPr lang="fr-FR" dirty="0" err="1">
                <a:latin typeface="+mn-lt"/>
              </a:rPr>
              <a:t>React</a:t>
            </a:r>
            <a:r>
              <a:rPr lang="fr-FR" dirty="0">
                <a:latin typeface="+mn-lt"/>
              </a:rPr>
              <a:t> (abréviation de </a:t>
            </a:r>
            <a:r>
              <a:rPr lang="fr-FR" i="1" dirty="0" err="1">
                <a:latin typeface="+mn-lt"/>
              </a:rPr>
              <a:t>properties</a:t>
            </a:r>
            <a:r>
              <a:rPr lang="fr-FR" dirty="0">
                <a:latin typeface="+mn-lt"/>
              </a:rPr>
              <a:t>) sont le mécanisme qui permet de </a:t>
            </a:r>
            <a:r>
              <a:rPr lang="fr-FR" b="1" dirty="0">
                <a:latin typeface="+mn-lt"/>
              </a:rPr>
              <a:t>transmettre</a:t>
            </a:r>
            <a:r>
              <a:rPr lang="fr-FR" dirty="0">
                <a:latin typeface="+mn-lt"/>
              </a:rPr>
              <a:t> des données d’un composant </a:t>
            </a:r>
            <a:r>
              <a:rPr lang="fr-FR" b="1" dirty="0">
                <a:latin typeface="+mn-lt"/>
              </a:rPr>
              <a:t>parent</a:t>
            </a:r>
            <a:r>
              <a:rPr lang="fr-FR" dirty="0">
                <a:latin typeface="+mn-lt"/>
              </a:rPr>
              <a:t> vers un composant </a:t>
            </a:r>
            <a:r>
              <a:rPr lang="fr-FR" b="1" dirty="0">
                <a:latin typeface="+mn-lt"/>
              </a:rPr>
              <a:t>enfant</a:t>
            </a:r>
            <a:r>
              <a:rPr lang="fr-FR" dirty="0">
                <a:latin typeface="+mn-lt"/>
              </a:rPr>
              <a:t>. Elles rendent les composants dynamiques, configurables et réutilisables. Les </a:t>
            </a:r>
            <a:r>
              <a:rPr lang="fr-FR" dirty="0" err="1">
                <a:latin typeface="+mn-lt"/>
              </a:rPr>
              <a:t>props</a:t>
            </a:r>
            <a:r>
              <a:rPr lang="fr-FR" dirty="0">
                <a:latin typeface="+mn-lt"/>
              </a:rPr>
              <a:t> sont en </a:t>
            </a:r>
            <a:r>
              <a:rPr lang="fr-FR" b="1" dirty="0">
                <a:solidFill>
                  <a:srgbClr val="C00000"/>
                </a:solidFill>
                <a:latin typeface="+mn-lt"/>
              </a:rPr>
              <a:t>lecture seule (</a:t>
            </a:r>
            <a:r>
              <a:rPr lang="fr-FR" dirty="0">
                <a:latin typeface="+mn-lt"/>
              </a:rPr>
              <a:t>immuable)  : un composant enfant ne peut pas les modifier directement.</a:t>
            </a:r>
            <a:endParaRPr lang="fr-FR" b="1" dirty="0">
              <a:latin typeface="+mn-lt"/>
              <a:ea typeface="Calibri" panose="020F0502020204030204" pitchFamily="34" charset="0"/>
            </a:endParaRPr>
          </a:p>
          <a:p>
            <a:pPr marL="285750" indent="-285750" algn="l">
              <a:spcBef>
                <a:spcPts val="595"/>
              </a:spcBef>
              <a:buFont typeface="Wingdings" panose="05000000000000000000" pitchFamily="2" charset="2"/>
              <a:buChar char="§"/>
            </a:pPr>
            <a:r>
              <a:rPr lang="fr-FR" b="1" dirty="0">
                <a:latin typeface="+mn-lt"/>
              </a:rPr>
              <a:t>Qu’est-ce qu’une </a:t>
            </a:r>
            <a:r>
              <a:rPr lang="fr-FR" b="1" dirty="0" err="1">
                <a:latin typeface="+mn-lt"/>
              </a:rPr>
              <a:t>props</a:t>
            </a:r>
            <a:r>
              <a:rPr lang="fr-FR" b="1" dirty="0">
                <a:latin typeface="+mn-lt"/>
              </a:rPr>
              <a:t> ?</a:t>
            </a:r>
            <a:endParaRPr lang="fr-FR" b="1" dirty="0">
              <a:latin typeface="+mn-lt"/>
              <a:ea typeface="Calibri" panose="020F0502020204030204" pitchFamily="34" charset="0"/>
            </a:endParaRPr>
          </a:p>
          <a:p>
            <a:pPr marL="552450" lvl="0" indent="-285750" algn="l">
              <a:buFont typeface="Courier New" panose="02070309020205020404" pitchFamily="49" charset="0"/>
              <a:buChar char="o"/>
            </a:pPr>
            <a:r>
              <a:rPr lang="fr-FR" altLang="fr-FR" dirty="0">
                <a:latin typeface="+mn-lt"/>
              </a:rPr>
              <a:t>Une </a:t>
            </a:r>
            <a:r>
              <a:rPr lang="fr-FR" altLang="fr-FR" b="1" dirty="0">
                <a:latin typeface="+mn-lt"/>
              </a:rPr>
              <a:t>valeur passée en paramètre</a:t>
            </a:r>
            <a:r>
              <a:rPr lang="fr-FR" altLang="fr-FR" dirty="0">
                <a:latin typeface="+mn-lt"/>
              </a:rPr>
              <a:t> à un composant via des attributs JSX.</a:t>
            </a:r>
          </a:p>
          <a:p>
            <a:pPr marL="552450" lvl="0" indent="-285750" algn="l">
              <a:buFont typeface="Courier New" panose="02070309020205020404" pitchFamily="49" charset="0"/>
              <a:buChar char="o"/>
            </a:pPr>
            <a:r>
              <a:rPr lang="fr-FR" altLang="fr-FR" dirty="0">
                <a:latin typeface="+mn-lt"/>
              </a:rPr>
              <a:t>Peut être de tout type : chaîne, nombre, objet, tableau, fonction.</a:t>
            </a:r>
          </a:p>
          <a:p>
            <a:pPr marL="552450" lvl="0" indent="-285750" algn="l">
              <a:buFont typeface="Courier New" panose="02070309020205020404" pitchFamily="49" charset="0"/>
              <a:buChar char="o"/>
            </a:pPr>
            <a:r>
              <a:rPr lang="fr-FR" altLang="fr-FR" dirty="0">
                <a:latin typeface="+mn-lt"/>
              </a:rPr>
              <a:t>Sert à </a:t>
            </a:r>
            <a:r>
              <a:rPr lang="fr-FR" altLang="fr-FR" b="1" dirty="0">
                <a:latin typeface="+mn-lt"/>
              </a:rPr>
              <a:t>personnaliser</a:t>
            </a:r>
            <a:r>
              <a:rPr lang="fr-FR" altLang="fr-FR" dirty="0">
                <a:latin typeface="+mn-lt"/>
              </a:rPr>
              <a:t> le rendu d’un composant sans changer son code interne.</a:t>
            </a:r>
          </a:p>
          <a:p>
            <a:pPr marL="552450" lvl="0" indent="-285750" algn="l">
              <a:buFont typeface="Courier New" panose="02070309020205020404" pitchFamily="49" charset="0"/>
              <a:buChar char="o"/>
            </a:pPr>
            <a:r>
              <a:rPr lang="fr-FR" altLang="fr-FR" b="1" dirty="0">
                <a:latin typeface="+mn-lt"/>
              </a:rPr>
              <a:t>Lecture seule</a:t>
            </a:r>
            <a:r>
              <a:rPr lang="fr-FR" altLang="fr-FR" dirty="0">
                <a:latin typeface="+mn-lt"/>
              </a:rPr>
              <a:t> : l’enfant reçoit la donnée mais ne peut pas la modifier directement.</a:t>
            </a:r>
          </a:p>
        </p:txBody>
      </p:sp>
      <p:pic>
        <p:nvPicPr>
          <p:cNvPr id="11" name="Image 10" descr="Une image contenant texte, capture d’écran, Police&#10;&#10;Description générée automatiquement">
            <a:extLst>
              <a:ext uri="{FF2B5EF4-FFF2-40B4-BE49-F238E27FC236}">
                <a16:creationId xmlns:a16="http://schemas.microsoft.com/office/drawing/2014/main" id="{F7894C8A-177D-959D-9111-4A2B8DAB7D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288" y="3542983"/>
            <a:ext cx="7212457" cy="2708435"/>
          </a:xfrm>
          <a:prstGeom prst="rect">
            <a:avLst/>
          </a:prstGeom>
        </p:spPr>
      </p:pic>
    </p:spTree>
    <p:extLst>
      <p:ext uri="{BB962C8B-B14F-4D97-AF65-F5344CB8AC3E}">
        <p14:creationId xmlns:p14="http://schemas.microsoft.com/office/powerpoint/2010/main" val="41893979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66B1A-1011-5B95-B1B1-1B142FC57DD1}"/>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FEC5172F-473B-7AF5-6405-52D2C492D862}"/>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83F4ADD4-FB9D-84FC-8992-555D429C17C6}"/>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8C715534-44DC-56C1-A715-16A5B2E08CB1}"/>
              </a:ext>
            </a:extLst>
          </p:cNvPr>
          <p:cNvSpPr txBox="1"/>
          <p:nvPr/>
        </p:nvSpPr>
        <p:spPr>
          <a:xfrm>
            <a:off x="328936" y="831758"/>
            <a:ext cx="6274177" cy="2000548"/>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altLang="fr-FR" b="1" dirty="0">
                <a:solidFill>
                  <a:srgbClr val="2E5395"/>
                </a:solidFill>
                <a:latin typeface="+mn-lt"/>
                <a:ea typeface="Calibri" panose="020F0502020204030204" pitchFamily="34" charset="0"/>
              </a:rPr>
              <a:t>Manipulation des </a:t>
            </a:r>
            <a:r>
              <a:rPr lang="fr-FR" altLang="fr-FR" b="1" dirty="0" err="1">
                <a:solidFill>
                  <a:srgbClr val="2E5395"/>
                </a:solidFill>
                <a:latin typeface="+mn-lt"/>
                <a:ea typeface="Calibri" panose="020F0502020204030204" pitchFamily="34" charset="0"/>
              </a:rPr>
              <a:t>props</a:t>
            </a:r>
            <a:r>
              <a:rPr lang="fr-FR" altLang="fr-FR" b="1" dirty="0">
                <a:solidFill>
                  <a:srgbClr val="2E5395"/>
                </a:solidFill>
                <a:latin typeface="+mn-lt"/>
                <a:ea typeface="Calibri" panose="020F0502020204030204" pitchFamily="34" charset="0"/>
              </a:rPr>
              <a:t> dans un composant créé via une fonction</a:t>
            </a:r>
            <a:endParaRPr lang="fr-FR" altLang="fr-FR" b="1" dirty="0">
              <a:latin typeface="+mn-lt"/>
              <a:ea typeface="Calibri" panose="020F0502020204030204" pitchFamily="34" charset="0"/>
            </a:endParaRPr>
          </a:p>
          <a:p>
            <a:pPr lvl="1" algn="just">
              <a:buClr>
                <a:srgbClr val="1F3863"/>
              </a:buClr>
              <a:buSzPct val="100000"/>
              <a:tabLst>
                <a:tab pos="996950" algn="l"/>
              </a:tabLst>
            </a:pPr>
            <a:r>
              <a:rPr lang="fr-FR" altLang="fr-FR" sz="1200" dirty="0">
                <a:latin typeface="+mn-lt"/>
                <a:ea typeface="Consolas" panose="020B0609020204030204" pitchFamily="49" charset="0"/>
                <a:cs typeface="Calibri" panose="020F0502020204030204" pitchFamily="34" charset="0"/>
              </a:rPr>
              <a:t>Pour illustrer ce besoin on va créer un composant </a:t>
            </a:r>
            <a:r>
              <a:rPr lang="fr-FR" altLang="fr-FR" sz="1200" dirty="0" err="1">
                <a:latin typeface="+mn-lt"/>
                <a:ea typeface="Consolas" panose="020B0609020204030204" pitchFamily="49" charset="0"/>
                <a:cs typeface="Calibri" panose="020F0502020204030204" pitchFamily="34" charset="0"/>
              </a:rPr>
              <a:t>Presentation</a:t>
            </a:r>
            <a:r>
              <a:rPr lang="fr-FR" altLang="fr-FR" sz="1200" dirty="0">
                <a:latin typeface="+mn-lt"/>
                <a:ea typeface="Consolas" panose="020B0609020204030204" pitchFamily="49" charset="0"/>
                <a:cs typeface="Calibri" panose="020F0502020204030204" pitchFamily="34" charset="0"/>
              </a:rPr>
              <a:t>, dans un premier temps, on va créer le composant via une fonction, puis dans un deuxième temps on va créer le composant via une classe.</a:t>
            </a:r>
            <a:endParaRPr lang="fr-FR" altLang="fr-FR" sz="1200" dirty="0">
              <a:latin typeface="+mn-lt"/>
            </a:endParaRPr>
          </a:p>
          <a:p>
            <a:pPr lvl="0" algn="l">
              <a:tabLst>
                <a:tab pos="996950" algn="l"/>
              </a:tabLst>
            </a:pPr>
            <a:r>
              <a:rPr lang="fr-FR" altLang="fr-FR" sz="1200" dirty="0">
                <a:latin typeface="+mn-lt"/>
                <a:ea typeface="Consolas" panose="020B0609020204030204" pitchFamily="49" charset="0"/>
                <a:cs typeface="Calibri" panose="020F0502020204030204" pitchFamily="34" charset="0"/>
              </a:rPr>
              <a:t>Pour ce faire, créer le composant dans un fichier Presentation.js qui se trouvera dans le dossier components.</a:t>
            </a:r>
            <a:endParaRPr lang="fr-FR" altLang="fr-FR" sz="1200" dirty="0">
              <a:latin typeface="+mn-lt"/>
            </a:endParaRPr>
          </a:p>
          <a:p>
            <a:pPr lvl="2" algn="l">
              <a:buClr>
                <a:srgbClr val="2E5395"/>
              </a:buClr>
              <a:buSzPct val="100000"/>
              <a:buFontTx/>
              <a:buAutoNum type="arabicPeriod"/>
              <a:tabLst>
                <a:tab pos="996950" algn="l"/>
              </a:tabLst>
            </a:pPr>
            <a:r>
              <a:rPr lang="fr-FR" altLang="fr-FR" sz="1200" dirty="0">
                <a:latin typeface="+mn-lt"/>
                <a:ea typeface="Calibri" panose="020F0502020204030204" pitchFamily="34" charset="0"/>
              </a:rPr>
              <a:t>Créer le projet </a:t>
            </a:r>
            <a:r>
              <a:rPr lang="fr-FR" altLang="fr-FR" sz="1200" b="1" dirty="0" err="1">
                <a:latin typeface="+mn-lt"/>
                <a:ea typeface="Calibri" panose="020F0502020204030204" pitchFamily="34" charset="0"/>
              </a:rPr>
              <a:t>seancePropsState</a:t>
            </a:r>
            <a:endParaRPr lang="fr-FR" altLang="fr-FR" sz="1200" dirty="0">
              <a:latin typeface="+mn-lt"/>
            </a:endParaRPr>
          </a:p>
          <a:p>
            <a:pPr lvl="2" algn="l">
              <a:buClr>
                <a:srgbClr val="2E5395"/>
              </a:buClr>
              <a:buSzPct val="100000"/>
              <a:buFontTx/>
              <a:buAutoNum type="arabicPeriod"/>
              <a:tabLst>
                <a:tab pos="996950" algn="l"/>
              </a:tabLst>
            </a:pPr>
            <a:r>
              <a:rPr lang="fr-FR" altLang="fr-FR" sz="1200" dirty="0">
                <a:latin typeface="+mn-lt"/>
                <a:ea typeface="Calibri" panose="020F0502020204030204" pitchFamily="34" charset="0"/>
              </a:rPr>
              <a:t>Créer le dossier components</a:t>
            </a:r>
            <a:endParaRPr lang="fr-FR" altLang="fr-FR" sz="1200" dirty="0">
              <a:latin typeface="+mn-lt"/>
            </a:endParaRPr>
          </a:p>
          <a:p>
            <a:pPr lvl="2" algn="l">
              <a:buClr>
                <a:srgbClr val="2E5395"/>
              </a:buClr>
              <a:buSzPct val="100000"/>
              <a:buFontTx/>
              <a:buAutoNum type="arabicPeriod"/>
              <a:tabLst>
                <a:tab pos="996950" algn="l"/>
              </a:tabLst>
            </a:pPr>
            <a:r>
              <a:rPr lang="fr-FR" altLang="fr-FR" sz="1200" dirty="0">
                <a:latin typeface="+mn-lt"/>
                <a:ea typeface="Calibri" panose="020F0502020204030204" pitchFamily="34" charset="0"/>
              </a:rPr>
              <a:t>Créer le fichier Presentation.js dans le dossier src/components</a:t>
            </a:r>
            <a:endParaRPr lang="fr-FR" altLang="fr-FR" sz="1200" dirty="0">
              <a:latin typeface="+mn-lt"/>
            </a:endParaRPr>
          </a:p>
          <a:p>
            <a:pPr lvl="2" algn="l">
              <a:buClr>
                <a:srgbClr val="2E5395"/>
              </a:buClr>
              <a:buSzPct val="100000"/>
              <a:buFontTx/>
              <a:buAutoNum type="arabicPeriod"/>
              <a:tabLst>
                <a:tab pos="996950" algn="l"/>
              </a:tabLst>
            </a:pPr>
            <a:r>
              <a:rPr lang="fr-FR" altLang="fr-FR" sz="1200" dirty="0">
                <a:latin typeface="+mn-lt"/>
                <a:ea typeface="Calibri" panose="020F0502020204030204" pitchFamily="34" charset="0"/>
              </a:rPr>
              <a:t>Ajouter le code suivant dans Presentation.js</a:t>
            </a:r>
            <a:endParaRPr lang="fr-FR" altLang="fr-FR" sz="1200" dirty="0">
              <a:latin typeface="+mn-lt"/>
            </a:endParaRPr>
          </a:p>
        </p:txBody>
      </p:sp>
      <p:pic>
        <p:nvPicPr>
          <p:cNvPr id="2052" name="Image 14" descr="Une image contenant texte  Description générée automatiquement">
            <a:extLst>
              <a:ext uri="{FF2B5EF4-FFF2-40B4-BE49-F238E27FC236}">
                <a16:creationId xmlns:a16="http://schemas.microsoft.com/office/drawing/2014/main" id="{416EDA29-CA02-B557-F5DF-AEADA0BF50B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6613" y="911760"/>
            <a:ext cx="2413887" cy="1852706"/>
          </a:xfrm>
          <a:prstGeom prst="rect">
            <a:avLst/>
          </a:prstGeom>
          <a:noFill/>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0ACA4AC2-2CD4-2292-3649-CF9FCBDF9D97}"/>
              </a:ext>
            </a:extLst>
          </p:cNvPr>
          <p:cNvSpPr txBox="1"/>
          <p:nvPr/>
        </p:nvSpPr>
        <p:spPr>
          <a:xfrm>
            <a:off x="328936" y="3133263"/>
            <a:ext cx="3945352" cy="2129853"/>
          </a:xfrm>
          <a:prstGeom prst="rect">
            <a:avLst/>
          </a:prstGeom>
          <a:solidFill>
            <a:schemeClr val="tx1"/>
          </a:solidFill>
        </p:spPr>
        <p:txBody>
          <a:bodyPr wrap="none" lIns="108000">
            <a:noAutofit/>
          </a:bodyPr>
          <a:lstStyle/>
          <a:p>
            <a:pPr algn="l">
              <a:spcBef>
                <a:spcPts val="185"/>
              </a:spcBef>
              <a:buNone/>
            </a:pPr>
            <a:r>
              <a:rPr lang="fr-FR" sz="1100" dirty="0">
                <a:solidFill>
                  <a:srgbClr val="C585C0"/>
                </a:solidFill>
                <a:effectLst/>
                <a:latin typeface="+mn-lt"/>
                <a:ea typeface="Consolas" panose="020B0609020204030204" pitchFamily="49" charset="0"/>
                <a:cs typeface="Consolas" panose="020B0609020204030204" pitchFamily="49" charset="0"/>
              </a:rPr>
              <a:t>import</a:t>
            </a:r>
            <a:r>
              <a:rPr lang="fr-FR" sz="1100" spc="-30" dirty="0">
                <a:solidFill>
                  <a:srgbClr val="C585C0"/>
                </a:solidFill>
                <a:effectLst/>
                <a:latin typeface="+mn-lt"/>
                <a:ea typeface="Consolas" panose="020B0609020204030204" pitchFamily="49" charset="0"/>
                <a:cs typeface="Consolas" panose="020B0609020204030204" pitchFamily="49" charset="0"/>
              </a:rPr>
              <a:t> </a:t>
            </a:r>
            <a:r>
              <a:rPr lang="fr-FR" sz="1100" dirty="0" err="1">
                <a:solidFill>
                  <a:srgbClr val="9CDCFD"/>
                </a:solidFill>
                <a:effectLst/>
                <a:latin typeface="+mn-lt"/>
                <a:ea typeface="Consolas" panose="020B0609020204030204" pitchFamily="49" charset="0"/>
                <a:cs typeface="Consolas" panose="020B0609020204030204" pitchFamily="49" charset="0"/>
              </a:rPr>
              <a:t>React</a:t>
            </a:r>
            <a:r>
              <a:rPr lang="fr-FR" sz="1100" spc="-20" dirty="0">
                <a:solidFill>
                  <a:srgbClr val="9CDCFD"/>
                </a:solidFill>
                <a:effectLst/>
                <a:latin typeface="+mn-lt"/>
                <a:ea typeface="Consolas" panose="020B0609020204030204" pitchFamily="49" charset="0"/>
                <a:cs typeface="Consolas" panose="020B0609020204030204" pitchFamily="49" charset="0"/>
              </a:rPr>
              <a:t> </a:t>
            </a:r>
            <a:r>
              <a:rPr lang="fr-FR" sz="1100" dirty="0" err="1">
                <a:solidFill>
                  <a:srgbClr val="C585C0"/>
                </a:solidFill>
                <a:effectLst/>
                <a:latin typeface="+mn-lt"/>
                <a:ea typeface="Consolas" panose="020B0609020204030204" pitchFamily="49" charset="0"/>
                <a:cs typeface="Consolas" panose="020B0609020204030204" pitchFamily="49" charset="0"/>
              </a:rPr>
              <a:t>from</a:t>
            </a:r>
            <a:r>
              <a:rPr lang="fr-FR" sz="1100" spc="-25" dirty="0">
                <a:solidFill>
                  <a:srgbClr val="C585C0"/>
                </a:solidFill>
                <a:effectLst/>
                <a:latin typeface="+mn-lt"/>
                <a:ea typeface="Consolas" panose="020B0609020204030204" pitchFamily="49" charset="0"/>
                <a:cs typeface="Consolas" panose="020B0609020204030204" pitchFamily="49" charset="0"/>
              </a:rPr>
              <a:t> </a:t>
            </a:r>
            <a:r>
              <a:rPr lang="fr-FR" sz="1100" spc="-10" dirty="0">
                <a:solidFill>
                  <a:srgbClr val="CE9178"/>
                </a:solidFill>
                <a:effectLst/>
                <a:latin typeface="+mn-lt"/>
                <a:ea typeface="Consolas" panose="020B0609020204030204" pitchFamily="49" charset="0"/>
                <a:cs typeface="Consolas" panose="020B0609020204030204" pitchFamily="49" charset="0"/>
              </a:rPr>
              <a:t>'</a:t>
            </a:r>
            <a:r>
              <a:rPr lang="fr-FR" sz="1100" spc="-10" dirty="0" err="1">
                <a:solidFill>
                  <a:srgbClr val="CE9178"/>
                </a:solidFill>
                <a:effectLst/>
                <a:latin typeface="+mn-lt"/>
                <a:ea typeface="Consolas" panose="020B0609020204030204" pitchFamily="49" charset="0"/>
                <a:cs typeface="Consolas" panose="020B0609020204030204" pitchFamily="49" charset="0"/>
              </a:rPr>
              <a:t>react</a:t>
            </a:r>
            <a:r>
              <a:rPr lang="fr-FR" sz="1100" spc="-10" dirty="0">
                <a:solidFill>
                  <a:srgbClr val="CE9178"/>
                </a:solidFill>
                <a:effectLst/>
                <a:latin typeface="+mn-lt"/>
                <a:ea typeface="Consolas" panose="020B0609020204030204" pitchFamily="49" charset="0"/>
                <a:cs typeface="Consolas" panose="020B0609020204030204" pitchFamily="49" charset="0"/>
              </a:rPr>
              <a:t>’</a:t>
            </a:r>
            <a:endParaRPr lang="fr-MA" sz="1100" spc="-10" dirty="0">
              <a:latin typeface="+mn-lt"/>
              <a:ea typeface="Consolas" panose="020B0609020204030204" pitchFamily="49" charset="0"/>
              <a:cs typeface="Consolas" panose="020B0609020204030204" pitchFamily="49" charset="0"/>
            </a:endParaRPr>
          </a:p>
          <a:p>
            <a:pPr algn="l">
              <a:spcBef>
                <a:spcPts val="185"/>
              </a:spcBef>
              <a:buNone/>
            </a:pPr>
            <a:r>
              <a:rPr lang="fr-FR" sz="1100" dirty="0">
                <a:solidFill>
                  <a:srgbClr val="C585C0"/>
                </a:solidFill>
                <a:effectLst/>
                <a:latin typeface="+mn-lt"/>
                <a:ea typeface="Consolas" panose="020B0609020204030204" pitchFamily="49" charset="0"/>
                <a:cs typeface="Consolas" panose="020B0609020204030204" pitchFamily="49" charset="0"/>
              </a:rPr>
              <a:t>export</a:t>
            </a:r>
            <a:r>
              <a:rPr lang="fr-FR" sz="1100" spc="-70" dirty="0">
                <a:solidFill>
                  <a:srgbClr val="C585C0"/>
                </a:solidFill>
                <a:effectLst/>
                <a:latin typeface="+mn-lt"/>
                <a:ea typeface="Consolas" panose="020B0609020204030204" pitchFamily="49" charset="0"/>
                <a:cs typeface="Consolas" panose="020B0609020204030204" pitchFamily="49" charset="0"/>
              </a:rPr>
              <a:t> </a:t>
            </a:r>
            <a:r>
              <a:rPr lang="fr-FR" sz="1100" dirty="0">
                <a:solidFill>
                  <a:srgbClr val="C585C0"/>
                </a:solidFill>
                <a:effectLst/>
                <a:latin typeface="+mn-lt"/>
                <a:ea typeface="Consolas" panose="020B0609020204030204" pitchFamily="49" charset="0"/>
                <a:cs typeface="Consolas" panose="020B0609020204030204" pitchFamily="49" charset="0"/>
              </a:rPr>
              <a:t>default</a:t>
            </a:r>
            <a:r>
              <a:rPr lang="fr-FR" sz="1100" spc="-65" dirty="0">
                <a:solidFill>
                  <a:srgbClr val="C585C0"/>
                </a:solidFill>
                <a:effectLst/>
                <a:latin typeface="+mn-lt"/>
                <a:ea typeface="Consolas" panose="020B0609020204030204" pitchFamily="49" charset="0"/>
                <a:cs typeface="Consolas" panose="020B0609020204030204" pitchFamily="49" charset="0"/>
              </a:rPr>
              <a:t> </a:t>
            </a:r>
            <a:r>
              <a:rPr lang="fr-FR" sz="1100" dirty="0" err="1">
                <a:solidFill>
                  <a:srgbClr val="559CD5"/>
                </a:solidFill>
                <a:effectLst/>
                <a:latin typeface="+mn-lt"/>
                <a:ea typeface="Consolas" panose="020B0609020204030204" pitchFamily="49" charset="0"/>
                <a:cs typeface="Consolas" panose="020B0609020204030204" pitchFamily="49" charset="0"/>
              </a:rPr>
              <a:t>function</a:t>
            </a:r>
            <a:r>
              <a:rPr lang="fr-FR" sz="1100" spc="-60" dirty="0">
                <a:solidFill>
                  <a:srgbClr val="559CD5"/>
                </a:solidFill>
                <a:effectLst/>
                <a:latin typeface="+mn-lt"/>
                <a:ea typeface="Consolas" panose="020B0609020204030204" pitchFamily="49" charset="0"/>
                <a:cs typeface="Consolas" panose="020B0609020204030204" pitchFamily="49" charset="0"/>
              </a:rPr>
              <a:t> </a:t>
            </a:r>
            <a:r>
              <a:rPr lang="fr-FR" sz="1100" dirty="0" err="1">
                <a:solidFill>
                  <a:srgbClr val="DCDCAA"/>
                </a:solidFill>
                <a:effectLst/>
                <a:latin typeface="+mn-lt"/>
                <a:ea typeface="Consolas" panose="020B0609020204030204" pitchFamily="49" charset="0"/>
                <a:cs typeface="Consolas" panose="020B0609020204030204" pitchFamily="49" charset="0"/>
              </a:rPr>
              <a:t>Presentation</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9CDCFD"/>
                </a:solidFill>
                <a:effectLst/>
                <a:latin typeface="+mn-lt"/>
                <a:ea typeface="Consolas" panose="020B0609020204030204" pitchFamily="49" charset="0"/>
                <a:cs typeface="Consolas" panose="020B0609020204030204" pitchFamily="49" charset="0"/>
              </a:rPr>
              <a:t>props</a:t>
            </a:r>
            <a:r>
              <a:rPr lang="fr-FR" sz="1100" dirty="0">
                <a:solidFill>
                  <a:srgbClr val="D3D3D3"/>
                </a:solidFill>
                <a:effectLst/>
                <a:latin typeface="+mn-lt"/>
                <a:ea typeface="Consolas" panose="020B0609020204030204" pitchFamily="49" charset="0"/>
                <a:cs typeface="Consolas" panose="020B0609020204030204" pitchFamily="49" charset="0"/>
              </a:rPr>
              <a:t>){ </a:t>
            </a:r>
          </a:p>
          <a:p>
            <a:pPr marL="893763" marR="2438400" indent="-876300" algn="l">
              <a:lnSpc>
                <a:spcPct val="115000"/>
              </a:lnSpc>
              <a:spcBef>
                <a:spcPts val="200"/>
              </a:spcBef>
              <a:buNone/>
            </a:pPr>
            <a:r>
              <a:rPr lang="fr-FR" sz="1100" spc="-10" dirty="0">
                <a:solidFill>
                  <a:srgbClr val="9CDCFD"/>
                </a:solidFill>
                <a:effectLst/>
                <a:latin typeface="+mn-lt"/>
                <a:ea typeface="Consolas" panose="020B0609020204030204" pitchFamily="49" charset="0"/>
                <a:cs typeface="Consolas" panose="020B0609020204030204" pitchFamily="49" charset="0"/>
              </a:rPr>
              <a:t>console</a:t>
            </a:r>
            <a:r>
              <a:rPr lang="fr-FR" sz="1100" spc="-10" dirty="0">
                <a:solidFill>
                  <a:srgbClr val="D3D3D3"/>
                </a:solidFill>
                <a:effectLst/>
                <a:latin typeface="+mn-lt"/>
                <a:ea typeface="Consolas" panose="020B0609020204030204" pitchFamily="49" charset="0"/>
                <a:cs typeface="Consolas" panose="020B0609020204030204" pitchFamily="49" charset="0"/>
              </a:rPr>
              <a:t>.</a:t>
            </a:r>
            <a:r>
              <a:rPr lang="fr-FR" sz="1100" spc="-10" dirty="0">
                <a:solidFill>
                  <a:srgbClr val="DCDCAA"/>
                </a:solidFill>
                <a:effectLst/>
                <a:latin typeface="+mn-lt"/>
                <a:ea typeface="Consolas" panose="020B0609020204030204" pitchFamily="49" charset="0"/>
                <a:cs typeface="Consolas" panose="020B0609020204030204" pitchFamily="49" charset="0"/>
              </a:rPr>
              <a:t>log</a:t>
            </a:r>
            <a:r>
              <a:rPr lang="fr-FR" sz="1100" spc="-10" dirty="0">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props</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spc="-10" dirty="0">
              <a:latin typeface="+mn-lt"/>
              <a:ea typeface="Consolas" panose="020B0609020204030204" pitchFamily="49" charset="0"/>
              <a:cs typeface="Consolas" panose="020B0609020204030204" pitchFamily="49" charset="0"/>
            </a:endParaRPr>
          </a:p>
          <a:p>
            <a:pPr marL="893763" marR="2438400" indent="-876300" algn="l">
              <a:lnSpc>
                <a:spcPct val="115000"/>
              </a:lnSpc>
              <a:spcBef>
                <a:spcPts val="200"/>
              </a:spcBef>
              <a:buNone/>
            </a:pPr>
            <a:r>
              <a:rPr lang="fr-FR" sz="1100" dirty="0">
                <a:solidFill>
                  <a:srgbClr val="C585C0"/>
                </a:solidFill>
                <a:effectLst/>
                <a:latin typeface="+mn-lt"/>
                <a:ea typeface="Consolas" panose="020B0609020204030204" pitchFamily="49" charset="0"/>
                <a:cs typeface="Consolas" panose="020B0609020204030204" pitchFamily="49" charset="0"/>
              </a:rPr>
              <a:t>return</a:t>
            </a:r>
            <a:r>
              <a:rPr lang="fr-FR" sz="1100" spc="-35" dirty="0">
                <a:solidFill>
                  <a:srgbClr val="C585C0"/>
                </a:solidFill>
                <a:effectLst/>
                <a:latin typeface="+mn-lt"/>
                <a:ea typeface="Consolas" panose="020B0609020204030204" pitchFamily="49" charset="0"/>
                <a:cs typeface="Consolas" panose="020B0609020204030204" pitchFamily="49" charset="0"/>
              </a:rPr>
              <a:t> </a:t>
            </a:r>
            <a:r>
              <a:rPr lang="fr-FR" sz="1100" spc="-5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effectLst/>
                <a:latin typeface="+mn-lt"/>
                <a:ea typeface="Consolas" panose="020B0609020204030204" pitchFamily="49" charset="0"/>
                <a:cs typeface="Consolas" panose="020B0609020204030204" pitchFamily="49" charset="0"/>
              </a:rPr>
              <a:t>&lt;</a:t>
            </a:r>
            <a:r>
              <a:rPr lang="fr-FR" sz="1100" dirty="0">
                <a:solidFill>
                  <a:srgbClr val="559CD5"/>
                </a:solidFill>
                <a:effectLst/>
                <a:latin typeface="+mn-lt"/>
                <a:ea typeface="Consolas" panose="020B0609020204030204" pitchFamily="49" charset="0"/>
                <a:cs typeface="Consolas" panose="020B0609020204030204" pitchFamily="49" charset="0"/>
              </a:rPr>
              <a:t>div</a:t>
            </a:r>
            <a:r>
              <a:rPr lang="fr-FR" sz="1100" spc="-10" dirty="0">
                <a:solidFill>
                  <a:srgbClr val="559CD5"/>
                </a:solidFill>
                <a:effectLst/>
                <a:latin typeface="+mn-lt"/>
                <a:ea typeface="Consolas" panose="020B0609020204030204" pitchFamily="49" charset="0"/>
                <a:cs typeface="Consolas" panose="020B0609020204030204" pitchFamily="49" charset="0"/>
              </a:rPr>
              <a:t> </a:t>
            </a:r>
            <a:r>
              <a:rPr lang="fr-FR" sz="1100" spc="-5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895985" algn="l">
              <a:spcBef>
                <a:spcPts val="195"/>
              </a:spcBef>
              <a:buNone/>
            </a:pPr>
            <a:r>
              <a:rPr lang="fr-FR" sz="1100" dirty="0">
                <a:solidFill>
                  <a:srgbClr val="808080"/>
                </a:solidFill>
                <a:effectLst/>
                <a:latin typeface="+mn-lt"/>
                <a:ea typeface="Consolas" panose="020B0609020204030204" pitchFamily="49" charset="0"/>
                <a:cs typeface="Consolas" panose="020B0609020204030204" pitchFamily="49" charset="0"/>
              </a:rPr>
              <a:t>&lt;</a:t>
            </a:r>
            <a:r>
              <a:rPr lang="fr-FR" sz="1100" dirty="0">
                <a:solidFill>
                  <a:srgbClr val="559CD5"/>
                </a:solidFill>
                <a:effectLst/>
                <a:latin typeface="+mn-lt"/>
                <a:ea typeface="Consolas" panose="020B0609020204030204" pitchFamily="49" charset="0"/>
                <a:cs typeface="Consolas" panose="020B0609020204030204" pitchFamily="49" charset="0"/>
              </a:rPr>
              <a:t>h2</a:t>
            </a:r>
            <a:r>
              <a:rPr lang="fr-FR" sz="1100" dirty="0">
                <a:solidFill>
                  <a:srgbClr val="808080"/>
                </a:solidFill>
                <a:effectLst/>
                <a:latin typeface="+mn-lt"/>
                <a:ea typeface="Consolas" panose="020B0609020204030204" pitchFamily="49" charset="0"/>
                <a:cs typeface="Consolas" panose="020B0609020204030204" pitchFamily="49" charset="0"/>
              </a:rPr>
              <a:t>&gt;</a:t>
            </a:r>
            <a:r>
              <a:rPr lang="fr-FR" sz="1100" dirty="0">
                <a:solidFill>
                  <a:srgbClr val="D3D3D3"/>
                </a:solidFill>
                <a:effectLst/>
                <a:latin typeface="+mn-lt"/>
                <a:ea typeface="Consolas" panose="020B0609020204030204" pitchFamily="49" charset="0"/>
                <a:cs typeface="Consolas" panose="020B0609020204030204" pitchFamily="49" charset="0"/>
              </a:rPr>
              <a:t>Salut</a:t>
            </a:r>
            <a:r>
              <a:rPr lang="fr-FR" sz="1100" spc="-25" dirty="0">
                <a:solidFill>
                  <a:srgbClr val="D3D3D3"/>
                </a:solidFill>
                <a:effectLst/>
                <a:latin typeface="+mn-lt"/>
                <a:ea typeface="Consolas" panose="020B0609020204030204" pitchFamily="49" charset="0"/>
                <a:cs typeface="Consolas" panose="020B0609020204030204" pitchFamily="49" charset="0"/>
              </a:rPr>
              <a:t> </a:t>
            </a:r>
            <a:r>
              <a:rPr lang="fr-FR" sz="1100" dirty="0">
                <a:solidFill>
                  <a:srgbClr val="559CD5"/>
                </a:solidFill>
                <a:effectLst/>
                <a:latin typeface="+mn-lt"/>
                <a:ea typeface="Consolas" panose="020B0609020204030204" pitchFamily="49" charset="0"/>
                <a:cs typeface="Consolas" panose="020B0609020204030204" pitchFamily="49" charset="0"/>
              </a:rPr>
              <a:t>{</a:t>
            </a:r>
            <a:r>
              <a:rPr lang="fr-FR" sz="1100" dirty="0" err="1">
                <a:solidFill>
                  <a:srgbClr val="9CDCFD"/>
                </a:solidFill>
                <a:effectLst/>
                <a:latin typeface="+mn-lt"/>
                <a:ea typeface="Consolas" panose="020B0609020204030204" pitchFamily="49" charset="0"/>
                <a:cs typeface="Consolas" panose="020B0609020204030204" pitchFamily="49" charset="0"/>
              </a:rPr>
              <a:t>props</a:t>
            </a:r>
            <a:r>
              <a:rPr lang="fr-FR" sz="1100" dirty="0" err="1">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9CDCFD"/>
                </a:solidFill>
                <a:effectLst/>
                <a:latin typeface="+mn-lt"/>
                <a:ea typeface="Consolas" panose="020B0609020204030204" pitchFamily="49" charset="0"/>
                <a:cs typeface="Consolas" panose="020B0609020204030204" pitchFamily="49" charset="0"/>
              </a:rPr>
              <a:t>nom</a:t>
            </a:r>
            <a:r>
              <a:rPr lang="fr-FR" sz="1100" dirty="0">
                <a:solidFill>
                  <a:srgbClr val="559CD5"/>
                </a:solidFill>
                <a:effectLst/>
                <a:latin typeface="+mn-lt"/>
                <a:ea typeface="Consolas" panose="020B0609020204030204" pitchFamily="49" charset="0"/>
                <a:cs typeface="Consolas" panose="020B0609020204030204" pitchFamily="49" charset="0"/>
              </a:rPr>
              <a:t>}</a:t>
            </a:r>
            <a:r>
              <a:rPr lang="fr-FR" sz="1100" spc="220" dirty="0">
                <a:solidFill>
                  <a:srgbClr val="559CD5"/>
                </a:solidFill>
                <a:effectLst/>
                <a:latin typeface="+mn-lt"/>
                <a:ea typeface="Consolas" panose="020B0609020204030204" pitchFamily="49" charset="0"/>
                <a:cs typeface="Consolas" panose="020B0609020204030204" pitchFamily="49" charset="0"/>
              </a:rPr>
              <a:t> </a:t>
            </a:r>
            <a:r>
              <a:rPr lang="fr-FR" sz="1100" spc="-10" dirty="0">
                <a:solidFill>
                  <a:srgbClr val="559CD5"/>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props</a:t>
            </a:r>
            <a:r>
              <a:rPr lang="fr-FR" sz="1100" spc="-10" dirty="0" err="1">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prenom</a:t>
            </a:r>
            <a:r>
              <a:rPr lang="fr-FR" sz="1100" spc="-10" dirty="0">
                <a:solidFill>
                  <a:srgbClr val="559CD5"/>
                </a:solidFill>
                <a:effectLst/>
                <a:latin typeface="+mn-lt"/>
                <a:ea typeface="Consolas" panose="020B0609020204030204" pitchFamily="49" charset="0"/>
                <a:cs typeface="Consolas" panose="020B0609020204030204" pitchFamily="49" charset="0"/>
              </a:rPr>
              <a:t>}</a:t>
            </a:r>
            <a:r>
              <a:rPr lang="fr-FR" sz="1100" spc="-10" dirty="0">
                <a:solidFill>
                  <a:srgbClr val="808080"/>
                </a:solidFill>
                <a:effectLst/>
                <a:latin typeface="+mn-lt"/>
                <a:ea typeface="Consolas" panose="020B0609020204030204" pitchFamily="49" charset="0"/>
                <a:cs typeface="Consolas" panose="020B0609020204030204" pitchFamily="49" charset="0"/>
              </a:rPr>
              <a:t>&lt;/</a:t>
            </a:r>
            <a:r>
              <a:rPr lang="fr-FR" sz="1100" spc="-10" dirty="0">
                <a:solidFill>
                  <a:srgbClr val="559CD5"/>
                </a:solidFill>
                <a:effectLst/>
                <a:latin typeface="+mn-lt"/>
                <a:ea typeface="Consolas" panose="020B0609020204030204" pitchFamily="49" charset="0"/>
                <a:cs typeface="Consolas" panose="020B0609020204030204" pitchFamily="49" charset="0"/>
              </a:rPr>
              <a:t>h2</a:t>
            </a:r>
            <a:r>
              <a:rPr lang="fr-FR" sz="1100" spc="-1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895985" algn="l">
              <a:spcBef>
                <a:spcPts val="190"/>
              </a:spcBef>
              <a:buNone/>
            </a:pPr>
            <a:r>
              <a:rPr lang="fr-FR" sz="1100" spc="-20" dirty="0">
                <a:solidFill>
                  <a:srgbClr val="808080"/>
                </a:solidFill>
                <a:effectLst/>
                <a:latin typeface="+mn-lt"/>
                <a:ea typeface="Consolas" panose="020B0609020204030204" pitchFamily="49" charset="0"/>
                <a:cs typeface="Consolas" panose="020B0609020204030204" pitchFamily="49" charset="0"/>
              </a:rPr>
              <a:t>&lt;</a:t>
            </a:r>
            <a:r>
              <a:rPr lang="fr-FR" sz="1100" spc="-20" dirty="0" err="1">
                <a:solidFill>
                  <a:srgbClr val="559CD5"/>
                </a:solidFill>
                <a:effectLst/>
                <a:latin typeface="+mn-lt"/>
                <a:ea typeface="Consolas" panose="020B0609020204030204" pitchFamily="49" charset="0"/>
                <a:cs typeface="Consolas" panose="020B0609020204030204" pitchFamily="49" charset="0"/>
              </a:rPr>
              <a:t>hr</a:t>
            </a:r>
            <a:r>
              <a:rPr lang="fr-FR" sz="1100" spc="-2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603250" algn="l">
              <a:spcBef>
                <a:spcPts val="195"/>
              </a:spcBef>
              <a:buNone/>
            </a:pPr>
            <a:r>
              <a:rPr lang="fr-FR" sz="1100" spc="-10" dirty="0">
                <a:solidFill>
                  <a:srgbClr val="808080"/>
                </a:solidFill>
                <a:effectLst/>
                <a:latin typeface="+mn-lt"/>
                <a:ea typeface="Consolas" panose="020B0609020204030204" pitchFamily="49" charset="0"/>
                <a:cs typeface="Consolas" panose="020B0609020204030204" pitchFamily="49" charset="0"/>
              </a:rPr>
              <a:t>&lt;/</a:t>
            </a:r>
            <a:r>
              <a:rPr lang="fr-FR" sz="1100" spc="-10" dirty="0">
                <a:solidFill>
                  <a:srgbClr val="559CD5"/>
                </a:solidFill>
                <a:effectLst/>
                <a:latin typeface="+mn-lt"/>
                <a:ea typeface="Consolas" panose="020B0609020204030204" pitchFamily="49" charset="0"/>
                <a:cs typeface="Consolas" panose="020B0609020204030204" pitchFamily="49" charset="0"/>
              </a:rPr>
              <a:t>div</a:t>
            </a:r>
            <a:r>
              <a:rPr lang="fr-FR" sz="1100" spc="-1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310515" algn="l">
              <a:spcBef>
                <a:spcPts val="200"/>
              </a:spcBef>
              <a:buNone/>
            </a:pPr>
            <a:r>
              <a:rPr lang="fr-FR" sz="1100" spc="-5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200"/>
              </a:spcBef>
              <a:buNone/>
            </a:pPr>
            <a:r>
              <a:rPr lang="fr-FR" sz="1100" spc="-5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p:txBody>
      </p:sp>
      <p:sp>
        <p:nvSpPr>
          <p:cNvPr id="13" name="ZoneTexte 12">
            <a:extLst>
              <a:ext uri="{FF2B5EF4-FFF2-40B4-BE49-F238E27FC236}">
                <a16:creationId xmlns:a16="http://schemas.microsoft.com/office/drawing/2014/main" id="{E8EB0B1C-26CA-C8B1-7B82-CAA395BD5020}"/>
              </a:ext>
            </a:extLst>
          </p:cNvPr>
          <p:cNvSpPr txBox="1"/>
          <p:nvPr/>
        </p:nvSpPr>
        <p:spPr>
          <a:xfrm>
            <a:off x="4497868" y="2782797"/>
            <a:ext cx="4582632" cy="338554"/>
          </a:xfrm>
          <a:prstGeom prst="rect">
            <a:avLst/>
          </a:prstGeom>
          <a:noFill/>
        </p:spPr>
        <p:txBody>
          <a:bodyPr wrap="square">
            <a:spAutoFit/>
          </a:bodyPr>
          <a:lstStyle/>
          <a:p>
            <a:pPr marL="285750" indent="-285750" algn="l">
              <a:spcBef>
                <a:spcPts val="600"/>
              </a:spcBef>
              <a:buFont typeface="Wingdings" panose="05000000000000000000" pitchFamily="2" charset="2"/>
              <a:buChar char="§"/>
            </a:pPr>
            <a:r>
              <a:rPr lang="fr-FR" sz="1600" b="1" dirty="0">
                <a:effectLst/>
                <a:latin typeface="Calibri" panose="020F0502020204030204" pitchFamily="34" charset="0"/>
                <a:ea typeface="Consolas" panose="020B0609020204030204" pitchFamily="49" charset="0"/>
                <a:cs typeface="Consolas" panose="020B0609020204030204" pitchFamily="49" charset="0"/>
              </a:rPr>
              <a:t>Le</a:t>
            </a:r>
            <a:r>
              <a:rPr lang="fr-FR" sz="1600" b="1" spc="-15" dirty="0">
                <a:effectLst/>
                <a:latin typeface="Calibri" panose="020F0502020204030204" pitchFamily="34" charset="0"/>
                <a:ea typeface="Consolas" panose="020B0609020204030204" pitchFamily="49" charset="0"/>
                <a:cs typeface="Consolas" panose="020B0609020204030204" pitchFamily="49" charset="0"/>
              </a:rPr>
              <a:t> </a:t>
            </a:r>
            <a:r>
              <a:rPr lang="fr-FR" sz="1600" b="1" dirty="0">
                <a:effectLst/>
                <a:latin typeface="Calibri" panose="020F0502020204030204" pitchFamily="34" charset="0"/>
                <a:ea typeface="Consolas" panose="020B0609020204030204" pitchFamily="49" charset="0"/>
                <a:cs typeface="Consolas" panose="020B0609020204030204" pitchFamily="49" charset="0"/>
              </a:rPr>
              <a:t>fichier</a:t>
            </a:r>
            <a:r>
              <a:rPr lang="fr-FR" sz="1600" b="1" spc="-5" dirty="0">
                <a:effectLst/>
                <a:latin typeface="Calibri" panose="020F0502020204030204" pitchFamily="34" charset="0"/>
                <a:ea typeface="Consolas" panose="020B0609020204030204" pitchFamily="49" charset="0"/>
                <a:cs typeface="Consolas" panose="020B0609020204030204" pitchFamily="49" charset="0"/>
              </a:rPr>
              <a:t> </a:t>
            </a:r>
            <a:r>
              <a:rPr lang="fr-FR" sz="1600" b="1" spc="-10" dirty="0">
                <a:effectLst/>
                <a:latin typeface="Calibri" panose="020F0502020204030204" pitchFamily="34" charset="0"/>
                <a:ea typeface="Consolas" panose="020B0609020204030204" pitchFamily="49" charset="0"/>
                <a:cs typeface="Consolas" panose="020B0609020204030204" pitchFamily="49" charset="0"/>
              </a:rPr>
              <a:t>index.js</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7395AC15-050A-B676-6A3D-D72B4966F980}"/>
              </a:ext>
            </a:extLst>
          </p:cNvPr>
          <p:cNvSpPr txBox="1"/>
          <p:nvPr/>
        </p:nvSpPr>
        <p:spPr>
          <a:xfrm>
            <a:off x="4497868" y="3069463"/>
            <a:ext cx="4582632" cy="3171849"/>
          </a:xfrm>
          <a:prstGeom prst="rect">
            <a:avLst/>
          </a:prstGeom>
          <a:solidFill>
            <a:schemeClr val="tx1"/>
          </a:solidFill>
        </p:spPr>
        <p:txBody>
          <a:bodyPr wrap="none">
            <a:noAutofit/>
          </a:bodyPr>
          <a:lstStyle/>
          <a:p>
            <a:pPr marL="17780" algn="l">
              <a:spcBef>
                <a:spcPts val="185"/>
              </a:spcBef>
              <a:buNone/>
            </a:pPr>
            <a:r>
              <a:rPr lang="fr-FR"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fr-FR" sz="1100" spc="-3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a:t>
            </a:r>
            <a:r>
              <a:rPr lang="fr-FR" sz="1100" spc="-2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fr-FR" sz="1100" spc="-2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buNone/>
            </a:pPr>
            <a:r>
              <a:rPr lang="fr-FR"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fr-FR" sz="1100" spc="-6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ReactDOM</a:t>
            </a:r>
            <a:r>
              <a:rPr lang="fr-FR" sz="1100" spc="-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fr-FR" sz="1100" spc="-3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dom/client'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95"/>
              </a:spcBef>
              <a:buNone/>
            </a:pPr>
            <a:r>
              <a:rPr lang="fr-FR"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fr-FR" sz="1100" spc="-6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Presentation</a:t>
            </a:r>
            <a:r>
              <a:rPr lang="fr-FR" sz="1100" spc="-45"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fr-FR" sz="1100" spc="-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'./components/</a:t>
            </a:r>
            <a:r>
              <a:rPr lang="fr-FR" sz="1100" spc="-1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Presentation</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17780" algn="l">
              <a:spcBef>
                <a:spcPts val="195"/>
              </a:spcBef>
              <a:buNone/>
            </a:pPr>
            <a:endParaRPr lang="fr-MA" sz="600" dirty="0">
              <a:effectLst/>
              <a:latin typeface="Consolas" panose="020B0609020204030204" pitchFamily="49" charset="0"/>
              <a:ea typeface="Consolas" panose="020B0609020204030204" pitchFamily="49" charset="0"/>
              <a:cs typeface="Consolas" panose="020B0609020204030204" pitchFamily="49" charset="0"/>
            </a:endParaRPr>
          </a:p>
          <a:p>
            <a:pPr marL="17780" marR="2438400" algn="l">
              <a:lnSpc>
                <a:spcPct val="115000"/>
              </a:lnSpc>
              <a:spcBef>
                <a:spcPts val="200"/>
              </a:spcBef>
              <a:buNone/>
            </a:pPr>
            <a:r>
              <a:rPr lang="fr-FR" sz="110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a:t>
            </a:r>
            <a:r>
              <a:rPr lang="fr-FR" sz="1100" spc="-14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element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document</a:t>
            </a:r>
            <a:r>
              <a:rPr lang="fr-FR"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getElementById</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"root"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7780" marR="2438400" algn="l">
              <a:lnSpc>
                <a:spcPct val="115000"/>
              </a:lnSpc>
              <a:spcBef>
                <a:spcPts val="200"/>
              </a:spcBef>
              <a:buNone/>
            </a:pPr>
            <a:r>
              <a:rPr lang="fr-FR" sz="110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a:t>
            </a:r>
            <a:r>
              <a:rPr lang="fr-FR"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root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ReactDOM</a:t>
            </a:r>
            <a:r>
              <a:rPr lang="fr-FR"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createRoot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element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7780" marR="2438400" algn="l">
              <a:lnSpc>
                <a:spcPct val="115000"/>
              </a:lnSpc>
              <a:spcBef>
                <a:spcPts val="200"/>
              </a:spcBef>
              <a:buNone/>
            </a:pPr>
            <a:r>
              <a:rPr lang="fr-FR" sz="110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function</a:t>
            </a:r>
            <a:r>
              <a:rPr lang="fr-FR"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DCDCAA"/>
                </a:solidFill>
                <a:effectLst/>
                <a:latin typeface="Consolas" panose="020B0609020204030204" pitchFamily="49" charset="0"/>
                <a:ea typeface="Consolas" panose="020B0609020204030204" pitchFamily="49" charset="0"/>
                <a:cs typeface="Consolas" panose="020B0609020204030204" pitchFamily="49" charset="0"/>
              </a:rPr>
              <a:t>App</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R="5119370" algn="l">
              <a:spcBef>
                <a:spcPts val="5"/>
              </a:spcBef>
              <a:buNone/>
            </a:pPr>
            <a:r>
              <a:rPr lang="fr-FR" sz="1100" spc="-1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return</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R="5119370" algn="l">
              <a:spcBef>
                <a:spcPts val="190"/>
              </a:spcBef>
              <a:buNone/>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603250" algn="l">
              <a:spcBef>
                <a:spcPts val="195"/>
              </a:spcBef>
              <a:buNone/>
              <a:tabLst>
                <a:tab pos="2583180" algn="l"/>
              </a:tabLst>
            </a:pP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dirty="0" err="1">
                <a:solidFill>
                  <a:srgbClr val="4EC8AF"/>
                </a:solidFill>
                <a:effectLst/>
                <a:latin typeface="Consolas" panose="020B0609020204030204" pitchFamily="49" charset="0"/>
                <a:ea typeface="Consolas" panose="020B0609020204030204" pitchFamily="49" charset="0"/>
                <a:cs typeface="Consolas" panose="020B0609020204030204" pitchFamily="49" charset="0"/>
              </a:rPr>
              <a:t>Presentation</a:t>
            </a:r>
            <a:r>
              <a:rPr lang="fr-FR" sz="1100" spc="-90"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"Rami"</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prenom</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"Ahmed"</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dirty="0" err="1">
                <a:solidFill>
                  <a:srgbClr val="4EC8AF"/>
                </a:solidFill>
                <a:effectLst/>
                <a:latin typeface="Consolas" panose="020B0609020204030204" pitchFamily="49" charset="0"/>
                <a:ea typeface="Consolas" panose="020B0609020204030204" pitchFamily="49" charset="0"/>
                <a:cs typeface="Consolas" panose="020B0609020204030204" pitchFamily="49" charset="0"/>
              </a:rPr>
              <a:t>Presentation</a:t>
            </a:r>
            <a:r>
              <a:rPr lang="fr-FR" sz="1100" spc="-60"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Kamali</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spc="-6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prenom</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"Ali"</a:t>
            </a:r>
            <a:r>
              <a:rPr lang="fr-FR" sz="1100" spc="-7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25"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dirty="0" err="1">
                <a:solidFill>
                  <a:srgbClr val="4EC8AF"/>
                </a:solidFill>
                <a:effectLst/>
                <a:latin typeface="Consolas" panose="020B0609020204030204" pitchFamily="49" charset="0"/>
                <a:ea typeface="Consolas" panose="020B0609020204030204" pitchFamily="49" charset="0"/>
                <a:cs typeface="Consolas" panose="020B0609020204030204" pitchFamily="49" charset="0"/>
              </a:rPr>
              <a:t>Presentation</a:t>
            </a:r>
            <a:r>
              <a:rPr lang="fr-FR" sz="1100" spc="-45"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Fahmi</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9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prenom</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"Khalid"</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310515" algn="l">
              <a:spcBef>
                <a:spcPts val="190"/>
              </a:spcBef>
              <a:buNone/>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64465" algn="l">
              <a:spcBef>
                <a:spcPts val="195"/>
              </a:spcBef>
              <a:buNone/>
            </a:pP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buNone/>
            </a:pP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buNone/>
            </a:pPr>
            <a:r>
              <a:rPr lang="fr-FR" sz="1100" spc="-1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root</a:t>
            </a:r>
            <a:r>
              <a:rPr lang="fr-FR"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render</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App</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7" name="ZoneTexte 16">
            <a:extLst>
              <a:ext uri="{FF2B5EF4-FFF2-40B4-BE49-F238E27FC236}">
                <a16:creationId xmlns:a16="http://schemas.microsoft.com/office/drawing/2014/main" id="{AC229D5D-F040-BC82-5A2E-C22249F19BD7}"/>
              </a:ext>
            </a:extLst>
          </p:cNvPr>
          <p:cNvSpPr txBox="1"/>
          <p:nvPr/>
        </p:nvSpPr>
        <p:spPr>
          <a:xfrm>
            <a:off x="328936" y="2750830"/>
            <a:ext cx="4582632"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sz="1600" b="1" dirty="0">
                <a:latin typeface="+mn-lt"/>
              </a:rPr>
              <a:t>Composant Presentation.js</a:t>
            </a:r>
            <a:endParaRPr lang="fr-MA" sz="1600" dirty="0">
              <a:latin typeface="+mn-lt"/>
            </a:endParaRPr>
          </a:p>
        </p:txBody>
      </p:sp>
      <p:sp>
        <p:nvSpPr>
          <p:cNvPr id="19" name="ZoneTexte 18">
            <a:extLst>
              <a:ext uri="{FF2B5EF4-FFF2-40B4-BE49-F238E27FC236}">
                <a16:creationId xmlns:a16="http://schemas.microsoft.com/office/drawing/2014/main" id="{0A0672B6-5A29-5895-E14A-16261DCAF07A}"/>
              </a:ext>
            </a:extLst>
          </p:cNvPr>
          <p:cNvSpPr txBox="1"/>
          <p:nvPr/>
        </p:nvSpPr>
        <p:spPr>
          <a:xfrm>
            <a:off x="328936" y="5289883"/>
            <a:ext cx="1263777" cy="338554"/>
          </a:xfrm>
          <a:prstGeom prst="rect">
            <a:avLst/>
          </a:prstGeom>
          <a:noFill/>
        </p:spPr>
        <p:txBody>
          <a:bodyPr wrap="square">
            <a:spAutoFit/>
          </a:bodyPr>
          <a:lstStyle/>
          <a:p>
            <a:pPr marL="285750" indent="-285750" algn="l">
              <a:spcBef>
                <a:spcPts val="1195"/>
              </a:spcBef>
              <a:buFont typeface="Wingdings" panose="05000000000000000000" pitchFamily="2" charset="2"/>
              <a:buChar char="§"/>
            </a:pPr>
            <a:r>
              <a:rPr lang="fr-FR" sz="1600" b="1" dirty="0">
                <a:effectLst/>
                <a:latin typeface="Calibri" panose="020F0502020204030204" pitchFamily="34" charset="0"/>
                <a:ea typeface="Consolas" panose="020B0609020204030204" pitchFamily="49" charset="0"/>
                <a:cs typeface="Consolas" panose="020B0609020204030204" pitchFamily="49" charset="0"/>
              </a:rPr>
              <a:t>Le</a:t>
            </a:r>
            <a:r>
              <a:rPr lang="fr-FR" sz="1600" b="1" spc="-20" dirty="0">
                <a:effectLst/>
                <a:latin typeface="Calibri" panose="020F0502020204030204" pitchFamily="34" charset="0"/>
                <a:ea typeface="Consolas" panose="020B0609020204030204" pitchFamily="49" charset="0"/>
                <a:cs typeface="Consolas" panose="020B0609020204030204" pitchFamily="49" charset="0"/>
              </a:rPr>
              <a:t> </a:t>
            </a:r>
            <a:r>
              <a:rPr lang="fr-FR" sz="1600" b="1" spc="-10" dirty="0">
                <a:effectLst/>
                <a:latin typeface="Calibri" panose="020F0502020204030204" pitchFamily="34" charset="0"/>
                <a:ea typeface="Consolas" panose="020B0609020204030204" pitchFamily="49" charset="0"/>
                <a:cs typeface="Consolas" panose="020B0609020204030204" pitchFamily="49" charset="0"/>
              </a:rPr>
              <a:t>rendu</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pic>
        <p:nvPicPr>
          <p:cNvPr id="20" name="Image 19" descr="Une image contenant texte  Description générée automatiquement">
            <a:extLst>
              <a:ext uri="{FF2B5EF4-FFF2-40B4-BE49-F238E27FC236}">
                <a16:creationId xmlns:a16="http://schemas.microsoft.com/office/drawing/2014/main" id="{751E176F-8695-770D-4D7A-D3EF8DA21671}"/>
              </a:ext>
            </a:extLst>
          </p:cNvPr>
          <p:cNvPicPr>
            <a:picLocks/>
          </p:cNvPicPr>
          <p:nvPr/>
        </p:nvPicPr>
        <p:blipFill>
          <a:blip r:embed="rId4" cstate="print"/>
          <a:stretch>
            <a:fillRect/>
          </a:stretch>
        </p:blipFill>
        <p:spPr>
          <a:xfrm>
            <a:off x="1592713" y="5340044"/>
            <a:ext cx="2793365" cy="1060756"/>
          </a:xfrm>
          <a:prstGeom prst="rect">
            <a:avLst/>
          </a:prstGeom>
        </p:spPr>
      </p:pic>
    </p:spTree>
    <p:extLst>
      <p:ext uri="{BB962C8B-B14F-4D97-AF65-F5344CB8AC3E}">
        <p14:creationId xmlns:p14="http://schemas.microsoft.com/office/powerpoint/2010/main" val="1633903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p:bldP spid="15" grpId="0" animBg="1"/>
      <p:bldP spid="17" grpId="0"/>
      <p:bldP spid="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03F92-A480-731B-EFB9-91C28CFF86BB}"/>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5B1A745F-1D24-554E-AC53-0F55045E9574}"/>
              </a:ext>
            </a:extLst>
          </p:cNvPr>
          <p:cNvPicPr>
            <a:picLocks noChangeAspect="1"/>
          </p:cNvPicPr>
          <p:nvPr/>
        </p:nvPicPr>
        <p:blipFill>
          <a:blip r:embed="rId2"/>
          <a:stretch>
            <a:fillRect/>
          </a:stretch>
        </p:blipFill>
        <p:spPr>
          <a:xfrm>
            <a:off x="8249491" y="2228"/>
            <a:ext cx="894509" cy="870333"/>
          </a:xfrm>
          <a:prstGeom prst="rect">
            <a:avLst/>
          </a:prstGeom>
        </p:spPr>
      </p:pic>
      <p:sp>
        <p:nvSpPr>
          <p:cNvPr id="8" name="Rectangle 2">
            <a:extLst>
              <a:ext uri="{FF2B5EF4-FFF2-40B4-BE49-F238E27FC236}">
                <a16:creationId xmlns:a16="http://schemas.microsoft.com/office/drawing/2014/main" id="{F0C38BCC-FF56-5132-CBEA-F870C4FA6E25}"/>
              </a:ext>
            </a:extLst>
          </p:cNvPr>
          <p:cNvSpPr>
            <a:spLocks noChangeArrowheads="1"/>
          </p:cNvSpPr>
          <p:nvPr/>
        </p:nvSpPr>
        <p:spPr bwMode="auto">
          <a:xfrm>
            <a:off x="0" y="-92333"/>
            <a:ext cx="226344"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600" b="0" i="0" u="none" strike="noStrike" cap="none" normalizeH="0" baseline="0" dirty="0">
                <a:ln>
                  <a:noFill/>
                </a:ln>
                <a:solidFill>
                  <a:schemeClr val="tx1"/>
                </a:solidFill>
                <a:effectLst/>
              </a:rPr>
              <a:t>: </a:t>
            </a: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2" name="Rectangle 4">
            <a:extLst>
              <a:ext uri="{FF2B5EF4-FFF2-40B4-BE49-F238E27FC236}">
                <a16:creationId xmlns:a16="http://schemas.microsoft.com/office/drawing/2014/main" id="{4827F12A-558E-132D-B2EB-35C013ADA936}"/>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CE436273-F9F8-111E-ACDD-59208A756A2D}"/>
              </a:ext>
            </a:extLst>
          </p:cNvPr>
          <p:cNvSpPr txBox="1"/>
          <p:nvPr/>
        </p:nvSpPr>
        <p:spPr>
          <a:xfrm>
            <a:off x="328936" y="831758"/>
            <a:ext cx="8568258" cy="6986528"/>
          </a:xfrm>
          <a:prstGeom prst="rect">
            <a:avLst/>
          </a:prstGeom>
          <a:noFill/>
        </p:spPr>
        <p:txBody>
          <a:bodyPr wrap="square">
            <a:spAutoFit/>
          </a:bodyPr>
          <a:lstStyle/>
          <a:p>
            <a:pPr marL="285750" indent="-285750" algn="l">
              <a:buFont typeface="Wingdings" panose="05000000000000000000" pitchFamily="2" charset="2"/>
              <a:buChar char="§"/>
            </a:pPr>
            <a:r>
              <a:rPr lang="fr-FR" dirty="0">
                <a:latin typeface="+mn-lt"/>
              </a:rPr>
              <a:t>L’objet </a:t>
            </a:r>
            <a:r>
              <a:rPr lang="fr-FR" dirty="0" err="1">
                <a:latin typeface="+mn-lt"/>
              </a:rPr>
              <a:t>props</a:t>
            </a:r>
            <a:r>
              <a:rPr lang="fr-FR" dirty="0">
                <a:latin typeface="+mn-lt"/>
              </a:rPr>
              <a:t> est immuable c.-à-d. on ne peut pas changer les propriétés Cette écriture n’est pas permise : </a:t>
            </a:r>
            <a:r>
              <a:rPr lang="fr-FR" b="1" strike="sngStrike" dirty="0" err="1">
                <a:solidFill>
                  <a:srgbClr val="FF0000"/>
                </a:solidFill>
                <a:latin typeface="+mn-lt"/>
              </a:rPr>
              <a:t>props.nom</a:t>
            </a:r>
            <a:r>
              <a:rPr lang="fr-FR" b="1" strike="sngStrike" dirty="0">
                <a:solidFill>
                  <a:srgbClr val="FF0000"/>
                </a:solidFill>
                <a:latin typeface="+mn-lt"/>
              </a:rPr>
              <a:t>=’Ahmed’</a:t>
            </a:r>
          </a:p>
          <a:p>
            <a:pPr algn="l"/>
            <a:endParaRPr lang="fr-FR" b="1" strike="sngStrike" dirty="0">
              <a:latin typeface="+mn-lt"/>
            </a:endParaRPr>
          </a:p>
          <a:p>
            <a:pPr marL="285750" indent="-285750" algn="l">
              <a:buFont typeface="Wingdings" panose="05000000000000000000" pitchFamily="2" charset="2"/>
              <a:buChar char="§"/>
            </a:pPr>
            <a:r>
              <a:rPr lang="fr-FR" dirty="0">
                <a:latin typeface="+mn-lt"/>
              </a:rPr>
              <a:t>L’écriture :</a:t>
            </a:r>
            <a:endParaRPr lang="fr-MA" dirty="0">
              <a:latin typeface="+mn-lt"/>
            </a:endParaRPr>
          </a:p>
          <a:p>
            <a:r>
              <a:rPr lang="fr-FR" b="1" dirty="0">
                <a:solidFill>
                  <a:srgbClr val="C00000"/>
                </a:solidFill>
                <a:latin typeface="+mn-lt"/>
              </a:rPr>
              <a:t>&lt;</a:t>
            </a:r>
            <a:r>
              <a:rPr lang="fr-FR" b="1" dirty="0" err="1">
                <a:solidFill>
                  <a:srgbClr val="C00000"/>
                </a:solidFill>
                <a:latin typeface="+mn-lt"/>
              </a:rPr>
              <a:t>Presentation</a:t>
            </a:r>
            <a:r>
              <a:rPr lang="fr-FR" b="1" dirty="0">
                <a:solidFill>
                  <a:srgbClr val="C00000"/>
                </a:solidFill>
                <a:latin typeface="+mn-lt"/>
              </a:rPr>
              <a:t> nom="Rami"	</a:t>
            </a:r>
            <a:r>
              <a:rPr lang="fr-FR" b="1" dirty="0" err="1">
                <a:solidFill>
                  <a:srgbClr val="C00000"/>
                </a:solidFill>
                <a:latin typeface="+mn-lt"/>
              </a:rPr>
              <a:t>prenom</a:t>
            </a:r>
            <a:r>
              <a:rPr lang="fr-FR" b="1" dirty="0">
                <a:solidFill>
                  <a:srgbClr val="C00000"/>
                </a:solidFill>
                <a:latin typeface="+mn-lt"/>
              </a:rPr>
              <a:t>="Ahmed"/&gt;	</a:t>
            </a:r>
            <a:endParaRPr lang="fr-MA" b="1" dirty="0">
              <a:solidFill>
                <a:srgbClr val="C00000"/>
              </a:solidFill>
              <a:latin typeface="+mn-lt"/>
            </a:endParaRPr>
          </a:p>
          <a:p>
            <a:pPr algn="l"/>
            <a:r>
              <a:rPr lang="fr-FR" dirty="0">
                <a:latin typeface="+mn-lt"/>
              </a:rPr>
              <a:t>Fait appel à la fonction </a:t>
            </a:r>
            <a:r>
              <a:rPr lang="fr-FR" dirty="0" err="1">
                <a:latin typeface="+mn-lt"/>
              </a:rPr>
              <a:t>Presentation</a:t>
            </a:r>
            <a:r>
              <a:rPr lang="fr-FR" dirty="0">
                <a:latin typeface="+mn-lt"/>
              </a:rPr>
              <a:t> en passant en argument l’objet </a:t>
            </a:r>
            <a:r>
              <a:rPr lang="fr-FR" dirty="0" err="1">
                <a:latin typeface="+mn-lt"/>
              </a:rPr>
              <a:t>props</a:t>
            </a:r>
            <a:r>
              <a:rPr lang="fr-FR" dirty="0">
                <a:latin typeface="+mn-lt"/>
              </a:rPr>
              <a:t> qui fait référence à l’objet </a:t>
            </a:r>
            <a:r>
              <a:rPr lang="fr-FR" b="1" dirty="0">
                <a:latin typeface="+mn-lt"/>
              </a:rPr>
              <a:t>{nom: 'Rami', </a:t>
            </a:r>
            <a:r>
              <a:rPr lang="fr-FR" b="1" dirty="0" err="1">
                <a:latin typeface="+mn-lt"/>
              </a:rPr>
              <a:t>prenom</a:t>
            </a:r>
            <a:r>
              <a:rPr lang="fr-FR" b="1" dirty="0">
                <a:latin typeface="+mn-lt"/>
              </a:rPr>
              <a:t>: 'Ahmed'} </a:t>
            </a:r>
            <a:r>
              <a:rPr lang="fr-FR" dirty="0">
                <a:latin typeface="+mn-lt"/>
              </a:rPr>
              <a:t>, cet objet est créé à partir des attributs nom, </a:t>
            </a:r>
            <a:r>
              <a:rPr lang="fr-FR" dirty="0" err="1">
                <a:latin typeface="+mn-lt"/>
              </a:rPr>
              <a:t>prenom</a:t>
            </a:r>
            <a:r>
              <a:rPr lang="fr-FR" dirty="0">
                <a:latin typeface="+mn-lt"/>
              </a:rPr>
              <a:t> de l’élément </a:t>
            </a:r>
            <a:r>
              <a:rPr lang="fr-FR" dirty="0" err="1">
                <a:latin typeface="+mn-lt"/>
              </a:rPr>
              <a:t>Presentation</a:t>
            </a:r>
            <a:r>
              <a:rPr lang="fr-FR" dirty="0">
                <a:latin typeface="+mn-lt"/>
              </a:rPr>
              <a:t>.</a:t>
            </a:r>
          </a:p>
          <a:p>
            <a:pPr algn="l"/>
            <a:endParaRPr lang="fr-FR" dirty="0">
              <a:latin typeface="+mn-lt"/>
            </a:endParaRPr>
          </a:p>
          <a:p>
            <a:pPr algn="l"/>
            <a:endParaRPr lang="fr-FR" dirty="0">
              <a:latin typeface="+mn-lt"/>
            </a:endParaRPr>
          </a:p>
          <a:p>
            <a:pPr algn="l"/>
            <a:endParaRPr lang="fr-FR" dirty="0">
              <a:latin typeface="+mn-lt"/>
            </a:endParaRPr>
          </a:p>
          <a:p>
            <a:pPr lvl="0" algn="l">
              <a:tabLst>
                <a:tab pos="996950" algn="l"/>
              </a:tabLst>
            </a:pPr>
            <a:endParaRPr lang="fr-FR" altLang="fr-FR" dirty="0">
              <a:latin typeface="+mn-lt"/>
              <a:ea typeface="Consolas" panose="020B0609020204030204" pitchFamily="49" charset="0"/>
              <a:cs typeface="Consolas" panose="020B0609020204030204" pitchFamily="49" charset="0"/>
            </a:endParaRPr>
          </a:p>
          <a:p>
            <a:pPr marL="285750" indent="-285750" algn="l">
              <a:buFont typeface="Wingdings" panose="05000000000000000000" pitchFamily="2" charset="2"/>
              <a:buChar char="§"/>
              <a:tabLst>
                <a:tab pos="996950" algn="l"/>
              </a:tabLst>
            </a:pPr>
            <a:endParaRPr lang="fr-FR" altLang="fr-FR" dirty="0">
              <a:latin typeface="+mn-lt"/>
              <a:ea typeface="Consolas" panose="020B0609020204030204" pitchFamily="49" charset="0"/>
              <a:cs typeface="Calibri" panose="020F0502020204030204" pitchFamily="34" charset="0"/>
            </a:endParaRPr>
          </a:p>
          <a:p>
            <a:pPr marL="285750" indent="-285750" algn="l">
              <a:buFont typeface="Wingdings" panose="05000000000000000000" pitchFamily="2" charset="2"/>
              <a:buChar char="§"/>
              <a:tabLst>
                <a:tab pos="996950" algn="l"/>
              </a:tabLst>
            </a:pPr>
            <a:endParaRPr lang="fr-FR" altLang="fr-FR" dirty="0">
              <a:latin typeface="+mn-lt"/>
              <a:ea typeface="Consolas" panose="020B0609020204030204" pitchFamily="49" charset="0"/>
              <a:cs typeface="Calibri" panose="020F0502020204030204" pitchFamily="34" charset="0"/>
            </a:endParaRPr>
          </a:p>
          <a:p>
            <a:pPr marL="285750" indent="-285750" algn="l">
              <a:buFont typeface="Wingdings" panose="05000000000000000000" pitchFamily="2" charset="2"/>
              <a:buChar char="§"/>
              <a:tabLst>
                <a:tab pos="996950" algn="l"/>
              </a:tabLst>
            </a:pPr>
            <a:r>
              <a:rPr lang="fr-FR" altLang="fr-FR" dirty="0">
                <a:latin typeface="+mn-lt"/>
                <a:ea typeface="Consolas" panose="020B0609020204030204" pitchFamily="49" charset="0"/>
                <a:cs typeface="Calibri" panose="020F0502020204030204" pitchFamily="34" charset="0"/>
              </a:rPr>
              <a:t>L’écriture </a:t>
            </a:r>
            <a:endParaRPr lang="fr-FR" altLang="fr-FR" b="1" dirty="0">
              <a:solidFill>
                <a:srgbClr val="C00000"/>
              </a:solidFill>
              <a:latin typeface="+mn-lt"/>
              <a:ea typeface="Consolas" panose="020B0609020204030204" pitchFamily="49" charset="0"/>
              <a:cs typeface="Calibri" panose="020F0502020204030204" pitchFamily="34" charset="0"/>
            </a:endParaRPr>
          </a:p>
          <a:p>
            <a:pPr>
              <a:tabLst>
                <a:tab pos="996950" algn="l"/>
              </a:tabLst>
            </a:pPr>
            <a:r>
              <a:rPr lang="fr-FR" b="1" dirty="0">
                <a:solidFill>
                  <a:srgbClr val="C00000"/>
                </a:solidFill>
                <a:latin typeface="+mn-lt"/>
              </a:rPr>
              <a:t>&lt;h2&gt;Salut {</a:t>
            </a:r>
            <a:r>
              <a:rPr lang="fr-FR" b="1" dirty="0" err="1">
                <a:solidFill>
                  <a:srgbClr val="C00000"/>
                </a:solidFill>
                <a:latin typeface="+mn-lt"/>
              </a:rPr>
              <a:t>props.nom</a:t>
            </a:r>
            <a:r>
              <a:rPr lang="fr-FR" b="1" dirty="0">
                <a:solidFill>
                  <a:srgbClr val="C00000"/>
                </a:solidFill>
                <a:latin typeface="+mn-lt"/>
              </a:rPr>
              <a:t>} {</a:t>
            </a:r>
            <a:r>
              <a:rPr lang="fr-FR" b="1" dirty="0" err="1">
                <a:solidFill>
                  <a:srgbClr val="C00000"/>
                </a:solidFill>
                <a:latin typeface="+mn-lt"/>
              </a:rPr>
              <a:t>props.prenom</a:t>
            </a:r>
            <a:r>
              <a:rPr lang="fr-FR" b="1" dirty="0">
                <a:solidFill>
                  <a:srgbClr val="C00000"/>
                </a:solidFill>
                <a:latin typeface="+mn-lt"/>
              </a:rPr>
              <a:t>}&lt;/h2&gt;</a:t>
            </a:r>
            <a:endParaRPr lang="fr-FR" altLang="fr-FR" dirty="0">
              <a:latin typeface="+mn-lt"/>
              <a:ea typeface="Consolas" panose="020B0609020204030204" pitchFamily="49" charset="0"/>
              <a:cs typeface="Calibri" panose="020F0502020204030204" pitchFamily="34" charset="0"/>
            </a:endParaRPr>
          </a:p>
          <a:p>
            <a:pPr algn="l">
              <a:tabLst>
                <a:tab pos="996950" algn="l"/>
              </a:tabLst>
            </a:pPr>
            <a:r>
              <a:rPr lang="fr-FR" altLang="fr-FR" dirty="0">
                <a:latin typeface="+mn-lt"/>
                <a:ea typeface="Consolas" panose="020B0609020204030204" pitchFamily="49" charset="0"/>
                <a:cs typeface="Calibri" panose="020F0502020204030204" pitchFamily="34" charset="0"/>
              </a:rPr>
              <a:t>permet de récupérer les propriétés nom et </a:t>
            </a:r>
            <a:r>
              <a:rPr lang="fr-FR" altLang="fr-FR" dirty="0" err="1">
                <a:latin typeface="+mn-lt"/>
                <a:ea typeface="Consolas" panose="020B0609020204030204" pitchFamily="49" charset="0"/>
                <a:cs typeface="Calibri" panose="020F0502020204030204" pitchFamily="34" charset="0"/>
              </a:rPr>
              <a:t>prenom</a:t>
            </a:r>
            <a:r>
              <a:rPr lang="fr-FR" altLang="fr-FR" dirty="0">
                <a:latin typeface="+mn-lt"/>
                <a:ea typeface="Consolas" panose="020B0609020204030204" pitchFamily="49" charset="0"/>
                <a:cs typeface="Calibri" panose="020F0502020204030204" pitchFamily="34" charset="0"/>
              </a:rPr>
              <a:t> de l’objet </a:t>
            </a:r>
            <a:r>
              <a:rPr lang="fr-FR" altLang="fr-FR" dirty="0" err="1">
                <a:latin typeface="+mn-lt"/>
                <a:ea typeface="Consolas" panose="020B0609020204030204" pitchFamily="49" charset="0"/>
                <a:cs typeface="Calibri" panose="020F0502020204030204" pitchFamily="34" charset="0"/>
              </a:rPr>
              <a:t>props</a:t>
            </a:r>
            <a:r>
              <a:rPr lang="fr-FR" altLang="fr-FR" dirty="0">
                <a:latin typeface="+mn-lt"/>
                <a:ea typeface="Consolas" panose="020B0609020204030204" pitchFamily="49" charset="0"/>
                <a:cs typeface="Calibri" panose="020F0502020204030204" pitchFamily="34" charset="0"/>
              </a:rPr>
              <a:t> passé en argument de la fonction </a:t>
            </a:r>
            <a:r>
              <a:rPr lang="fr-FR" altLang="fr-FR" dirty="0" err="1">
                <a:latin typeface="+mn-lt"/>
                <a:ea typeface="Consolas" panose="020B0609020204030204" pitchFamily="49" charset="0"/>
                <a:cs typeface="Calibri" panose="020F0502020204030204" pitchFamily="34" charset="0"/>
              </a:rPr>
              <a:t>Presentation</a:t>
            </a:r>
            <a:endParaRPr lang="fr-FR" altLang="fr-FR" dirty="0">
              <a:latin typeface="+mn-lt"/>
            </a:endParaRPr>
          </a:p>
          <a:p>
            <a:pPr lvl="0" algn="l">
              <a:tabLst>
                <a:tab pos="996950" algn="l"/>
              </a:tabLst>
            </a:pPr>
            <a:r>
              <a:rPr lang="fr-FR" altLang="fr-FR" dirty="0">
                <a:latin typeface="+mn-lt"/>
                <a:ea typeface="Consolas" panose="020B0609020204030204" pitchFamily="49" charset="0"/>
                <a:cs typeface="Calibri" panose="020F0502020204030204" pitchFamily="34" charset="0"/>
              </a:rPr>
              <a:t>Remarque : On peut passer dans l’objet </a:t>
            </a:r>
            <a:r>
              <a:rPr lang="fr-FR" altLang="fr-FR" dirty="0" err="1">
                <a:latin typeface="+mn-lt"/>
                <a:ea typeface="Consolas" panose="020B0609020204030204" pitchFamily="49" charset="0"/>
                <a:cs typeface="Calibri" panose="020F0502020204030204" pitchFamily="34" charset="0"/>
              </a:rPr>
              <a:t>props</a:t>
            </a:r>
            <a:r>
              <a:rPr lang="fr-FR" altLang="fr-FR" dirty="0">
                <a:latin typeface="+mn-lt"/>
                <a:ea typeface="Consolas" panose="020B0609020204030204" pitchFamily="49" charset="0"/>
                <a:cs typeface="Calibri" panose="020F0502020204030204" pitchFamily="34" charset="0"/>
              </a:rPr>
              <a:t> :</a:t>
            </a:r>
            <a:endParaRPr lang="fr-FR" altLang="fr-FR" dirty="0">
              <a:latin typeface="+mn-lt"/>
            </a:endParaRPr>
          </a:p>
          <a:p>
            <a:pPr marL="712788" lvl="0" indent="-285750" algn="l">
              <a:buFont typeface="Courier New" panose="02070309020205020404" pitchFamily="49" charset="0"/>
              <a:buChar char="o"/>
              <a:tabLst>
                <a:tab pos="996950" algn="l"/>
              </a:tabLst>
            </a:pPr>
            <a:r>
              <a:rPr lang="fr-FR" altLang="fr-FR" dirty="0">
                <a:latin typeface="+mn-lt"/>
                <a:ea typeface="Calibri" panose="020F0502020204030204" pitchFamily="34" charset="0"/>
              </a:rPr>
              <a:t>une valeur</a:t>
            </a:r>
            <a:endParaRPr lang="fr-FR" altLang="fr-FR" dirty="0">
              <a:latin typeface="+mn-lt"/>
            </a:endParaRPr>
          </a:p>
          <a:p>
            <a:pPr marL="712788" lvl="0" indent="-285750" algn="l">
              <a:buFont typeface="Courier New" panose="02070309020205020404" pitchFamily="49" charset="0"/>
              <a:buChar char="o"/>
              <a:tabLst>
                <a:tab pos="996950" algn="l"/>
              </a:tabLst>
            </a:pPr>
            <a:r>
              <a:rPr lang="fr-FR" altLang="fr-FR" dirty="0">
                <a:latin typeface="+mn-lt"/>
                <a:ea typeface="Calibri" panose="020F0502020204030204" pitchFamily="34" charset="0"/>
              </a:rPr>
              <a:t>un objet</a:t>
            </a:r>
            <a:endParaRPr lang="fr-FR" altLang="fr-FR" dirty="0">
              <a:latin typeface="+mn-lt"/>
            </a:endParaRPr>
          </a:p>
          <a:p>
            <a:pPr marL="712788" lvl="0" indent="-285750" algn="l">
              <a:buFont typeface="Courier New" panose="02070309020205020404" pitchFamily="49" charset="0"/>
              <a:buChar char="o"/>
              <a:tabLst>
                <a:tab pos="996950" algn="l"/>
              </a:tabLst>
            </a:pPr>
            <a:r>
              <a:rPr lang="fr-FR" altLang="fr-FR" dirty="0">
                <a:latin typeface="+mn-lt"/>
                <a:ea typeface="Calibri" panose="020F0502020204030204" pitchFamily="34" charset="0"/>
              </a:rPr>
              <a:t>une liste</a:t>
            </a:r>
            <a:endParaRPr lang="fr-FR" altLang="fr-FR" dirty="0">
              <a:latin typeface="+mn-lt"/>
            </a:endParaRPr>
          </a:p>
          <a:p>
            <a:pPr algn="l"/>
            <a:endParaRPr lang="fr-FR" dirty="0">
              <a:latin typeface="+mn-lt"/>
            </a:endParaRPr>
          </a:p>
          <a:p>
            <a:pPr algn="l"/>
            <a:endParaRPr lang="fr-FR" dirty="0">
              <a:latin typeface="+mn-lt"/>
            </a:endParaRPr>
          </a:p>
          <a:p>
            <a:pPr algn="l"/>
            <a:endParaRPr lang="fr-FR" dirty="0">
              <a:latin typeface="+mn-lt"/>
            </a:endParaRPr>
          </a:p>
          <a:p>
            <a:pPr algn="l"/>
            <a:endParaRPr lang="fr-FR" dirty="0">
              <a:latin typeface="+mn-lt"/>
            </a:endParaRPr>
          </a:p>
          <a:p>
            <a:pPr algn="l"/>
            <a:endParaRPr lang="fr-MA" dirty="0">
              <a:latin typeface="+mn-lt"/>
            </a:endParaRPr>
          </a:p>
          <a:p>
            <a:pPr algn="l"/>
            <a:endParaRPr lang="fr-MA" dirty="0">
              <a:latin typeface="+mn-lt"/>
            </a:endParaRPr>
          </a:p>
        </p:txBody>
      </p:sp>
      <p:pic>
        <p:nvPicPr>
          <p:cNvPr id="5" name="Image 4">
            <a:extLst>
              <a:ext uri="{FF2B5EF4-FFF2-40B4-BE49-F238E27FC236}">
                <a16:creationId xmlns:a16="http://schemas.microsoft.com/office/drawing/2014/main" id="{0FB20E55-5596-1B58-8C30-31CB50303543}"/>
              </a:ext>
            </a:extLst>
          </p:cNvPr>
          <p:cNvPicPr>
            <a:picLocks/>
          </p:cNvPicPr>
          <p:nvPr/>
        </p:nvPicPr>
        <p:blipFill>
          <a:blip r:embed="rId3" cstate="print"/>
          <a:stretch>
            <a:fillRect/>
          </a:stretch>
        </p:blipFill>
        <p:spPr>
          <a:xfrm>
            <a:off x="2063507" y="2830051"/>
            <a:ext cx="4298950" cy="1197898"/>
          </a:xfrm>
          <a:prstGeom prst="rect">
            <a:avLst/>
          </a:prstGeom>
        </p:spPr>
      </p:pic>
    </p:spTree>
    <p:extLst>
      <p:ext uri="{BB962C8B-B14F-4D97-AF65-F5344CB8AC3E}">
        <p14:creationId xmlns:p14="http://schemas.microsoft.com/office/powerpoint/2010/main" val="1189507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3" end="1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4" end="1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5" end="1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6" end="1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1C232-D80F-ACA0-EDF6-069C9A1A6A73}"/>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B5CE303-E839-546A-BF3C-5DCF7B5A7ACF}"/>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B802834B-5AED-A00D-E919-29BE367A1016}"/>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08C40AE1-E30A-9E65-7713-F068EC461A76}"/>
              </a:ext>
            </a:extLst>
          </p:cNvPr>
          <p:cNvSpPr txBox="1"/>
          <p:nvPr/>
        </p:nvSpPr>
        <p:spPr>
          <a:xfrm>
            <a:off x="328936" y="831758"/>
            <a:ext cx="7920555"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altLang="fr-FR" b="1" dirty="0">
                <a:solidFill>
                  <a:srgbClr val="2E5395"/>
                </a:solidFill>
                <a:ea typeface="Calibri" panose="020F0502020204030204" pitchFamily="34" charset="0"/>
              </a:rPr>
              <a:t>Passage d’un objet dans </a:t>
            </a:r>
            <a:r>
              <a:rPr lang="fr-FR" altLang="fr-FR" b="1" dirty="0" err="1">
                <a:solidFill>
                  <a:srgbClr val="2E5395"/>
                </a:solidFill>
                <a:ea typeface="Calibri" panose="020F0502020204030204" pitchFamily="34" charset="0"/>
              </a:rPr>
              <a:t>props</a:t>
            </a:r>
            <a:r>
              <a:rPr lang="fr-FR" altLang="fr-FR" b="1" dirty="0">
                <a:solidFill>
                  <a:srgbClr val="2E5395"/>
                </a:solidFill>
                <a:ea typeface="Calibri" panose="020F0502020204030204" pitchFamily="34" charset="0"/>
              </a:rPr>
              <a:t> dans un composant créé </a:t>
            </a:r>
            <a:r>
              <a:rPr lang="fr-FR" b="1" dirty="0">
                <a:solidFill>
                  <a:srgbClr val="2E5395"/>
                </a:solidFill>
                <a:ea typeface="Calibri" panose="020F0502020204030204" pitchFamily="34" charset="0"/>
              </a:rPr>
              <a:t>via une fonction</a:t>
            </a:r>
            <a:r>
              <a:rPr lang="fr-FR" altLang="fr-FR" b="1" dirty="0">
                <a:solidFill>
                  <a:srgbClr val="2E5395"/>
                </a:solidFill>
                <a:ea typeface="Calibri" panose="020F0502020204030204" pitchFamily="34" charset="0"/>
              </a:rPr>
              <a:t> </a:t>
            </a:r>
            <a:endParaRPr lang="fr-FR" altLang="fr-FR" b="1" dirty="0">
              <a:latin typeface="+mn-lt"/>
              <a:ea typeface="Calibri" panose="020F0502020204030204" pitchFamily="34" charset="0"/>
            </a:endParaRPr>
          </a:p>
        </p:txBody>
      </p:sp>
      <p:sp>
        <p:nvSpPr>
          <p:cNvPr id="10" name="ZoneTexte 9">
            <a:extLst>
              <a:ext uri="{FF2B5EF4-FFF2-40B4-BE49-F238E27FC236}">
                <a16:creationId xmlns:a16="http://schemas.microsoft.com/office/drawing/2014/main" id="{FDC7924B-D551-A7B5-6AC4-EE48786A98CF}"/>
              </a:ext>
            </a:extLst>
          </p:cNvPr>
          <p:cNvSpPr txBox="1"/>
          <p:nvPr/>
        </p:nvSpPr>
        <p:spPr>
          <a:xfrm>
            <a:off x="328936" y="1604001"/>
            <a:ext cx="3881852" cy="3161036"/>
          </a:xfrm>
          <a:prstGeom prst="rect">
            <a:avLst/>
          </a:prstGeom>
          <a:solidFill>
            <a:schemeClr val="tx1"/>
          </a:solidFill>
        </p:spPr>
        <p:txBody>
          <a:bodyPr wrap="none" lIns="108000">
            <a:noAutofit/>
          </a:bodyPr>
          <a:lstStyle/>
          <a:p>
            <a:pPr marL="17780" algn="l">
              <a:spcBef>
                <a:spcPts val="185"/>
              </a:spcBef>
              <a:buNone/>
            </a:pPr>
            <a:r>
              <a:rPr lang="fr-FR" sz="1100" dirty="0">
                <a:solidFill>
                  <a:srgbClr val="C585C0"/>
                </a:solidFill>
                <a:latin typeface="Consolas" panose="020B0609020204030204" pitchFamily="49" charset="0"/>
                <a:ea typeface="Consolas" panose="020B0609020204030204" pitchFamily="49" charset="0"/>
                <a:cs typeface="Consolas" panose="020B0609020204030204" pitchFamily="49" charset="0"/>
              </a:rPr>
              <a:t>import</a:t>
            </a:r>
            <a:r>
              <a:rPr lang="fr-FR" sz="1100" spc="-30"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React</a:t>
            </a:r>
            <a:r>
              <a:rPr lang="fr-FR" sz="1100" spc="-20" dirty="0">
                <a:solidFill>
                  <a:srgbClr val="9CDCFD"/>
                </a:solidFill>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C585C0"/>
                </a:solidFill>
                <a:latin typeface="Consolas" panose="020B0609020204030204" pitchFamily="49" charset="0"/>
                <a:ea typeface="Consolas" panose="020B0609020204030204" pitchFamily="49" charset="0"/>
                <a:cs typeface="Consolas" panose="020B0609020204030204" pitchFamily="49" charset="0"/>
              </a:rPr>
              <a:t>from</a:t>
            </a:r>
            <a:r>
              <a:rPr lang="fr-FR" sz="1100" spc="-25"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CE9178"/>
                </a:solidFill>
                <a:latin typeface="Consolas" panose="020B0609020204030204" pitchFamily="49" charset="0"/>
                <a:ea typeface="Consolas" panose="020B0609020204030204" pitchFamily="49" charset="0"/>
                <a:cs typeface="Consolas" panose="020B0609020204030204" pitchFamily="49" charset="0"/>
              </a:rPr>
              <a:t>react</a:t>
            </a:r>
            <a:r>
              <a:rPr lang="fr-FR" sz="11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p>
          <a:p>
            <a:pPr marL="17780" algn="l">
              <a:spcBef>
                <a:spcPts val="185"/>
              </a:spcBef>
              <a:buNone/>
            </a:pPr>
            <a:r>
              <a:rPr lang="fr-FR" sz="1100" dirty="0">
                <a:solidFill>
                  <a:srgbClr val="C585C0"/>
                </a:solidFill>
                <a:latin typeface="+mn-lt"/>
                <a:ea typeface="Consolas" panose="020B0609020204030204" pitchFamily="49" charset="0"/>
                <a:cs typeface="Consolas" panose="020B0609020204030204" pitchFamily="49" charset="0"/>
              </a:rPr>
              <a:t>import</a:t>
            </a:r>
            <a:r>
              <a:rPr lang="fr-FR" sz="1100" spc="-30" dirty="0">
                <a:solidFill>
                  <a:srgbClr val="C585C0"/>
                </a:solidFill>
                <a:latin typeface="+mn-lt"/>
                <a:ea typeface="Consolas" panose="020B0609020204030204" pitchFamily="49" charset="0"/>
                <a:cs typeface="Consolas" panose="020B0609020204030204" pitchFamily="49" charset="0"/>
              </a:rPr>
              <a:t> </a:t>
            </a:r>
            <a:r>
              <a:rPr lang="fr-FR" sz="1100" dirty="0" err="1">
                <a:solidFill>
                  <a:srgbClr val="DCDCAA"/>
                </a:solidFill>
                <a:latin typeface="+mn-lt"/>
                <a:ea typeface="Consolas" panose="020B0609020204030204" pitchFamily="49" charset="0"/>
                <a:cs typeface="Consolas" panose="020B0609020204030204" pitchFamily="49" charset="0"/>
              </a:rPr>
              <a:t>Presentation</a:t>
            </a:r>
            <a:r>
              <a:rPr lang="fr-FR" sz="1100" spc="-20" dirty="0">
                <a:solidFill>
                  <a:srgbClr val="9CDCFD"/>
                </a:solidFill>
                <a:latin typeface="+mn-lt"/>
                <a:ea typeface="Consolas" panose="020B0609020204030204" pitchFamily="49" charset="0"/>
                <a:cs typeface="Consolas" panose="020B0609020204030204" pitchFamily="49" charset="0"/>
              </a:rPr>
              <a:t> </a:t>
            </a:r>
            <a:r>
              <a:rPr lang="fr-FR" sz="1100" dirty="0" err="1">
                <a:solidFill>
                  <a:srgbClr val="C585C0"/>
                </a:solidFill>
                <a:latin typeface="+mn-lt"/>
                <a:ea typeface="Consolas" panose="020B0609020204030204" pitchFamily="49" charset="0"/>
                <a:cs typeface="Consolas" panose="020B0609020204030204" pitchFamily="49" charset="0"/>
              </a:rPr>
              <a:t>from</a:t>
            </a:r>
            <a:r>
              <a:rPr lang="fr-FR" sz="1100" spc="-25" dirty="0">
                <a:solidFill>
                  <a:srgbClr val="C585C0"/>
                </a:solidFill>
                <a:latin typeface="+mn-lt"/>
                <a:ea typeface="Consolas" panose="020B0609020204030204" pitchFamily="49" charset="0"/>
                <a:cs typeface="Consolas" panose="020B0609020204030204" pitchFamily="49" charset="0"/>
              </a:rPr>
              <a:t> </a:t>
            </a:r>
            <a:r>
              <a:rPr lang="fr-FR" sz="1100" dirty="0" err="1">
                <a:solidFill>
                  <a:srgbClr val="C585C0"/>
                </a:solidFill>
                <a:latin typeface="+mn-lt"/>
                <a:ea typeface="Consolas" panose="020B0609020204030204" pitchFamily="49" charset="0"/>
                <a:cs typeface="Consolas" panose="020B0609020204030204" pitchFamily="49" charset="0"/>
              </a:rPr>
              <a:t>from</a:t>
            </a:r>
            <a:r>
              <a:rPr lang="fr-FR" sz="1100" spc="-65" dirty="0">
                <a:solidFill>
                  <a:srgbClr val="C585C0"/>
                </a:solidFill>
                <a:latin typeface="+mn-lt"/>
                <a:ea typeface="Consolas" panose="020B0609020204030204" pitchFamily="49" charset="0"/>
                <a:cs typeface="Consolas" panose="020B0609020204030204" pitchFamily="49" charset="0"/>
              </a:rPr>
              <a:t> </a:t>
            </a:r>
            <a:r>
              <a:rPr lang="fr-FR" sz="1100" dirty="0">
                <a:solidFill>
                  <a:srgbClr val="CE9178"/>
                </a:solidFill>
                <a:latin typeface="+mn-lt"/>
                <a:ea typeface="Consolas" panose="020B0609020204030204" pitchFamily="49" charset="0"/>
                <a:cs typeface="Consolas" panose="020B0609020204030204" pitchFamily="49" charset="0"/>
              </a:rPr>
              <a:t>'./components/</a:t>
            </a:r>
            <a:r>
              <a:rPr lang="fr-FR" sz="1100" dirty="0" err="1">
                <a:solidFill>
                  <a:srgbClr val="DCDCAA"/>
                </a:solidFill>
                <a:latin typeface="+mn-lt"/>
                <a:ea typeface="Consolas" panose="020B0609020204030204" pitchFamily="49" charset="0"/>
                <a:cs typeface="Consolas" panose="020B0609020204030204" pitchFamily="49" charset="0"/>
              </a:rPr>
              <a:t>Presentation</a:t>
            </a:r>
            <a:r>
              <a:rPr lang="fr-FR" sz="1100" dirty="0">
                <a:solidFill>
                  <a:srgbClr val="CE9178"/>
                </a:solidFill>
                <a:latin typeface="+mn-lt"/>
                <a:ea typeface="Consolas" panose="020B0609020204030204" pitchFamily="49" charset="0"/>
                <a:cs typeface="Consolas" panose="020B0609020204030204" pitchFamily="49" charset="0"/>
              </a:rPr>
              <a:t>’</a:t>
            </a:r>
            <a:r>
              <a:rPr lang="fr-FR" sz="1100" dirty="0">
                <a:solidFill>
                  <a:srgbClr val="D3D3D3"/>
                </a:solidFill>
                <a:latin typeface="+mn-lt"/>
                <a:ea typeface="Consolas" panose="020B0609020204030204" pitchFamily="49" charset="0"/>
                <a:cs typeface="Consolas" panose="020B0609020204030204" pitchFamily="49" charset="0"/>
              </a:rPr>
              <a:t>; </a:t>
            </a:r>
            <a:r>
              <a:rPr lang="fr-FR" sz="1100" spc="-10" dirty="0">
                <a:solidFill>
                  <a:srgbClr val="CE9178"/>
                </a:solidFill>
                <a:latin typeface="+mn-lt"/>
                <a:ea typeface="Consolas" panose="020B0609020204030204" pitchFamily="49" charset="0"/>
                <a:cs typeface="Consolas" panose="020B0609020204030204" pitchFamily="49" charset="0"/>
              </a:rPr>
              <a:t>'</a:t>
            </a:r>
            <a:endParaRPr lang="fr-FR" sz="1100" dirty="0">
              <a:solidFill>
                <a:srgbClr val="559CD5"/>
              </a:solidFill>
              <a:latin typeface="+mn-lt"/>
              <a:ea typeface="Consolas" panose="020B0609020204030204" pitchFamily="49" charset="0"/>
              <a:cs typeface="Consolas" panose="020B0609020204030204" pitchFamily="49" charset="0"/>
            </a:endParaRPr>
          </a:p>
          <a:p>
            <a:pPr marL="17780" algn="l">
              <a:spcBef>
                <a:spcPts val="185"/>
              </a:spcBef>
              <a:buNone/>
            </a:pPr>
            <a:r>
              <a:rPr lang="fr-FR" sz="1100" dirty="0" err="1">
                <a:solidFill>
                  <a:srgbClr val="559CD5"/>
                </a:solidFill>
                <a:latin typeface="Consolas" panose="020B0609020204030204" pitchFamily="49" charset="0"/>
                <a:ea typeface="Consolas" panose="020B0609020204030204" pitchFamily="49" charset="0"/>
                <a:cs typeface="Consolas" panose="020B0609020204030204" pitchFamily="49" charset="0"/>
              </a:rPr>
              <a:t>function</a:t>
            </a:r>
            <a:r>
              <a:rPr lang="fr-FR" sz="1100" spc="-45"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DCDCAA"/>
                </a:solidFill>
                <a:latin typeface="Consolas" panose="020B0609020204030204" pitchFamily="49" charset="0"/>
                <a:ea typeface="Consolas" panose="020B0609020204030204" pitchFamily="49" charset="0"/>
                <a:cs typeface="Consolas" panose="020B0609020204030204" pitchFamily="49" charset="0"/>
              </a:rPr>
              <a:t>App</a:t>
            </a:r>
            <a:r>
              <a:rPr lang="fr-FR" sz="11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164465" marR="2438400" algn="l">
              <a:lnSpc>
                <a:spcPct val="115000"/>
              </a:lnSpc>
              <a:spcBef>
                <a:spcPts val="185"/>
              </a:spcBef>
              <a:buNone/>
            </a:pP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let </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personne1</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nom:</a:t>
            </a:r>
            <a:r>
              <a:rPr lang="fr-FR" sz="110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CE9178"/>
                </a:solidFill>
                <a:latin typeface="Consolas" panose="020B0609020204030204" pitchFamily="49" charset="0"/>
                <a:ea typeface="Consolas" panose="020B0609020204030204" pitchFamily="49" charset="0"/>
                <a:cs typeface="Consolas" panose="020B0609020204030204" pitchFamily="49" charset="0"/>
              </a:rPr>
              <a:t>Ahemed</a:t>
            </a:r>
            <a:r>
              <a:rPr lang="fr-FR" sz="110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prenom</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latin typeface="Consolas" panose="020B0609020204030204" pitchFamily="49" charset="0"/>
                <a:ea typeface="Consolas" panose="020B0609020204030204" pitchFamily="49" charset="0"/>
                <a:cs typeface="Consolas" panose="020B0609020204030204" pitchFamily="49" charset="0"/>
              </a:rPr>
              <a:t>"Ahmed"</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p>
          <a:p>
            <a:pPr marL="164465" marR="2438400" algn="l">
              <a:lnSpc>
                <a:spcPct val="115000"/>
              </a:lnSpc>
              <a:spcBef>
                <a:spcPts val="185"/>
              </a:spcBef>
              <a:buNone/>
            </a:pP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let </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personne2</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nom:</a:t>
            </a:r>
            <a:r>
              <a:rPr lang="fr-FR" sz="1100" dirty="0">
                <a:solidFill>
                  <a:srgbClr val="CE9178"/>
                </a:solidFill>
                <a:latin typeface="Consolas" panose="020B0609020204030204" pitchFamily="49" charset="0"/>
                <a:ea typeface="Consolas" panose="020B0609020204030204" pitchFamily="49" charset="0"/>
                <a:cs typeface="Consolas" panose="020B0609020204030204" pitchFamily="49" charset="0"/>
              </a:rPr>
              <a:t>"Ali"</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prenom</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latin typeface="Consolas" panose="020B0609020204030204" pitchFamily="49" charset="0"/>
                <a:ea typeface="Consolas" panose="020B0609020204030204" pitchFamily="49" charset="0"/>
                <a:cs typeface="Consolas" panose="020B0609020204030204" pitchFamily="49" charset="0"/>
              </a:rPr>
              <a:t>"Ali"</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p>
          <a:p>
            <a:pPr marL="164465" marR="2438400" algn="l">
              <a:lnSpc>
                <a:spcPct val="115000"/>
              </a:lnSpc>
              <a:spcBef>
                <a:spcPts val="185"/>
              </a:spcBef>
              <a:buNone/>
            </a:pP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let</a:t>
            </a:r>
            <a:r>
              <a:rPr lang="fr-FR" sz="1100" spc="-145"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personne3</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nom:</a:t>
            </a:r>
            <a:r>
              <a:rPr lang="fr-FR" sz="110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CE9178"/>
                </a:solidFill>
                <a:latin typeface="Consolas" panose="020B0609020204030204" pitchFamily="49" charset="0"/>
                <a:ea typeface="Consolas" panose="020B0609020204030204" pitchFamily="49" charset="0"/>
                <a:cs typeface="Consolas" panose="020B0609020204030204" pitchFamily="49" charset="0"/>
              </a:rPr>
              <a:t>kahlid</a:t>
            </a:r>
            <a:r>
              <a:rPr lang="fr-FR" sz="110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prenom</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latin typeface="Consolas" panose="020B0609020204030204" pitchFamily="49" charset="0"/>
                <a:ea typeface="Consolas" panose="020B0609020204030204" pitchFamily="49" charset="0"/>
                <a:cs typeface="Consolas" panose="020B0609020204030204" pitchFamily="49" charset="0"/>
              </a:rPr>
              <a:t>"Khalid"</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p>
          <a:p>
            <a:pPr marL="164465" marR="2438400" algn="l">
              <a:lnSpc>
                <a:spcPct val="115000"/>
              </a:lnSpc>
              <a:spcBef>
                <a:spcPts val="185"/>
              </a:spcBef>
              <a:buNone/>
            </a:pP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C585C0"/>
                </a:solidFill>
                <a:latin typeface="Consolas" panose="020B0609020204030204" pitchFamily="49" charset="0"/>
                <a:ea typeface="Consolas" panose="020B0609020204030204" pitchFamily="49" charset="0"/>
                <a:cs typeface="Consolas" panose="020B0609020204030204" pitchFamily="49" charset="0"/>
              </a:rPr>
              <a:t>return</a:t>
            </a:r>
            <a:r>
              <a:rPr lang="fr-FR" sz="11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310515" algn="l">
              <a:lnSpc>
                <a:spcPts val="1225"/>
              </a:lnSpc>
              <a:spcBef>
                <a:spcPts val="200"/>
              </a:spcBef>
              <a:buNone/>
            </a:pPr>
            <a:r>
              <a:rPr lang="fr-FR" sz="11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dirty="0" err="1">
                <a:solidFill>
                  <a:srgbClr val="4EC8AF"/>
                </a:solidFill>
                <a:latin typeface="Consolas" panose="020B0609020204030204" pitchFamily="49" charset="0"/>
                <a:ea typeface="Consolas" panose="020B0609020204030204" pitchFamily="49" charset="0"/>
                <a:cs typeface="Consolas" panose="020B0609020204030204" pitchFamily="49" charset="0"/>
              </a:rPr>
              <a:t>Presentation</a:t>
            </a:r>
            <a:r>
              <a:rPr lang="fr-FR" sz="1100" spc="-90" dirty="0">
                <a:solidFill>
                  <a:srgbClr val="4EC8AF"/>
                </a:solidFill>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9CDCFD"/>
                </a:solidFill>
                <a:latin typeface="Consolas" panose="020B0609020204030204" pitchFamily="49" charset="0"/>
                <a:ea typeface="Consolas" panose="020B0609020204030204" pitchFamily="49" charset="0"/>
                <a:cs typeface="Consolas" panose="020B0609020204030204" pitchFamily="49" charset="0"/>
              </a:rPr>
              <a:t>personne</a:t>
            </a:r>
            <a:r>
              <a:rPr lang="fr-FR" sz="11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9CDCFD"/>
                </a:solidFill>
                <a:latin typeface="Consolas" panose="020B0609020204030204" pitchFamily="49" charset="0"/>
                <a:ea typeface="Consolas" panose="020B0609020204030204" pitchFamily="49" charset="0"/>
                <a:cs typeface="Consolas" panose="020B0609020204030204" pitchFamily="49" charset="0"/>
              </a:rPr>
              <a:t>personne1</a:t>
            </a:r>
            <a:r>
              <a:rPr lang="fr-FR"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dirty="0" err="1">
                <a:solidFill>
                  <a:srgbClr val="4EC8AF"/>
                </a:solidFill>
                <a:latin typeface="Consolas" panose="020B0609020204030204" pitchFamily="49" charset="0"/>
                <a:ea typeface="Consolas" panose="020B0609020204030204" pitchFamily="49" charset="0"/>
                <a:cs typeface="Consolas" panose="020B0609020204030204" pitchFamily="49" charset="0"/>
              </a:rPr>
              <a:t>Presentation</a:t>
            </a:r>
            <a:r>
              <a:rPr lang="fr-FR" sz="1100" spc="-105" dirty="0">
                <a:solidFill>
                  <a:srgbClr val="4EC8AF"/>
                </a:solidFill>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personne</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personne2</a:t>
            </a: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100" spc="-100"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100" spc="-25"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603250" algn="l">
              <a:spcBef>
                <a:spcPts val="195"/>
              </a:spcBef>
              <a:buNone/>
            </a:pPr>
            <a:r>
              <a:rPr lang="fr-FR" sz="110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dirty="0" err="1">
                <a:solidFill>
                  <a:srgbClr val="4EC8AF"/>
                </a:solidFill>
                <a:latin typeface="Consolas" panose="020B0609020204030204" pitchFamily="49" charset="0"/>
                <a:ea typeface="Consolas" panose="020B0609020204030204" pitchFamily="49" charset="0"/>
                <a:cs typeface="Consolas" panose="020B0609020204030204" pitchFamily="49" charset="0"/>
              </a:rPr>
              <a:t>Presentation</a:t>
            </a:r>
            <a:r>
              <a:rPr lang="fr-FR" sz="1100" spc="-105" dirty="0">
                <a:solidFill>
                  <a:srgbClr val="4EC8AF"/>
                </a:solidFill>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personne</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9CDCFD"/>
                </a:solidFill>
                <a:latin typeface="Consolas" panose="020B0609020204030204" pitchFamily="49" charset="0"/>
                <a:ea typeface="Consolas" panose="020B0609020204030204" pitchFamily="49" charset="0"/>
                <a:cs typeface="Consolas" panose="020B0609020204030204" pitchFamily="49" charset="0"/>
              </a:rPr>
              <a:t>personne3</a:t>
            </a: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100" spc="-100"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100" spc="-25"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310515" algn="l">
              <a:spcBef>
                <a:spcPts val="190"/>
              </a:spcBef>
              <a:buNone/>
            </a:pPr>
            <a:r>
              <a:rPr lang="fr-FR" sz="11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164465" algn="l">
              <a:spcBef>
                <a:spcPts val="195"/>
              </a:spcBef>
              <a:buNone/>
            </a:pPr>
            <a:r>
              <a:rPr lang="fr-FR" sz="1100" spc="-5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buNone/>
            </a:pPr>
            <a:r>
              <a:rPr lang="fr-FR" sz="1100" spc="-5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p>
          <a:p>
            <a:pPr marL="17780" algn="l">
              <a:spcBef>
                <a:spcPts val="200"/>
              </a:spcBef>
            </a:pPr>
            <a:r>
              <a:rPr lang="fr-FR" sz="1200" dirty="0">
                <a:solidFill>
                  <a:srgbClr val="559CD5"/>
                </a:solidFill>
                <a:latin typeface="+mn-lt"/>
                <a:ea typeface="Consolas" panose="020B0609020204030204" pitchFamily="49" charset="0"/>
                <a:cs typeface="Consolas" panose="020B0609020204030204" pitchFamily="49" charset="0"/>
              </a:rPr>
              <a:t>export default </a:t>
            </a:r>
            <a:r>
              <a:rPr lang="fr-FR" sz="1200" spc="-20" dirty="0">
                <a:solidFill>
                  <a:srgbClr val="FFC000"/>
                </a:solidFill>
                <a:ea typeface="Calibri" panose="020F0502020204030204" pitchFamily="34" charset="0"/>
              </a:rPr>
              <a:t>App</a:t>
            </a:r>
            <a:r>
              <a:rPr lang="fr-FR" sz="1200" spc="-20" dirty="0">
                <a:ea typeface="Calibri" panose="020F0502020204030204" pitchFamily="34" charset="0"/>
              </a:rPr>
              <a:t>;</a:t>
            </a:r>
            <a:endParaRPr lang="fr-FR" sz="1200" dirty="0">
              <a:ea typeface="Calibri" panose="020F0502020204030204" pitchFamily="34" charset="0"/>
            </a:endParaRPr>
          </a:p>
          <a:p>
            <a:pPr marL="17780" algn="l">
              <a:spcBef>
                <a:spcPts val="200"/>
              </a:spcBef>
              <a:buNone/>
            </a:pPr>
            <a:endParaRPr lang="fr-MA" sz="1200" dirty="0">
              <a:latin typeface="Consolas" panose="020B0609020204030204" pitchFamily="49" charset="0"/>
              <a:ea typeface="Consolas" panose="020B0609020204030204" pitchFamily="49" charset="0"/>
              <a:cs typeface="Consolas" panose="020B0609020204030204" pitchFamily="49" charset="0"/>
            </a:endParaRPr>
          </a:p>
          <a:p>
            <a:pPr algn="l">
              <a:spcBef>
                <a:spcPts val="185"/>
              </a:spcBef>
              <a:buNone/>
            </a:pPr>
            <a:endParaRPr lang="fr-MA" sz="1100" dirty="0">
              <a:effectLst/>
              <a:latin typeface="+mn-lt"/>
              <a:ea typeface="Consolas" panose="020B0609020204030204" pitchFamily="49" charset="0"/>
              <a:cs typeface="Consolas" panose="020B0609020204030204" pitchFamily="49" charset="0"/>
            </a:endParaRPr>
          </a:p>
        </p:txBody>
      </p:sp>
      <p:sp>
        <p:nvSpPr>
          <p:cNvPr id="13" name="ZoneTexte 12">
            <a:extLst>
              <a:ext uri="{FF2B5EF4-FFF2-40B4-BE49-F238E27FC236}">
                <a16:creationId xmlns:a16="http://schemas.microsoft.com/office/drawing/2014/main" id="{C934A019-620F-5296-E904-C69796856ECC}"/>
              </a:ext>
            </a:extLst>
          </p:cNvPr>
          <p:cNvSpPr txBox="1"/>
          <p:nvPr/>
        </p:nvSpPr>
        <p:spPr>
          <a:xfrm>
            <a:off x="4386078" y="1265447"/>
            <a:ext cx="4582632" cy="338554"/>
          </a:xfrm>
          <a:prstGeom prst="rect">
            <a:avLst/>
          </a:prstGeom>
          <a:noFill/>
        </p:spPr>
        <p:txBody>
          <a:bodyPr wrap="square">
            <a:spAutoFit/>
          </a:bodyPr>
          <a:lstStyle/>
          <a:p>
            <a:pPr marL="285750" indent="-285750" algn="l">
              <a:spcBef>
                <a:spcPts val="600"/>
              </a:spcBef>
              <a:buFont typeface="Wingdings" panose="05000000000000000000" pitchFamily="2" charset="2"/>
              <a:buChar char="§"/>
            </a:pPr>
            <a:r>
              <a:rPr lang="fr-FR" b="1" dirty="0">
                <a:latin typeface="Calibri" panose="020F0502020204030204" pitchFamily="34" charset="0"/>
                <a:ea typeface="Consolas" panose="020B0609020204030204" pitchFamily="49" charset="0"/>
                <a:cs typeface="Consolas" panose="020B0609020204030204" pitchFamily="49" charset="0"/>
              </a:rPr>
              <a:t>Composant</a:t>
            </a:r>
            <a:r>
              <a:rPr lang="fr-FR" sz="1600" b="1" spc="-5" dirty="0">
                <a:effectLst/>
                <a:latin typeface="Calibri" panose="020F0502020204030204" pitchFamily="34" charset="0"/>
                <a:ea typeface="Consolas" panose="020B0609020204030204" pitchFamily="49" charset="0"/>
                <a:cs typeface="Consolas" panose="020B0609020204030204" pitchFamily="49" charset="0"/>
              </a:rPr>
              <a:t> </a:t>
            </a:r>
            <a:r>
              <a:rPr lang="fr-FR" b="1" spc="-10" dirty="0">
                <a:latin typeface="Calibri" panose="020F0502020204030204" pitchFamily="34" charset="0"/>
                <a:ea typeface="Consolas" panose="020B0609020204030204" pitchFamily="49" charset="0"/>
                <a:cs typeface="Consolas" panose="020B0609020204030204" pitchFamily="49" charset="0"/>
              </a:rPr>
              <a:t>presentation</a:t>
            </a:r>
            <a:r>
              <a:rPr lang="fr-FR" sz="1600" b="1" spc="-10" dirty="0">
                <a:effectLst/>
                <a:latin typeface="Calibri" panose="020F0502020204030204" pitchFamily="34" charset="0"/>
                <a:ea typeface="Consolas" panose="020B0609020204030204" pitchFamily="49" charset="0"/>
                <a:cs typeface="Consolas" panose="020B0609020204030204" pitchFamily="49" charset="0"/>
              </a:rPr>
              <a:t>.js</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E1E1A744-EB7E-BE87-64BA-FFF5A54BC86A}"/>
              </a:ext>
            </a:extLst>
          </p:cNvPr>
          <p:cNvSpPr txBox="1"/>
          <p:nvPr/>
        </p:nvSpPr>
        <p:spPr>
          <a:xfrm>
            <a:off x="4386078" y="1616414"/>
            <a:ext cx="4582632" cy="2520959"/>
          </a:xfrm>
          <a:prstGeom prst="rect">
            <a:avLst/>
          </a:prstGeom>
          <a:solidFill>
            <a:schemeClr val="tx1"/>
          </a:solidFill>
        </p:spPr>
        <p:txBody>
          <a:bodyPr wrap="none">
            <a:noAutofit/>
          </a:bodyPr>
          <a:lstStyle/>
          <a:p>
            <a:pPr marL="17780" algn="l">
              <a:spcBef>
                <a:spcPts val="185"/>
              </a:spcBef>
              <a:buNone/>
            </a:pPr>
            <a:r>
              <a:rPr lang="fr-FR" sz="1100" dirty="0">
                <a:solidFill>
                  <a:srgbClr val="C585C0"/>
                </a:solidFill>
                <a:latin typeface="Consolas" panose="020B0609020204030204" pitchFamily="49" charset="0"/>
                <a:ea typeface="Consolas" panose="020B0609020204030204" pitchFamily="49" charset="0"/>
                <a:cs typeface="Consolas" panose="020B0609020204030204" pitchFamily="49" charset="0"/>
              </a:rPr>
              <a:t>import</a:t>
            </a:r>
            <a:r>
              <a:rPr lang="fr-FR" sz="1100" spc="-30"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React</a:t>
            </a:r>
            <a:r>
              <a:rPr lang="fr-FR" sz="1100" spc="-20" dirty="0">
                <a:solidFill>
                  <a:srgbClr val="9CDCFD"/>
                </a:solidFill>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C585C0"/>
                </a:solidFill>
                <a:latin typeface="Consolas" panose="020B0609020204030204" pitchFamily="49" charset="0"/>
                <a:ea typeface="Consolas" panose="020B0609020204030204" pitchFamily="49" charset="0"/>
                <a:cs typeface="Consolas" panose="020B0609020204030204" pitchFamily="49" charset="0"/>
              </a:rPr>
              <a:t>from</a:t>
            </a:r>
            <a:r>
              <a:rPr lang="fr-FR" sz="1100" spc="-25"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CE9178"/>
                </a:solidFill>
                <a:latin typeface="Consolas" panose="020B0609020204030204" pitchFamily="49" charset="0"/>
                <a:ea typeface="Consolas" panose="020B0609020204030204" pitchFamily="49" charset="0"/>
                <a:cs typeface="Consolas" panose="020B0609020204030204" pitchFamily="49" charset="0"/>
              </a:rPr>
              <a:t>react</a:t>
            </a:r>
            <a:r>
              <a:rPr lang="fr-FR" sz="11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237490" marR="2438400" indent="-219710" algn="l">
              <a:lnSpc>
                <a:spcPct val="115000"/>
              </a:lnSpc>
              <a:spcBef>
                <a:spcPts val="200"/>
              </a:spcBef>
              <a:buNone/>
            </a:pPr>
            <a:r>
              <a:rPr lang="fr-FR" sz="1100" dirty="0">
                <a:solidFill>
                  <a:srgbClr val="C585C0"/>
                </a:solidFill>
                <a:latin typeface="Consolas" panose="020B0609020204030204" pitchFamily="49" charset="0"/>
                <a:ea typeface="Consolas" panose="020B0609020204030204" pitchFamily="49" charset="0"/>
                <a:cs typeface="Consolas" panose="020B0609020204030204" pitchFamily="49" charset="0"/>
              </a:rPr>
              <a:t>export</a:t>
            </a:r>
            <a:r>
              <a:rPr lang="fr-FR" sz="1100" spc="-70"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585C0"/>
                </a:solidFill>
                <a:latin typeface="Consolas" panose="020B0609020204030204" pitchFamily="49" charset="0"/>
                <a:ea typeface="Consolas" panose="020B0609020204030204" pitchFamily="49" charset="0"/>
                <a:cs typeface="Consolas" panose="020B0609020204030204" pitchFamily="49" charset="0"/>
              </a:rPr>
              <a:t>default</a:t>
            </a:r>
            <a:r>
              <a:rPr lang="fr-FR" sz="1100" spc="-65"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559CD5"/>
                </a:solidFill>
                <a:latin typeface="Consolas" panose="020B0609020204030204" pitchFamily="49" charset="0"/>
                <a:ea typeface="Consolas" panose="020B0609020204030204" pitchFamily="49" charset="0"/>
                <a:cs typeface="Consolas" panose="020B0609020204030204" pitchFamily="49" charset="0"/>
              </a:rPr>
              <a:t>function</a:t>
            </a:r>
            <a:r>
              <a:rPr lang="fr-FR" sz="1100" spc="-60"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DCDCAA"/>
                </a:solidFill>
                <a:latin typeface="Consolas" panose="020B0609020204030204" pitchFamily="49" charset="0"/>
                <a:ea typeface="Consolas" panose="020B0609020204030204" pitchFamily="49" charset="0"/>
                <a:cs typeface="Consolas" panose="020B0609020204030204" pitchFamily="49" charset="0"/>
              </a:rPr>
              <a:t>Presentation</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props</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p>
          <a:p>
            <a:pPr marL="237490" marR="2438400" indent="-219710" algn="l">
              <a:lnSpc>
                <a:spcPct val="115000"/>
              </a:lnSpc>
              <a:spcBef>
                <a:spcPts val="200"/>
              </a:spcBef>
              <a:buNone/>
            </a:pPr>
            <a:r>
              <a:rPr lang="fr-FR" sz="1100" spc="-10" dirty="0">
                <a:solidFill>
                  <a:srgbClr val="9CDCFD"/>
                </a:solidFill>
                <a:latin typeface="Consolas" panose="020B0609020204030204" pitchFamily="49" charset="0"/>
                <a:ea typeface="Consolas" panose="020B0609020204030204" pitchFamily="49" charset="0"/>
                <a:cs typeface="Consolas" panose="020B0609020204030204" pitchFamily="49" charset="0"/>
              </a:rPr>
              <a:t>console</a:t>
            </a:r>
            <a:r>
              <a:rPr lang="fr-FR" sz="11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DCDCAA"/>
                </a:solidFill>
                <a:latin typeface="Consolas" panose="020B0609020204030204" pitchFamily="49" charset="0"/>
                <a:ea typeface="Consolas" panose="020B0609020204030204" pitchFamily="49" charset="0"/>
                <a:cs typeface="Consolas" panose="020B0609020204030204" pitchFamily="49" charset="0"/>
              </a:rPr>
              <a:t>log</a:t>
            </a:r>
            <a:r>
              <a:rPr lang="fr-FR" sz="11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props</a:t>
            </a:r>
            <a:r>
              <a:rPr lang="fr-FR" sz="11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310515" algn="l">
              <a:spcBef>
                <a:spcPts val="15"/>
              </a:spcBef>
              <a:buNone/>
            </a:pPr>
            <a:r>
              <a:rPr lang="fr-FR" sz="1100" dirty="0">
                <a:solidFill>
                  <a:srgbClr val="C585C0"/>
                </a:solidFill>
                <a:latin typeface="Consolas" panose="020B0609020204030204" pitchFamily="49" charset="0"/>
                <a:ea typeface="Consolas" panose="020B0609020204030204" pitchFamily="49" charset="0"/>
                <a:cs typeface="Consolas" panose="020B0609020204030204" pitchFamily="49" charset="0"/>
              </a:rPr>
              <a:t>return</a:t>
            </a:r>
            <a:r>
              <a:rPr lang="fr-FR" sz="1100" spc="-35"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100" spc="-5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100" spc="-5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895985" algn="l">
              <a:spcBef>
                <a:spcPts val="195"/>
              </a:spcBef>
              <a:buNone/>
            </a:pPr>
            <a:r>
              <a:rPr lang="fr-FR" sz="110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h2</a:t>
            </a:r>
            <a:r>
              <a:rPr lang="fr-FR" sz="110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r>
              <a:rPr lang="fr-FR" sz="1100" dirty="0">
                <a:solidFill>
                  <a:srgbClr val="D3D3D3"/>
                </a:solidFill>
                <a:latin typeface="Consolas" panose="020B0609020204030204" pitchFamily="49" charset="0"/>
                <a:ea typeface="Consolas" panose="020B0609020204030204" pitchFamily="49" charset="0"/>
                <a:cs typeface="Consolas" panose="020B0609020204030204" pitchFamily="49" charset="0"/>
              </a:rPr>
              <a:t>Salut</a:t>
            </a:r>
            <a:r>
              <a:rPr lang="fr-FR" sz="1100" spc="-5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props</a:t>
            </a:r>
            <a:r>
              <a:rPr lang="fr-FR" sz="1100" dirty="0" err="1">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personne</a:t>
            </a:r>
            <a:r>
              <a:rPr lang="fr-FR" sz="1100" dirty="0" err="1">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nom</a:t>
            </a:r>
            <a:r>
              <a:rPr lang="fr-FR" sz="110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100" spc="185"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p>
          <a:p>
            <a:pPr marL="895985" algn="l">
              <a:spcBef>
                <a:spcPts val="195"/>
              </a:spcBef>
              <a:buNone/>
            </a:pPr>
            <a:r>
              <a:rPr lang="fr-FR"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props</a:t>
            </a:r>
            <a:r>
              <a:rPr lang="fr-FR" sz="1100" spc="-10" dirty="0" err="1">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9CDCFD"/>
                </a:solidFill>
                <a:latin typeface="Consolas" panose="020B0609020204030204" pitchFamily="49" charset="0"/>
                <a:ea typeface="Consolas" panose="020B0609020204030204" pitchFamily="49" charset="0"/>
                <a:cs typeface="Consolas" panose="020B0609020204030204" pitchFamily="49" charset="0"/>
              </a:rPr>
              <a:t>personne</a:t>
            </a:r>
            <a:r>
              <a:rPr lang="fr-FR" sz="1100" spc="-10" dirty="0" err="1">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prenom</a:t>
            </a:r>
            <a:r>
              <a:rPr lang="fr-FR"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p>
          <a:p>
            <a:pPr marL="895985" algn="l">
              <a:spcBef>
                <a:spcPts val="195"/>
              </a:spcBef>
              <a:buNone/>
            </a:pPr>
            <a:r>
              <a:rPr lang="fr-FR" sz="11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h2</a:t>
            </a:r>
            <a:r>
              <a:rPr lang="fr-FR" sz="11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895985" algn="l">
              <a:spcBef>
                <a:spcPts val="190"/>
              </a:spcBef>
              <a:buNone/>
            </a:pPr>
            <a:r>
              <a:rPr lang="fr-FR" sz="1100" spc="-2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spc="-20" dirty="0" err="1">
                <a:solidFill>
                  <a:srgbClr val="559CD5"/>
                </a:solidFill>
                <a:latin typeface="Consolas" panose="020B0609020204030204" pitchFamily="49" charset="0"/>
                <a:ea typeface="Consolas" panose="020B0609020204030204" pitchFamily="49" charset="0"/>
                <a:cs typeface="Consolas" panose="020B0609020204030204" pitchFamily="49" charset="0"/>
              </a:rPr>
              <a:t>hr</a:t>
            </a:r>
            <a:r>
              <a:rPr lang="fr-FR" sz="1100" spc="-2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603250" algn="l">
              <a:spcBef>
                <a:spcPts val="195"/>
              </a:spcBef>
              <a:buNone/>
            </a:pPr>
            <a:r>
              <a:rPr lang="fr-FR" sz="11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100" dirty="0">
              <a:latin typeface="Consolas" panose="020B0609020204030204" pitchFamily="49" charset="0"/>
              <a:ea typeface="Consolas" panose="020B0609020204030204" pitchFamily="49" charset="0"/>
              <a:cs typeface="Consolas" panose="020B0609020204030204" pitchFamily="49" charset="0"/>
            </a:endParaRPr>
          </a:p>
          <a:p>
            <a:pPr marL="310515" algn="l">
              <a:spcBef>
                <a:spcPts val="200"/>
              </a:spcBef>
              <a:buNone/>
            </a:pPr>
            <a:r>
              <a:rPr lang="fr-FR" sz="1100" spc="-5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buNone/>
            </a:pPr>
            <a:r>
              <a:rPr lang="fr-FR" sz="1100" spc="-5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17780" algn="l">
              <a:spcBef>
                <a:spcPts val="185"/>
              </a:spcBef>
              <a:buNone/>
            </a:pPr>
            <a:endParaRPr lang="fr-MA" sz="11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7" name="ZoneTexte 16">
            <a:extLst>
              <a:ext uri="{FF2B5EF4-FFF2-40B4-BE49-F238E27FC236}">
                <a16:creationId xmlns:a16="http://schemas.microsoft.com/office/drawing/2014/main" id="{DC74F37D-818C-C3A2-4AB0-C9D2166176C5}"/>
              </a:ext>
            </a:extLst>
          </p:cNvPr>
          <p:cNvSpPr txBox="1"/>
          <p:nvPr/>
        </p:nvSpPr>
        <p:spPr>
          <a:xfrm>
            <a:off x="296049" y="1265447"/>
            <a:ext cx="4582632"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b="1" dirty="0">
                <a:latin typeface="+mn-lt"/>
              </a:rPr>
              <a:t>Composant App</a:t>
            </a:r>
            <a:r>
              <a:rPr lang="fr-FR" sz="1600" b="1" dirty="0">
                <a:latin typeface="+mn-lt"/>
              </a:rPr>
              <a:t>.js</a:t>
            </a:r>
            <a:endParaRPr lang="fr-MA" sz="1600" dirty="0">
              <a:latin typeface="+mn-lt"/>
            </a:endParaRPr>
          </a:p>
        </p:txBody>
      </p:sp>
      <p:sp>
        <p:nvSpPr>
          <p:cNvPr id="22" name="ZoneTexte 21">
            <a:extLst>
              <a:ext uri="{FF2B5EF4-FFF2-40B4-BE49-F238E27FC236}">
                <a16:creationId xmlns:a16="http://schemas.microsoft.com/office/drawing/2014/main" id="{74C95711-84D1-A153-A3C1-E5A85B99A7AC}"/>
              </a:ext>
            </a:extLst>
          </p:cNvPr>
          <p:cNvSpPr txBox="1"/>
          <p:nvPr/>
        </p:nvSpPr>
        <p:spPr>
          <a:xfrm>
            <a:off x="4386078" y="4137373"/>
            <a:ext cx="4582632" cy="338554"/>
          </a:xfrm>
          <a:prstGeom prst="rect">
            <a:avLst/>
          </a:prstGeom>
          <a:noFill/>
        </p:spPr>
        <p:txBody>
          <a:bodyPr wrap="square">
            <a:spAutoFit/>
          </a:bodyPr>
          <a:lstStyle/>
          <a:p>
            <a:pPr marL="92075" algn="l">
              <a:spcBef>
                <a:spcPts val="600"/>
              </a:spcBef>
              <a:buNone/>
            </a:pPr>
            <a:r>
              <a:rPr lang="fr-FR" sz="1600" dirty="0">
                <a:effectLst/>
                <a:latin typeface="Calibri" panose="020F0502020204030204" pitchFamily="34" charset="0"/>
                <a:ea typeface="Consolas" panose="020B0609020204030204" pitchFamily="49" charset="0"/>
                <a:cs typeface="Consolas" panose="020B0609020204030204" pitchFamily="49" charset="0"/>
              </a:rPr>
              <a:t>On</a:t>
            </a:r>
            <a:r>
              <a:rPr lang="fr-FR" sz="1600" spc="-2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peut</a:t>
            </a:r>
            <a:r>
              <a:rPr lang="fr-FR" sz="1600" spc="-2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utiliser</a:t>
            </a:r>
            <a:r>
              <a:rPr lang="fr-FR" sz="1600" spc="-5"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le</a:t>
            </a:r>
            <a:r>
              <a:rPr lang="fr-FR" sz="1600" spc="-2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destructeur</a:t>
            </a:r>
            <a:r>
              <a:rPr lang="fr-FR" sz="1600" spc="-2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objet</a:t>
            </a:r>
            <a:r>
              <a:rPr lang="fr-FR" sz="1600" spc="5" dirty="0">
                <a:effectLst/>
                <a:latin typeface="Calibri" panose="020F0502020204030204" pitchFamily="34" charset="0"/>
                <a:ea typeface="Consolas" panose="020B0609020204030204" pitchFamily="49" charset="0"/>
                <a:cs typeface="Consolas" panose="020B0609020204030204" pitchFamily="49" charset="0"/>
              </a:rPr>
              <a:t> </a:t>
            </a:r>
            <a:r>
              <a:rPr lang="fr-FR" sz="1600" dirty="0" err="1">
                <a:effectLst/>
                <a:latin typeface="Calibri" panose="020F0502020204030204" pitchFamily="34" charset="0"/>
                <a:ea typeface="Consolas" panose="020B0609020204030204" pitchFamily="49" charset="0"/>
                <a:cs typeface="Consolas" panose="020B0609020204030204" pitchFamily="49" charset="0"/>
              </a:rPr>
              <a:t>javaScript</a:t>
            </a:r>
            <a:r>
              <a:rPr lang="fr-FR" sz="1600" spc="-2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ES6</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23" name="ZoneTexte 22">
            <a:extLst>
              <a:ext uri="{FF2B5EF4-FFF2-40B4-BE49-F238E27FC236}">
                <a16:creationId xmlns:a16="http://schemas.microsoft.com/office/drawing/2014/main" id="{F2A9A466-28FC-DF0D-F46E-BA0A8ABEE726}"/>
              </a:ext>
            </a:extLst>
          </p:cNvPr>
          <p:cNvSpPr txBox="1"/>
          <p:nvPr/>
        </p:nvSpPr>
        <p:spPr>
          <a:xfrm>
            <a:off x="4386078" y="4466430"/>
            <a:ext cx="4582632" cy="2252246"/>
          </a:xfrm>
          <a:prstGeom prst="rect">
            <a:avLst/>
          </a:prstGeom>
          <a:solidFill>
            <a:schemeClr val="tx1"/>
          </a:solidFill>
        </p:spPr>
        <p:txBody>
          <a:bodyPr wrap="none">
            <a:noAutofit/>
          </a:bodyPr>
          <a:lstStyle/>
          <a:p>
            <a:pPr marL="17780" algn="l">
              <a:spcBef>
                <a:spcPts val="185"/>
              </a:spcBef>
              <a:buNone/>
            </a:pPr>
            <a:r>
              <a:rPr lang="fr-FR" sz="1200" dirty="0">
                <a:solidFill>
                  <a:srgbClr val="C585C0"/>
                </a:solidFill>
                <a:latin typeface="Consolas" panose="020B0609020204030204" pitchFamily="49" charset="0"/>
                <a:ea typeface="Consolas" panose="020B0609020204030204" pitchFamily="49" charset="0"/>
                <a:cs typeface="Consolas" panose="020B0609020204030204" pitchFamily="49" charset="0"/>
              </a:rPr>
              <a:t>import</a:t>
            </a:r>
            <a:r>
              <a:rPr lang="fr-FR" sz="1200" spc="-30"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200" dirty="0" err="1">
                <a:solidFill>
                  <a:srgbClr val="9CDCFD"/>
                </a:solidFill>
                <a:latin typeface="Consolas" panose="020B0609020204030204" pitchFamily="49" charset="0"/>
                <a:ea typeface="Consolas" panose="020B0609020204030204" pitchFamily="49" charset="0"/>
                <a:cs typeface="Consolas" panose="020B0609020204030204" pitchFamily="49" charset="0"/>
              </a:rPr>
              <a:t>React</a:t>
            </a:r>
            <a:r>
              <a:rPr lang="fr-FR" sz="1200" spc="-20" dirty="0">
                <a:solidFill>
                  <a:srgbClr val="9CDCFD"/>
                </a:solidFill>
                <a:latin typeface="Consolas" panose="020B0609020204030204" pitchFamily="49" charset="0"/>
                <a:ea typeface="Consolas" panose="020B0609020204030204" pitchFamily="49" charset="0"/>
                <a:cs typeface="Consolas" panose="020B0609020204030204" pitchFamily="49" charset="0"/>
              </a:rPr>
              <a:t> </a:t>
            </a:r>
            <a:r>
              <a:rPr lang="fr-FR" sz="1200" dirty="0" err="1">
                <a:solidFill>
                  <a:srgbClr val="C585C0"/>
                </a:solidFill>
                <a:latin typeface="Consolas" panose="020B0609020204030204" pitchFamily="49" charset="0"/>
                <a:ea typeface="Consolas" panose="020B0609020204030204" pitchFamily="49" charset="0"/>
                <a:cs typeface="Consolas" panose="020B0609020204030204" pitchFamily="49" charset="0"/>
              </a:rPr>
              <a:t>from</a:t>
            </a:r>
            <a:r>
              <a:rPr lang="fr-FR" sz="1200" spc="-25"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2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lang="fr-FR" sz="1200" spc="-10" dirty="0" err="1">
                <a:solidFill>
                  <a:srgbClr val="CE9178"/>
                </a:solidFill>
                <a:latin typeface="Consolas" panose="020B0609020204030204" pitchFamily="49" charset="0"/>
                <a:ea typeface="Consolas" panose="020B0609020204030204" pitchFamily="49" charset="0"/>
                <a:cs typeface="Consolas" panose="020B0609020204030204" pitchFamily="49" charset="0"/>
              </a:rPr>
              <a:t>react</a:t>
            </a:r>
            <a:r>
              <a:rPr lang="fr-FR" sz="12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237490" marR="2438400" indent="-219710" algn="l">
              <a:lnSpc>
                <a:spcPct val="115000"/>
              </a:lnSpc>
              <a:spcBef>
                <a:spcPts val="200"/>
              </a:spcBef>
              <a:buNone/>
            </a:pPr>
            <a:r>
              <a:rPr lang="fr-FR" sz="1200" dirty="0">
                <a:solidFill>
                  <a:srgbClr val="C585C0"/>
                </a:solidFill>
                <a:latin typeface="Consolas" panose="020B0609020204030204" pitchFamily="49" charset="0"/>
                <a:ea typeface="Consolas" panose="020B0609020204030204" pitchFamily="49" charset="0"/>
                <a:cs typeface="Consolas" panose="020B0609020204030204" pitchFamily="49" charset="0"/>
              </a:rPr>
              <a:t>export</a:t>
            </a:r>
            <a:r>
              <a:rPr lang="fr-FR" sz="1200" spc="-70"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200" dirty="0">
                <a:solidFill>
                  <a:srgbClr val="C585C0"/>
                </a:solidFill>
                <a:latin typeface="Consolas" panose="020B0609020204030204" pitchFamily="49" charset="0"/>
                <a:ea typeface="Consolas" panose="020B0609020204030204" pitchFamily="49" charset="0"/>
                <a:cs typeface="Consolas" panose="020B0609020204030204" pitchFamily="49" charset="0"/>
              </a:rPr>
              <a:t>default</a:t>
            </a:r>
            <a:r>
              <a:rPr lang="fr-FR" sz="1200" spc="-65"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200" dirty="0" err="1">
                <a:solidFill>
                  <a:srgbClr val="559CD5"/>
                </a:solidFill>
                <a:latin typeface="Consolas" panose="020B0609020204030204" pitchFamily="49" charset="0"/>
                <a:ea typeface="Consolas" panose="020B0609020204030204" pitchFamily="49" charset="0"/>
                <a:cs typeface="Consolas" panose="020B0609020204030204" pitchFamily="49" charset="0"/>
              </a:rPr>
              <a:t>function</a:t>
            </a:r>
            <a:r>
              <a:rPr lang="fr-FR" sz="1200" spc="-60"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200" dirty="0" err="1">
                <a:solidFill>
                  <a:srgbClr val="DCDCAA"/>
                </a:solidFill>
                <a:latin typeface="Consolas" panose="020B0609020204030204" pitchFamily="49" charset="0"/>
                <a:ea typeface="Consolas" panose="020B0609020204030204" pitchFamily="49" charset="0"/>
                <a:cs typeface="Consolas" panose="020B0609020204030204" pitchFamily="49" charset="0"/>
              </a:rPr>
              <a:t>Presentation</a:t>
            </a:r>
            <a:r>
              <a:rPr lang="fr-FR" sz="12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20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props</a:t>
            </a:r>
            <a:r>
              <a:rPr lang="fr-FR" sz="120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p>
          <a:p>
            <a:pPr marL="237490" marR="2438400" indent="-219710" algn="l">
              <a:lnSpc>
                <a:spcPct val="115000"/>
              </a:lnSpc>
              <a:spcBef>
                <a:spcPts val="200"/>
              </a:spcBef>
              <a:buNone/>
            </a:pPr>
            <a:r>
              <a:rPr lang="fr-FR" sz="1200" spc="-10" dirty="0">
                <a:solidFill>
                  <a:srgbClr val="9CDCFD"/>
                </a:solidFill>
                <a:latin typeface="Consolas" panose="020B0609020204030204" pitchFamily="49" charset="0"/>
                <a:ea typeface="Consolas" panose="020B0609020204030204" pitchFamily="49" charset="0"/>
                <a:cs typeface="Consolas" panose="020B0609020204030204" pitchFamily="49" charset="0"/>
              </a:rPr>
              <a:t>console</a:t>
            </a:r>
            <a:r>
              <a:rPr lang="fr-FR" sz="12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200" spc="-10" dirty="0">
                <a:solidFill>
                  <a:srgbClr val="DCDCAA"/>
                </a:solidFill>
                <a:latin typeface="Consolas" panose="020B0609020204030204" pitchFamily="49" charset="0"/>
                <a:ea typeface="Consolas" panose="020B0609020204030204" pitchFamily="49" charset="0"/>
                <a:cs typeface="Consolas" panose="020B0609020204030204" pitchFamily="49" charset="0"/>
              </a:rPr>
              <a:t>log</a:t>
            </a:r>
            <a:r>
              <a:rPr lang="fr-FR" sz="12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r>
              <a:rPr lang="fr-FR" sz="1200" spc="-10" dirty="0" err="1">
                <a:solidFill>
                  <a:srgbClr val="9CDCFD"/>
                </a:solidFill>
                <a:latin typeface="Consolas" panose="020B0609020204030204" pitchFamily="49" charset="0"/>
                <a:ea typeface="Consolas" panose="020B0609020204030204" pitchFamily="49" charset="0"/>
                <a:cs typeface="Consolas" panose="020B0609020204030204" pitchFamily="49" charset="0"/>
              </a:rPr>
              <a:t>props</a:t>
            </a:r>
            <a:r>
              <a:rPr lang="fr-FR" sz="12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237490" marR="2438400" indent="-219710" algn="l">
              <a:lnSpc>
                <a:spcPct val="115000"/>
              </a:lnSpc>
              <a:spcBef>
                <a:spcPts val="200"/>
              </a:spcBef>
              <a:buNone/>
            </a:pPr>
            <a:r>
              <a:rPr lang="fr-FR" sz="1200" b="1" dirty="0" err="1">
                <a:solidFill>
                  <a:schemeClr val="bg1"/>
                </a:solidFill>
                <a:latin typeface="Consolas" panose="020B0609020204030204" pitchFamily="49" charset="0"/>
                <a:ea typeface="Consolas" panose="020B0609020204030204" pitchFamily="49" charset="0"/>
                <a:cs typeface="Consolas" panose="020B0609020204030204" pitchFamily="49" charset="0"/>
              </a:rPr>
              <a:t>const</a:t>
            </a:r>
            <a:r>
              <a:rPr lang="fr-FR" sz="1200" b="1" spc="-145" dirty="0">
                <a:solidFill>
                  <a:schemeClr val="bg1"/>
                </a:solidFill>
                <a:latin typeface="Consolas" panose="020B0609020204030204" pitchFamily="49" charset="0"/>
                <a:ea typeface="Consolas" panose="020B0609020204030204" pitchFamily="49" charset="0"/>
                <a:cs typeface="Consolas" panose="020B0609020204030204" pitchFamily="49" charset="0"/>
              </a:rPr>
              <a:t> </a:t>
            </a:r>
            <a:r>
              <a:rPr lang="fr-FR" sz="1200" b="1" dirty="0">
                <a:solidFill>
                  <a:schemeClr val="bg1"/>
                </a:solidFill>
                <a:latin typeface="Consolas" panose="020B0609020204030204" pitchFamily="49" charset="0"/>
                <a:ea typeface="Consolas" panose="020B0609020204030204" pitchFamily="49" charset="0"/>
                <a:cs typeface="Consolas" panose="020B0609020204030204" pitchFamily="49" charset="0"/>
              </a:rPr>
              <a:t>{</a:t>
            </a:r>
            <a:r>
              <a:rPr lang="fr-FR" sz="1200" b="1" dirty="0" err="1">
                <a:solidFill>
                  <a:schemeClr val="bg1"/>
                </a:solidFill>
                <a:latin typeface="Consolas" panose="020B0609020204030204" pitchFamily="49" charset="0"/>
                <a:ea typeface="Consolas" panose="020B0609020204030204" pitchFamily="49" charset="0"/>
                <a:cs typeface="Consolas" panose="020B0609020204030204" pitchFamily="49" charset="0"/>
              </a:rPr>
              <a:t>nom,prenom</a:t>
            </a:r>
            <a:r>
              <a:rPr lang="fr-FR" sz="1200" b="1" dirty="0">
                <a:solidFill>
                  <a:schemeClr val="bg1"/>
                </a:solidFill>
                <a:latin typeface="Consolas" panose="020B0609020204030204" pitchFamily="49" charset="0"/>
                <a:ea typeface="Consolas" panose="020B0609020204030204" pitchFamily="49" charset="0"/>
                <a:cs typeface="Consolas" panose="020B0609020204030204" pitchFamily="49" charset="0"/>
              </a:rPr>
              <a:t>}=</a:t>
            </a:r>
            <a:r>
              <a:rPr lang="fr-FR" sz="1200" b="1" dirty="0" err="1">
                <a:solidFill>
                  <a:schemeClr val="bg1"/>
                </a:solidFill>
                <a:latin typeface="Consolas" panose="020B0609020204030204" pitchFamily="49" charset="0"/>
                <a:ea typeface="Consolas" panose="020B0609020204030204" pitchFamily="49" charset="0"/>
                <a:cs typeface="Consolas" panose="020B0609020204030204" pitchFamily="49" charset="0"/>
              </a:rPr>
              <a:t>props.personne</a:t>
            </a:r>
            <a:r>
              <a:rPr lang="fr-FR" sz="1200" b="1" dirty="0">
                <a:solidFill>
                  <a:schemeClr val="bg1"/>
                </a:solidFill>
                <a:latin typeface="Consolas" panose="020B0609020204030204" pitchFamily="49" charset="0"/>
                <a:ea typeface="Consolas" panose="020B0609020204030204" pitchFamily="49" charset="0"/>
                <a:cs typeface="Consolas" panose="020B0609020204030204" pitchFamily="49" charset="0"/>
              </a:rPr>
              <a:t> </a:t>
            </a:r>
          </a:p>
          <a:p>
            <a:pPr marL="310515" marR="2733040" indent="-73660" algn="l">
              <a:lnSpc>
                <a:spcPct val="115000"/>
              </a:lnSpc>
              <a:spcBef>
                <a:spcPts val="200"/>
              </a:spcBef>
              <a:buNone/>
            </a:pPr>
            <a:r>
              <a:rPr lang="fr-FR" sz="1200" dirty="0">
                <a:solidFill>
                  <a:srgbClr val="C585C0"/>
                </a:solidFill>
                <a:latin typeface="Consolas" panose="020B0609020204030204" pitchFamily="49" charset="0"/>
                <a:ea typeface="Consolas" panose="020B0609020204030204" pitchFamily="49" charset="0"/>
                <a:cs typeface="Consolas" panose="020B0609020204030204" pitchFamily="49" charset="0"/>
              </a:rPr>
              <a:t>return </a:t>
            </a:r>
            <a:r>
              <a:rPr lang="fr-FR" sz="120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603250" algn="l">
              <a:spcBef>
                <a:spcPts val="20"/>
              </a:spcBef>
              <a:buNone/>
            </a:pPr>
            <a:r>
              <a:rPr lang="fr-FR" sz="120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200" dirty="0">
                <a:solidFill>
                  <a:srgbClr val="559CD5"/>
                </a:solidFill>
                <a:latin typeface="Consolas" panose="020B0609020204030204" pitchFamily="49" charset="0"/>
                <a:ea typeface="Consolas" panose="020B0609020204030204" pitchFamily="49" charset="0"/>
                <a:cs typeface="Consolas" panose="020B0609020204030204" pitchFamily="49" charset="0"/>
              </a:rPr>
              <a:t>div</a:t>
            </a:r>
            <a:r>
              <a:rPr lang="fr-FR" sz="12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200" spc="-5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895985" algn="l">
              <a:spcBef>
                <a:spcPts val="195"/>
              </a:spcBef>
              <a:buNone/>
            </a:pPr>
            <a:r>
              <a:rPr lang="fr-FR" sz="120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200" dirty="0">
                <a:solidFill>
                  <a:srgbClr val="559CD5"/>
                </a:solidFill>
                <a:latin typeface="Consolas" panose="020B0609020204030204" pitchFamily="49" charset="0"/>
                <a:ea typeface="Consolas" panose="020B0609020204030204" pitchFamily="49" charset="0"/>
                <a:cs typeface="Consolas" panose="020B0609020204030204" pitchFamily="49" charset="0"/>
              </a:rPr>
              <a:t>h2</a:t>
            </a:r>
            <a:r>
              <a:rPr lang="fr-FR" sz="120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r>
              <a:rPr lang="fr-FR" sz="1200" dirty="0">
                <a:solidFill>
                  <a:srgbClr val="D3D3D3"/>
                </a:solidFill>
                <a:latin typeface="Consolas" panose="020B0609020204030204" pitchFamily="49" charset="0"/>
                <a:ea typeface="Consolas" panose="020B0609020204030204" pitchFamily="49" charset="0"/>
                <a:cs typeface="Consolas" panose="020B0609020204030204" pitchFamily="49" charset="0"/>
              </a:rPr>
              <a:t>Salut</a:t>
            </a:r>
            <a:r>
              <a:rPr lang="fr-FR" sz="1200" spc="-15"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r>
              <a:rPr lang="fr-FR" sz="120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200" dirty="0">
                <a:solidFill>
                  <a:srgbClr val="4FC1FF"/>
                </a:solidFill>
                <a:latin typeface="Consolas" panose="020B0609020204030204" pitchFamily="49" charset="0"/>
                <a:ea typeface="Consolas" panose="020B0609020204030204" pitchFamily="49" charset="0"/>
                <a:cs typeface="Consolas" panose="020B0609020204030204" pitchFamily="49" charset="0"/>
              </a:rPr>
              <a:t>nom</a:t>
            </a:r>
            <a:r>
              <a:rPr lang="fr-FR" sz="120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200" spc="230"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2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200" spc="-10" dirty="0" err="1">
                <a:solidFill>
                  <a:srgbClr val="4FC1FF"/>
                </a:solidFill>
                <a:latin typeface="Consolas" panose="020B0609020204030204" pitchFamily="49" charset="0"/>
                <a:ea typeface="Consolas" panose="020B0609020204030204" pitchFamily="49" charset="0"/>
                <a:cs typeface="Consolas" panose="020B0609020204030204" pitchFamily="49" charset="0"/>
              </a:rPr>
              <a:t>prenom</a:t>
            </a:r>
            <a:r>
              <a:rPr lang="fr-FR" sz="12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a:t>
            </a:r>
            <a:r>
              <a:rPr lang="fr-FR" sz="12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2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h2</a:t>
            </a:r>
            <a:r>
              <a:rPr lang="fr-FR" sz="12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895985" algn="l">
              <a:spcBef>
                <a:spcPts val="200"/>
              </a:spcBef>
              <a:buNone/>
            </a:pPr>
            <a:r>
              <a:rPr lang="fr-FR" sz="1200" spc="-2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200" spc="-20" dirty="0" err="1">
                <a:solidFill>
                  <a:srgbClr val="559CD5"/>
                </a:solidFill>
                <a:latin typeface="Consolas" panose="020B0609020204030204" pitchFamily="49" charset="0"/>
                <a:ea typeface="Consolas" panose="020B0609020204030204" pitchFamily="49" charset="0"/>
                <a:cs typeface="Consolas" panose="020B0609020204030204" pitchFamily="49" charset="0"/>
              </a:rPr>
              <a:t>hr</a:t>
            </a:r>
            <a:r>
              <a:rPr lang="fr-FR" sz="1200" spc="-2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603250" algn="l">
              <a:spcBef>
                <a:spcPts val="185"/>
              </a:spcBef>
              <a:buNone/>
            </a:pPr>
            <a:r>
              <a:rPr lang="fr-FR" sz="12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&lt;/</a:t>
            </a:r>
            <a:r>
              <a:rPr lang="fr-FR" sz="12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div</a:t>
            </a:r>
            <a:r>
              <a:rPr lang="fr-FR" sz="1200" spc="-10" dirty="0">
                <a:solidFill>
                  <a:srgbClr val="808080"/>
                </a:solidFill>
                <a:latin typeface="Consolas" panose="020B0609020204030204" pitchFamily="49" charset="0"/>
                <a:ea typeface="Consolas" panose="020B0609020204030204" pitchFamily="49" charset="0"/>
                <a:cs typeface="Consolas" panose="020B0609020204030204" pitchFamily="49" charset="0"/>
              </a:rPr>
              <a:t>&gt;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310515" algn="l">
              <a:spcBef>
                <a:spcPts val="200"/>
              </a:spcBef>
              <a:buNone/>
            </a:pPr>
            <a:r>
              <a:rPr lang="fr-FR" sz="1200" spc="-50" dirty="0">
                <a:solidFill>
                  <a:srgbClr val="D3D3D3"/>
                </a:solidFill>
                <a:latin typeface="Consolas" panose="020B0609020204030204" pitchFamily="49" charset="0"/>
                <a:ea typeface="Consolas" panose="020B0609020204030204" pitchFamily="49" charset="0"/>
                <a:cs typeface="Consolas" panose="020B0609020204030204" pitchFamily="49" charset="0"/>
              </a:rPr>
              <a:t>)}</a:t>
            </a: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buNone/>
            </a:pPr>
            <a:endParaRPr lang="fr-MA" sz="1200" dirty="0">
              <a:latin typeface="Consolas" panose="020B0609020204030204" pitchFamily="49" charset="0"/>
              <a:ea typeface="Consolas" panose="020B0609020204030204" pitchFamily="49" charset="0"/>
              <a:cs typeface="Consolas" panose="020B0609020204030204" pitchFamily="49" charset="0"/>
            </a:endParaRPr>
          </a:p>
          <a:p>
            <a:pPr marL="17780" algn="l">
              <a:spcBef>
                <a:spcPts val="185"/>
              </a:spcBef>
              <a:buNone/>
            </a:pPr>
            <a:endParaRPr lang="fr-MA" sz="12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25" name="Rectangle 8">
            <a:extLst>
              <a:ext uri="{FF2B5EF4-FFF2-40B4-BE49-F238E27FC236}">
                <a16:creationId xmlns:a16="http://schemas.microsoft.com/office/drawing/2014/main" id="{20EBF945-8F8E-B705-BF78-0A46065EA1C2}"/>
              </a:ext>
            </a:extLst>
          </p:cNvPr>
          <p:cNvSpPr>
            <a:spLocks noChangeArrowheads="1"/>
          </p:cNvSpPr>
          <p:nvPr/>
        </p:nvSpPr>
        <p:spPr bwMode="auto">
          <a:xfrm>
            <a:off x="328934" y="4792693"/>
            <a:ext cx="37655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0" i="0" u="none" strike="noStrike" cap="none" normalizeH="0" baseline="0" dirty="0">
                <a:ln>
                  <a:noFill/>
                </a:ln>
                <a:solidFill>
                  <a:schemeClr val="tx1"/>
                </a:solidFill>
                <a:effectLst/>
                <a:latin typeface="+mn-lt"/>
                <a:ea typeface="Consolas" panose="020B0609020204030204" pitchFamily="49" charset="0"/>
                <a:cs typeface="Calibri" panose="020F0502020204030204" pitchFamily="34" charset="0"/>
              </a:rPr>
              <a:t>Remarque : on peut passer directement l’objet</a:t>
            </a:r>
            <a:endParaRPr kumimoji="0" lang="fr-FR" altLang="fr-FR" b="0" i="0" u="none" strike="noStrike" cap="none" normalizeH="0" baseline="0" dirty="0">
              <a:ln>
                <a:noFill/>
              </a:ln>
              <a:solidFill>
                <a:schemeClr val="tx1"/>
              </a:solidFill>
              <a:effectLst/>
              <a:latin typeface="+mn-lt"/>
            </a:endParaRPr>
          </a:p>
        </p:txBody>
      </p:sp>
      <p:sp>
        <p:nvSpPr>
          <p:cNvPr id="26" name="Textbox 25">
            <a:extLst>
              <a:ext uri="{FF2B5EF4-FFF2-40B4-BE49-F238E27FC236}">
                <a16:creationId xmlns:a16="http://schemas.microsoft.com/office/drawing/2014/main" id="{B85D6178-5CDF-B1E6-5F13-94F434AC9BF9}"/>
              </a:ext>
            </a:extLst>
          </p:cNvPr>
          <p:cNvSpPr txBox="1">
            <a:spLocks noChangeArrowheads="1"/>
          </p:cNvSpPr>
          <p:nvPr/>
        </p:nvSpPr>
        <p:spPr bwMode="auto">
          <a:xfrm>
            <a:off x="344483" y="5405121"/>
            <a:ext cx="3850758" cy="565308"/>
          </a:xfrm>
          <a:prstGeom prst="rect">
            <a:avLst/>
          </a:prstGeom>
          <a:solidFill>
            <a:srgbClr val="1E1E1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rgbClr val="808080"/>
              </a:solidFill>
              <a:effectLst/>
              <a:latin typeface="+mn-lt"/>
              <a:ea typeface="Consolas" panose="020B0609020204030204" pitchFamily="49" charset="0"/>
              <a:cs typeface="Consolas" panose="020B0609020204030204" pitchFamily="49" charset="0"/>
            </a:endParaRPr>
          </a:p>
          <a:p>
            <a:pPr lvl="0" algn="l"/>
            <a:r>
              <a:rPr kumimoji="0" lang="fr-FR" altLang="fr-FR" sz="1200" b="0" i="0" u="none" strike="noStrike" cap="none" normalizeH="0" baseline="0" dirty="0">
                <a:ln>
                  <a:noFill/>
                </a:ln>
                <a:solidFill>
                  <a:srgbClr val="808080"/>
                </a:solidFill>
                <a:effectLst/>
                <a:latin typeface="+mn-lt"/>
                <a:ea typeface="Consolas" panose="020B0609020204030204" pitchFamily="49" charset="0"/>
                <a:cs typeface="Consolas" panose="020B0609020204030204" pitchFamily="49" charset="0"/>
              </a:rPr>
              <a:t>&lt;</a:t>
            </a:r>
            <a:r>
              <a:rPr kumimoji="0" lang="fr-FR" altLang="fr-FR" sz="1200" b="0" i="0" u="none" strike="noStrike" cap="none" normalizeH="0" baseline="0" dirty="0" err="1">
                <a:ln>
                  <a:noFill/>
                </a:ln>
                <a:solidFill>
                  <a:srgbClr val="4EC8AF"/>
                </a:solidFill>
                <a:effectLst/>
                <a:latin typeface="+mn-lt"/>
                <a:ea typeface="Consolas" panose="020B0609020204030204" pitchFamily="49" charset="0"/>
                <a:cs typeface="Consolas" panose="020B0609020204030204" pitchFamily="49" charset="0"/>
              </a:rPr>
              <a:t>Presentation</a:t>
            </a:r>
            <a:r>
              <a:rPr kumimoji="0" lang="fr-FR" altLang="fr-FR" sz="1200" b="0" i="0" u="none" strike="noStrike" cap="none" normalizeH="0" baseline="0" dirty="0">
                <a:ln>
                  <a:noFill/>
                </a:ln>
                <a:solidFill>
                  <a:srgbClr val="4EC8AF"/>
                </a:solidFill>
                <a:effectLst/>
                <a:latin typeface="+mn-lt"/>
                <a:ea typeface="Consolas" panose="020B0609020204030204" pitchFamily="49" charset="0"/>
                <a:cs typeface="Consolas" panose="020B0609020204030204" pitchFamily="49" charset="0"/>
              </a:rPr>
              <a:t> </a:t>
            </a:r>
            <a:r>
              <a:rPr kumimoji="0" lang="fr-FR" altLang="fr-FR" sz="1200" b="0" i="0" u="none" strike="noStrike" cap="none" normalizeH="0" baseline="0" dirty="0">
                <a:ln>
                  <a:noFill/>
                </a:ln>
                <a:solidFill>
                  <a:srgbClr val="9CDCFD"/>
                </a:solidFill>
                <a:effectLst/>
                <a:latin typeface="+mn-lt"/>
                <a:ea typeface="Consolas" panose="020B0609020204030204" pitchFamily="49" charset="0"/>
                <a:cs typeface="Consolas" panose="020B0609020204030204" pitchFamily="49" charset="0"/>
              </a:rPr>
              <a:t>personne</a:t>
            </a:r>
            <a:r>
              <a:rPr kumimoji="0" lang="fr-FR" altLang="fr-FR" sz="1200" b="0" i="0" u="none" strike="noStrike" cap="none" normalizeH="0" baseline="0" dirty="0">
                <a:ln>
                  <a:noFill/>
                </a:ln>
                <a:solidFill>
                  <a:srgbClr val="D3D3D3"/>
                </a:solidFill>
                <a:effectLst/>
                <a:latin typeface="+mn-lt"/>
                <a:ea typeface="Consolas" panose="020B0609020204030204" pitchFamily="49" charset="0"/>
                <a:cs typeface="Consolas" panose="020B0609020204030204" pitchFamily="49" charset="0"/>
              </a:rPr>
              <a:t>=</a:t>
            </a:r>
            <a:r>
              <a:rPr kumimoji="0" lang="fr-FR" altLang="fr-FR" sz="1200" b="0" i="0" u="none" strike="noStrike" cap="none" normalizeH="0" baseline="0" dirty="0">
                <a:ln>
                  <a:noFill/>
                </a:ln>
                <a:solidFill>
                  <a:srgbClr val="559CD5"/>
                </a:solidFill>
                <a:effectLst/>
                <a:latin typeface="+mn-lt"/>
                <a:ea typeface="Consolas" panose="020B0609020204030204" pitchFamily="49" charset="0"/>
                <a:cs typeface="Consolas" panose="020B0609020204030204" pitchFamily="49" charset="0"/>
              </a:rPr>
              <a:t>{</a:t>
            </a:r>
            <a:r>
              <a:rPr kumimoji="0" lang="fr-FR" altLang="fr-FR" sz="1200" b="0" i="0" u="none" strike="noStrike" cap="none" normalizeH="0" baseline="0" dirty="0">
                <a:ln>
                  <a:noFill/>
                </a:ln>
                <a:solidFill>
                  <a:srgbClr val="D3D3D3"/>
                </a:solidFill>
                <a:effectLst/>
                <a:latin typeface="+mn-lt"/>
                <a:ea typeface="Consolas" panose="020B0609020204030204" pitchFamily="49" charset="0"/>
                <a:cs typeface="Consolas" panose="020B0609020204030204" pitchFamily="49" charset="0"/>
              </a:rPr>
              <a:t>{</a:t>
            </a:r>
            <a:r>
              <a:rPr kumimoji="0" lang="fr-FR" altLang="fr-FR" sz="1200" b="0" i="0" u="none" strike="noStrike" cap="none" normalizeH="0" baseline="0" dirty="0">
                <a:ln>
                  <a:noFill/>
                </a:ln>
                <a:solidFill>
                  <a:srgbClr val="9CDCFD"/>
                </a:solidFill>
                <a:effectLst/>
                <a:latin typeface="+mn-lt"/>
                <a:ea typeface="Consolas" panose="020B0609020204030204" pitchFamily="49" charset="0"/>
                <a:cs typeface="Consolas" panose="020B0609020204030204" pitchFamily="49" charset="0"/>
              </a:rPr>
              <a:t>nom:</a:t>
            </a:r>
            <a:r>
              <a:rPr lang="fr-FR" sz="120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kumimoji="0" lang="fr-FR" altLang="fr-FR" sz="1200" b="0" i="0" u="none" strike="noStrike" cap="none" normalizeH="0" baseline="0" dirty="0">
                <a:ln>
                  <a:noFill/>
                </a:ln>
                <a:solidFill>
                  <a:srgbClr val="CE9178"/>
                </a:solidFill>
                <a:effectLst/>
                <a:latin typeface="+mn-lt"/>
                <a:ea typeface="Consolas" panose="020B0609020204030204" pitchFamily="49" charset="0"/>
                <a:cs typeface="Consolas" panose="020B0609020204030204" pitchFamily="49" charset="0"/>
              </a:rPr>
              <a:t>Khalid"</a:t>
            </a:r>
            <a:r>
              <a:rPr kumimoji="0" lang="fr-FR" altLang="fr-FR" sz="1200" b="0" i="0" u="none" strike="noStrike" cap="none" normalizeH="0" baseline="0" dirty="0">
                <a:ln>
                  <a:noFill/>
                </a:ln>
                <a:solidFill>
                  <a:srgbClr val="D3D3D3"/>
                </a:solidFill>
                <a:effectLst/>
                <a:latin typeface="+mn-lt"/>
                <a:ea typeface="Consolas" panose="020B0609020204030204" pitchFamily="49" charset="0"/>
                <a:cs typeface="Consolas" panose="020B0609020204030204" pitchFamily="49" charset="0"/>
              </a:rPr>
              <a:t>,</a:t>
            </a:r>
            <a:r>
              <a:rPr kumimoji="0" lang="fr-FR" altLang="fr-FR" sz="1200" b="0" i="0" u="none" strike="noStrike" cap="none" normalizeH="0" baseline="0" dirty="0" err="1">
                <a:ln>
                  <a:noFill/>
                </a:ln>
                <a:solidFill>
                  <a:srgbClr val="9CDCFD"/>
                </a:solidFill>
                <a:effectLst/>
                <a:latin typeface="+mn-lt"/>
                <a:ea typeface="Consolas" panose="020B0609020204030204" pitchFamily="49" charset="0"/>
                <a:cs typeface="Consolas" panose="020B0609020204030204" pitchFamily="49" charset="0"/>
              </a:rPr>
              <a:t>prenom</a:t>
            </a:r>
            <a:r>
              <a:rPr kumimoji="0" lang="fr-FR" altLang="fr-FR" sz="1200" b="0" i="0" u="none" strike="noStrike" cap="none" normalizeH="0" baseline="0" dirty="0">
                <a:ln>
                  <a:noFill/>
                </a:ln>
                <a:solidFill>
                  <a:srgbClr val="9CDCFD"/>
                </a:solidFill>
                <a:effectLst/>
                <a:latin typeface="+mn-lt"/>
                <a:ea typeface="Consolas" panose="020B0609020204030204" pitchFamily="49" charset="0"/>
                <a:cs typeface="Consolas" panose="020B0609020204030204" pitchFamily="49" charset="0"/>
              </a:rPr>
              <a:t>:</a:t>
            </a:r>
            <a:r>
              <a:rPr kumimoji="0" lang="fr-FR" altLang="fr-FR" sz="1200" b="0" i="0" u="none" strike="noStrike" cap="none" normalizeH="0" baseline="0" dirty="0">
                <a:ln>
                  <a:noFill/>
                </a:ln>
                <a:solidFill>
                  <a:srgbClr val="CE9178"/>
                </a:solidFill>
                <a:effectLst/>
                <a:latin typeface="+mn-lt"/>
                <a:ea typeface="Consolas" panose="020B0609020204030204" pitchFamily="49" charset="0"/>
                <a:cs typeface="Consolas" panose="020B0609020204030204" pitchFamily="49" charset="0"/>
              </a:rPr>
              <a:t>"Khalid"</a:t>
            </a:r>
            <a:r>
              <a:rPr kumimoji="0" lang="fr-FR" altLang="fr-FR" sz="1200" b="0" i="0" u="none" strike="noStrike" cap="none" normalizeH="0" baseline="0" dirty="0">
                <a:ln>
                  <a:noFill/>
                </a:ln>
                <a:solidFill>
                  <a:srgbClr val="D3D3D3"/>
                </a:solidFill>
                <a:effectLst/>
                <a:latin typeface="+mn-lt"/>
                <a:ea typeface="Consolas" panose="020B0609020204030204" pitchFamily="49" charset="0"/>
                <a:cs typeface="Consolas" panose="020B0609020204030204" pitchFamily="49" charset="0"/>
              </a:rPr>
              <a:t>}</a:t>
            </a:r>
            <a:r>
              <a:rPr kumimoji="0" lang="fr-FR" altLang="fr-FR" sz="1200" b="0" i="0" u="none" strike="noStrike" cap="none" normalizeH="0" baseline="0" dirty="0">
                <a:ln>
                  <a:noFill/>
                </a:ln>
                <a:solidFill>
                  <a:srgbClr val="559CD5"/>
                </a:solidFill>
                <a:effectLst/>
                <a:latin typeface="+mn-lt"/>
                <a:ea typeface="Consolas" panose="020B0609020204030204" pitchFamily="49" charset="0"/>
                <a:cs typeface="Consolas" panose="020B0609020204030204" pitchFamily="49" charset="0"/>
              </a:rPr>
              <a:t>} </a:t>
            </a:r>
            <a:r>
              <a:rPr kumimoji="0" lang="fr-FR" altLang="fr-FR" sz="1200" b="0" i="0" u="none" strike="noStrike" cap="none" normalizeH="0" baseline="0" dirty="0">
                <a:ln>
                  <a:noFill/>
                </a:ln>
                <a:solidFill>
                  <a:srgbClr val="808080"/>
                </a:solidFill>
                <a:effectLst/>
                <a:latin typeface="+mn-lt"/>
                <a:ea typeface="Consolas" panose="020B0609020204030204" pitchFamily="49" charset="0"/>
                <a:cs typeface="Consolas" panose="020B0609020204030204" pitchFamily="49" charset="0"/>
              </a:rPr>
              <a:t>/&gt;</a:t>
            </a:r>
            <a:endParaRPr kumimoji="0" lang="fr-FR" altLang="fr-FR" sz="1200" b="0" i="0" u="none" strike="noStrike" cap="none" normalizeH="0" baseline="0" dirty="0">
              <a:ln>
                <a:noFill/>
              </a:ln>
              <a:solidFill>
                <a:schemeClr val="tx1"/>
              </a:solidFill>
              <a:effectLst/>
              <a:latin typeface="+mn-lt"/>
            </a:endParaRPr>
          </a:p>
        </p:txBody>
      </p:sp>
      <p:sp>
        <p:nvSpPr>
          <p:cNvPr id="27" name="Rectangle 10">
            <a:extLst>
              <a:ext uri="{FF2B5EF4-FFF2-40B4-BE49-F238E27FC236}">
                <a16:creationId xmlns:a16="http://schemas.microsoft.com/office/drawing/2014/main" id="{38668D51-77C3-6EC8-595D-6D685E184FDE}"/>
              </a:ext>
            </a:extLst>
          </p:cNvPr>
          <p:cNvSpPr>
            <a:spLocks noChangeArrowheads="1"/>
          </p:cNvSpPr>
          <p:nvPr/>
        </p:nvSpPr>
        <p:spPr bwMode="auto">
          <a:xfrm>
            <a:off x="0" y="4679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8009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p:bldP spid="15" grpId="0" animBg="1"/>
      <p:bldP spid="17" grpId="0"/>
      <p:bldP spid="22" grpId="0"/>
      <p:bldP spid="23" grpId="0" animBg="1"/>
      <p:bldP spid="25" grpId="0"/>
      <p:bldP spid="2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C0617-7360-80CF-3773-3FBEAFDCFD9F}"/>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A8BE18B7-4A40-0AD3-6DCB-A3FA23222BE4}"/>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40101C81-0BCE-77A9-5B9C-204BED2D2098}"/>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431061AE-9DEE-4715-2B4E-E7628D48FC98}"/>
              </a:ext>
            </a:extLst>
          </p:cNvPr>
          <p:cNvSpPr txBox="1"/>
          <p:nvPr/>
        </p:nvSpPr>
        <p:spPr>
          <a:xfrm>
            <a:off x="328936" y="831758"/>
            <a:ext cx="8726164"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altLang="fr-FR" b="1" dirty="0">
                <a:solidFill>
                  <a:srgbClr val="2E5395"/>
                </a:solidFill>
                <a:ea typeface="Calibri" panose="020F0502020204030204" pitchFamily="34" charset="0"/>
              </a:rPr>
              <a:t>Passage d’une liste « </a:t>
            </a:r>
            <a:r>
              <a:rPr lang="fr-FR" altLang="fr-FR" b="1" dirty="0" err="1">
                <a:solidFill>
                  <a:srgbClr val="2E5395"/>
                </a:solidFill>
                <a:ea typeface="Calibri" panose="020F0502020204030204" pitchFamily="34" charset="0"/>
              </a:rPr>
              <a:t>Array</a:t>
            </a:r>
            <a:r>
              <a:rPr lang="fr-FR" altLang="fr-FR" b="1" dirty="0">
                <a:solidFill>
                  <a:srgbClr val="2E5395"/>
                </a:solidFill>
                <a:ea typeface="Calibri" panose="020F0502020204030204" pitchFamily="34" charset="0"/>
              </a:rPr>
              <a:t> » dans </a:t>
            </a:r>
            <a:r>
              <a:rPr lang="fr-FR" altLang="fr-FR" b="1" dirty="0" err="1">
                <a:solidFill>
                  <a:srgbClr val="2E5395"/>
                </a:solidFill>
                <a:ea typeface="Calibri" panose="020F0502020204030204" pitchFamily="34" charset="0"/>
              </a:rPr>
              <a:t>props</a:t>
            </a:r>
            <a:r>
              <a:rPr lang="fr-FR" altLang="fr-FR" b="1" dirty="0">
                <a:solidFill>
                  <a:srgbClr val="2E5395"/>
                </a:solidFill>
                <a:ea typeface="Calibri" panose="020F0502020204030204" pitchFamily="34" charset="0"/>
              </a:rPr>
              <a:t> dans un composant créé </a:t>
            </a:r>
            <a:r>
              <a:rPr lang="fr-FR" b="1" dirty="0">
                <a:solidFill>
                  <a:srgbClr val="2E5395"/>
                </a:solidFill>
                <a:ea typeface="Calibri" panose="020F0502020204030204" pitchFamily="34" charset="0"/>
              </a:rPr>
              <a:t>via une fonction</a:t>
            </a:r>
            <a:r>
              <a:rPr lang="fr-FR" altLang="fr-FR" b="1" dirty="0">
                <a:solidFill>
                  <a:srgbClr val="2E5395"/>
                </a:solidFill>
                <a:ea typeface="Calibri" panose="020F0502020204030204" pitchFamily="34" charset="0"/>
              </a:rPr>
              <a:t> </a:t>
            </a:r>
            <a:endParaRPr lang="fr-FR" altLang="fr-FR" b="1" dirty="0">
              <a:latin typeface="+mn-lt"/>
              <a:ea typeface="Calibri" panose="020F0502020204030204" pitchFamily="34" charset="0"/>
            </a:endParaRPr>
          </a:p>
        </p:txBody>
      </p:sp>
      <p:sp>
        <p:nvSpPr>
          <p:cNvPr id="10" name="ZoneTexte 9">
            <a:extLst>
              <a:ext uri="{FF2B5EF4-FFF2-40B4-BE49-F238E27FC236}">
                <a16:creationId xmlns:a16="http://schemas.microsoft.com/office/drawing/2014/main" id="{93C1958B-1290-403F-7194-710993EA9500}"/>
              </a:ext>
            </a:extLst>
          </p:cNvPr>
          <p:cNvSpPr txBox="1"/>
          <p:nvPr/>
        </p:nvSpPr>
        <p:spPr>
          <a:xfrm>
            <a:off x="344483" y="1611620"/>
            <a:ext cx="3881852" cy="2828299"/>
          </a:xfrm>
          <a:prstGeom prst="rect">
            <a:avLst/>
          </a:prstGeom>
          <a:solidFill>
            <a:schemeClr val="tx1"/>
          </a:solidFill>
        </p:spPr>
        <p:txBody>
          <a:bodyPr wrap="none" lIns="108000">
            <a:noAutofit/>
          </a:bodyPr>
          <a:lstStyle/>
          <a:p>
            <a:pPr marL="17780" algn="l">
              <a:spcBef>
                <a:spcPts val="185"/>
              </a:spcBef>
              <a:buNone/>
            </a:pPr>
            <a:r>
              <a:rPr lang="fr-FR" sz="1200" dirty="0">
                <a:solidFill>
                  <a:srgbClr val="C585C0"/>
                </a:solidFill>
                <a:latin typeface="Consolas" panose="020B0609020204030204" pitchFamily="49" charset="0"/>
                <a:ea typeface="Consolas" panose="020B0609020204030204" pitchFamily="49" charset="0"/>
                <a:cs typeface="Consolas" panose="020B0609020204030204" pitchFamily="49" charset="0"/>
              </a:rPr>
              <a:t>import</a:t>
            </a:r>
            <a:r>
              <a:rPr lang="fr-FR" sz="1200" spc="-30"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200" dirty="0" err="1">
                <a:solidFill>
                  <a:srgbClr val="9CDCFD"/>
                </a:solidFill>
                <a:latin typeface="Consolas" panose="020B0609020204030204" pitchFamily="49" charset="0"/>
                <a:ea typeface="Consolas" panose="020B0609020204030204" pitchFamily="49" charset="0"/>
                <a:cs typeface="Consolas" panose="020B0609020204030204" pitchFamily="49" charset="0"/>
              </a:rPr>
              <a:t>React</a:t>
            </a:r>
            <a:r>
              <a:rPr lang="fr-FR" sz="1200" spc="-20" dirty="0">
                <a:solidFill>
                  <a:srgbClr val="9CDCFD"/>
                </a:solidFill>
                <a:latin typeface="Consolas" panose="020B0609020204030204" pitchFamily="49" charset="0"/>
                <a:ea typeface="Consolas" panose="020B0609020204030204" pitchFamily="49" charset="0"/>
                <a:cs typeface="Consolas" panose="020B0609020204030204" pitchFamily="49" charset="0"/>
              </a:rPr>
              <a:t> </a:t>
            </a:r>
            <a:r>
              <a:rPr lang="fr-FR" sz="1200" dirty="0" err="1">
                <a:solidFill>
                  <a:srgbClr val="C585C0"/>
                </a:solidFill>
                <a:latin typeface="Consolas" panose="020B0609020204030204" pitchFamily="49" charset="0"/>
                <a:ea typeface="Consolas" panose="020B0609020204030204" pitchFamily="49" charset="0"/>
                <a:cs typeface="Consolas" panose="020B0609020204030204" pitchFamily="49" charset="0"/>
              </a:rPr>
              <a:t>from</a:t>
            </a:r>
            <a:r>
              <a:rPr lang="fr-FR" sz="1200" spc="-25"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2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lang="fr-FR" sz="1200" spc="-10" dirty="0" err="1">
                <a:solidFill>
                  <a:srgbClr val="CE9178"/>
                </a:solidFill>
                <a:latin typeface="Consolas" panose="020B0609020204030204" pitchFamily="49" charset="0"/>
                <a:ea typeface="Consolas" panose="020B0609020204030204" pitchFamily="49" charset="0"/>
                <a:cs typeface="Consolas" panose="020B0609020204030204" pitchFamily="49" charset="0"/>
              </a:rPr>
              <a:t>react</a:t>
            </a:r>
            <a:r>
              <a:rPr lang="fr-FR" sz="12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p>
          <a:p>
            <a:pPr marL="17780" algn="l">
              <a:spcBef>
                <a:spcPts val="185"/>
              </a:spcBef>
              <a:buNone/>
            </a:pPr>
            <a:r>
              <a:rPr lang="fr-FR" sz="1100" dirty="0">
                <a:solidFill>
                  <a:srgbClr val="C585C0"/>
                </a:solidFill>
                <a:latin typeface="+mn-lt"/>
                <a:ea typeface="Consolas" panose="020B0609020204030204" pitchFamily="49" charset="0"/>
                <a:cs typeface="Consolas" panose="020B0609020204030204" pitchFamily="49" charset="0"/>
              </a:rPr>
              <a:t>import</a:t>
            </a:r>
            <a:r>
              <a:rPr lang="fr-FR" sz="1100" spc="-30" dirty="0">
                <a:solidFill>
                  <a:srgbClr val="C585C0"/>
                </a:solidFill>
                <a:latin typeface="+mn-lt"/>
                <a:ea typeface="Consolas" panose="020B0609020204030204" pitchFamily="49" charset="0"/>
                <a:cs typeface="Consolas" panose="020B0609020204030204" pitchFamily="49" charset="0"/>
              </a:rPr>
              <a:t> </a:t>
            </a:r>
            <a:r>
              <a:rPr lang="fr-FR" sz="1100" dirty="0" err="1">
                <a:solidFill>
                  <a:srgbClr val="DCDCAA"/>
                </a:solidFill>
                <a:latin typeface="+mn-lt"/>
                <a:ea typeface="Consolas" panose="020B0609020204030204" pitchFamily="49" charset="0"/>
                <a:cs typeface="Consolas" panose="020B0609020204030204" pitchFamily="49" charset="0"/>
              </a:rPr>
              <a:t>Presentation</a:t>
            </a:r>
            <a:r>
              <a:rPr lang="fr-FR" sz="1100" spc="-20" dirty="0">
                <a:solidFill>
                  <a:srgbClr val="9CDCFD"/>
                </a:solidFill>
                <a:latin typeface="+mn-lt"/>
                <a:ea typeface="Consolas" panose="020B0609020204030204" pitchFamily="49" charset="0"/>
                <a:cs typeface="Consolas" panose="020B0609020204030204" pitchFamily="49" charset="0"/>
              </a:rPr>
              <a:t> </a:t>
            </a:r>
            <a:r>
              <a:rPr lang="fr-FR" sz="1100" dirty="0" err="1">
                <a:solidFill>
                  <a:srgbClr val="C585C0"/>
                </a:solidFill>
                <a:latin typeface="+mn-lt"/>
                <a:ea typeface="Consolas" panose="020B0609020204030204" pitchFamily="49" charset="0"/>
                <a:cs typeface="Consolas" panose="020B0609020204030204" pitchFamily="49" charset="0"/>
              </a:rPr>
              <a:t>from</a:t>
            </a:r>
            <a:r>
              <a:rPr lang="fr-FR" sz="1100" spc="-25" dirty="0">
                <a:solidFill>
                  <a:srgbClr val="C585C0"/>
                </a:solidFill>
                <a:latin typeface="+mn-lt"/>
                <a:ea typeface="Consolas" panose="020B0609020204030204" pitchFamily="49" charset="0"/>
                <a:cs typeface="Consolas" panose="020B0609020204030204" pitchFamily="49" charset="0"/>
              </a:rPr>
              <a:t> </a:t>
            </a:r>
            <a:r>
              <a:rPr lang="fr-FR" sz="1100" dirty="0" err="1">
                <a:solidFill>
                  <a:srgbClr val="C585C0"/>
                </a:solidFill>
                <a:latin typeface="+mn-lt"/>
                <a:ea typeface="Consolas" panose="020B0609020204030204" pitchFamily="49" charset="0"/>
                <a:cs typeface="Consolas" panose="020B0609020204030204" pitchFamily="49" charset="0"/>
              </a:rPr>
              <a:t>from</a:t>
            </a:r>
            <a:r>
              <a:rPr lang="fr-FR" sz="1100" spc="-65" dirty="0">
                <a:solidFill>
                  <a:srgbClr val="C585C0"/>
                </a:solidFill>
                <a:latin typeface="+mn-lt"/>
                <a:ea typeface="Consolas" panose="020B0609020204030204" pitchFamily="49" charset="0"/>
                <a:cs typeface="Consolas" panose="020B0609020204030204" pitchFamily="49" charset="0"/>
              </a:rPr>
              <a:t> </a:t>
            </a:r>
            <a:r>
              <a:rPr lang="fr-FR" sz="1100" dirty="0">
                <a:solidFill>
                  <a:srgbClr val="CE9178"/>
                </a:solidFill>
                <a:latin typeface="+mn-lt"/>
                <a:ea typeface="Consolas" panose="020B0609020204030204" pitchFamily="49" charset="0"/>
                <a:cs typeface="Consolas" panose="020B0609020204030204" pitchFamily="49" charset="0"/>
              </a:rPr>
              <a:t>'./components/</a:t>
            </a:r>
            <a:r>
              <a:rPr lang="fr-FR" sz="1100" dirty="0" err="1">
                <a:solidFill>
                  <a:srgbClr val="DCDCAA"/>
                </a:solidFill>
                <a:latin typeface="+mn-lt"/>
                <a:ea typeface="Consolas" panose="020B0609020204030204" pitchFamily="49" charset="0"/>
                <a:cs typeface="Consolas" panose="020B0609020204030204" pitchFamily="49" charset="0"/>
              </a:rPr>
              <a:t>Presentation</a:t>
            </a:r>
            <a:r>
              <a:rPr lang="fr-FR" sz="1100" dirty="0">
                <a:solidFill>
                  <a:srgbClr val="CE9178"/>
                </a:solidFill>
                <a:latin typeface="+mn-lt"/>
                <a:ea typeface="Consolas" panose="020B0609020204030204" pitchFamily="49" charset="0"/>
                <a:cs typeface="Consolas" panose="020B0609020204030204" pitchFamily="49" charset="0"/>
              </a:rPr>
              <a:t>’</a:t>
            </a:r>
            <a:r>
              <a:rPr lang="fr-FR" sz="1100" dirty="0">
                <a:solidFill>
                  <a:srgbClr val="D3D3D3"/>
                </a:solidFill>
                <a:latin typeface="+mn-lt"/>
                <a:ea typeface="Consolas" panose="020B0609020204030204" pitchFamily="49" charset="0"/>
                <a:cs typeface="Consolas" panose="020B0609020204030204" pitchFamily="49" charset="0"/>
              </a:rPr>
              <a:t>; </a:t>
            </a:r>
            <a:r>
              <a:rPr lang="fr-FR" sz="1100" spc="-10" dirty="0">
                <a:solidFill>
                  <a:srgbClr val="CE9178"/>
                </a:solidFill>
                <a:latin typeface="+mn-lt"/>
                <a:ea typeface="Consolas" panose="020B0609020204030204" pitchFamily="49" charset="0"/>
                <a:cs typeface="Consolas" panose="020B0609020204030204" pitchFamily="49" charset="0"/>
              </a:rPr>
              <a:t>'</a:t>
            </a:r>
            <a:endParaRPr lang="fr-FR" sz="1100" dirty="0">
              <a:solidFill>
                <a:srgbClr val="559CD5"/>
              </a:solidFill>
              <a:latin typeface="+mn-lt"/>
              <a:ea typeface="Consolas" panose="020B0609020204030204" pitchFamily="49" charset="0"/>
              <a:cs typeface="Consolas" panose="020B0609020204030204" pitchFamily="49" charset="0"/>
            </a:endParaRPr>
          </a:p>
          <a:p>
            <a:pPr marL="17780" marR="2438400" algn="l">
              <a:lnSpc>
                <a:spcPct val="115000"/>
              </a:lnSpc>
              <a:spcBef>
                <a:spcPts val="200"/>
              </a:spcBef>
              <a:buNone/>
            </a:pPr>
            <a:r>
              <a:rPr lang="fr-FR" sz="1200" dirty="0" err="1">
                <a:solidFill>
                  <a:srgbClr val="559CD5"/>
                </a:solidFill>
                <a:latin typeface="+mn-lt"/>
                <a:ea typeface="Consolas" panose="020B0609020204030204" pitchFamily="49" charset="0"/>
                <a:cs typeface="Consolas" panose="020B0609020204030204" pitchFamily="49" charset="0"/>
              </a:rPr>
              <a:t>function</a:t>
            </a:r>
            <a:r>
              <a:rPr lang="fr-FR" sz="1200" dirty="0">
                <a:solidFill>
                  <a:srgbClr val="559CD5"/>
                </a:solidFill>
                <a:latin typeface="+mn-lt"/>
                <a:ea typeface="Consolas" panose="020B0609020204030204" pitchFamily="49" charset="0"/>
                <a:cs typeface="Consolas" panose="020B0609020204030204" pitchFamily="49" charset="0"/>
              </a:rPr>
              <a:t> </a:t>
            </a:r>
            <a:r>
              <a:rPr lang="fr-FR" sz="1200" dirty="0">
                <a:solidFill>
                  <a:srgbClr val="DCDCAA"/>
                </a:solidFill>
                <a:latin typeface="+mn-lt"/>
                <a:ea typeface="Consolas" panose="020B0609020204030204" pitchFamily="49" charset="0"/>
                <a:cs typeface="Consolas" panose="020B0609020204030204" pitchFamily="49" charset="0"/>
              </a:rPr>
              <a:t>App</a:t>
            </a:r>
            <a:r>
              <a:rPr lang="fr-FR" sz="120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64465" marR="2438400" algn="l">
              <a:lnSpc>
                <a:spcPct val="115000"/>
              </a:lnSpc>
              <a:spcBef>
                <a:spcPts val="5"/>
              </a:spcBef>
              <a:buNone/>
            </a:pPr>
            <a:r>
              <a:rPr lang="fr-FR" sz="1200" dirty="0">
                <a:solidFill>
                  <a:srgbClr val="559CD5"/>
                </a:solidFill>
                <a:latin typeface="+mn-lt"/>
                <a:ea typeface="Consolas" panose="020B0609020204030204" pitchFamily="49" charset="0"/>
                <a:cs typeface="Consolas" panose="020B0609020204030204" pitchFamily="49" charset="0"/>
              </a:rPr>
              <a:t>let</a:t>
            </a:r>
            <a:r>
              <a:rPr lang="fr-FR" sz="1200" spc="-145" dirty="0">
                <a:solidFill>
                  <a:srgbClr val="559CD5"/>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personne1</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9CDCFD"/>
                </a:solidFill>
                <a:latin typeface="+mn-lt"/>
                <a:ea typeface="Consolas" panose="020B0609020204030204" pitchFamily="49" charset="0"/>
                <a:cs typeface="Consolas" panose="020B0609020204030204" pitchFamily="49" charset="0"/>
              </a:rPr>
              <a:t>nom:</a:t>
            </a:r>
            <a:r>
              <a:rPr lang="fr-FR" sz="1200" dirty="0">
                <a:solidFill>
                  <a:srgbClr val="CE9178"/>
                </a:solidFill>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Ahmed"</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prenom</a:t>
            </a:r>
            <a:r>
              <a:rPr lang="fr-FR" sz="1200" dirty="0">
                <a:solidFill>
                  <a:srgbClr val="9CDCFD"/>
                </a:solidFill>
                <a:latin typeface="+mn-lt"/>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"Ahmed"</a:t>
            </a:r>
            <a:r>
              <a:rPr lang="fr-FR" sz="1200" dirty="0">
                <a:solidFill>
                  <a:srgbClr val="D3D3D3"/>
                </a:solidFill>
                <a:latin typeface="+mn-lt"/>
                <a:ea typeface="Consolas" panose="020B0609020204030204" pitchFamily="49" charset="0"/>
                <a:cs typeface="Consolas" panose="020B0609020204030204" pitchFamily="49" charset="0"/>
              </a:rPr>
              <a:t>} </a:t>
            </a:r>
          </a:p>
          <a:p>
            <a:pPr marL="164465" marR="2438400" algn="l">
              <a:lnSpc>
                <a:spcPct val="115000"/>
              </a:lnSpc>
              <a:spcBef>
                <a:spcPts val="5"/>
              </a:spcBef>
              <a:buNone/>
            </a:pPr>
            <a:r>
              <a:rPr lang="fr-FR" sz="1200" dirty="0">
                <a:solidFill>
                  <a:srgbClr val="559CD5"/>
                </a:solidFill>
                <a:latin typeface="+mn-lt"/>
                <a:ea typeface="Consolas" panose="020B0609020204030204" pitchFamily="49" charset="0"/>
                <a:cs typeface="Consolas" panose="020B0609020204030204" pitchFamily="49" charset="0"/>
              </a:rPr>
              <a:t>let </a:t>
            </a:r>
            <a:r>
              <a:rPr lang="fr-FR" sz="1200" dirty="0" err="1">
                <a:solidFill>
                  <a:srgbClr val="9CDCFD"/>
                </a:solidFill>
                <a:latin typeface="+mn-lt"/>
                <a:ea typeface="Consolas" panose="020B0609020204030204" pitchFamily="49" charset="0"/>
                <a:cs typeface="Consolas" panose="020B0609020204030204" pitchFamily="49" charset="0"/>
              </a:rPr>
              <a:t>diplomes</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a:t>
            </a:r>
            <a:r>
              <a:rPr lang="fr-FR" sz="1200" dirty="0" err="1">
                <a:solidFill>
                  <a:srgbClr val="CE9178"/>
                </a:solidFill>
                <a:latin typeface="+mn-lt"/>
                <a:ea typeface="Consolas" panose="020B0609020204030204" pitchFamily="49" charset="0"/>
                <a:cs typeface="Consolas" panose="020B0609020204030204" pitchFamily="49" charset="0"/>
              </a:rPr>
              <a:t>Bac"</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CE9178"/>
                </a:solidFill>
                <a:latin typeface="+mn-lt"/>
                <a:ea typeface="Consolas" panose="020B0609020204030204" pitchFamily="49" charset="0"/>
                <a:cs typeface="Consolas" panose="020B0609020204030204" pitchFamily="49" charset="0"/>
              </a:rPr>
              <a:t>"Licence"</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CE9178"/>
                </a:solidFill>
                <a:latin typeface="+mn-lt"/>
                <a:ea typeface="Consolas" panose="020B0609020204030204" pitchFamily="49" charset="0"/>
                <a:cs typeface="Consolas" panose="020B0609020204030204" pitchFamily="49" charset="0"/>
              </a:rPr>
              <a:t>"Master</a:t>
            </a:r>
            <a:r>
              <a:rPr lang="fr-FR" sz="1200" dirty="0">
                <a:solidFill>
                  <a:srgbClr val="CE9178"/>
                </a:solidFill>
                <a:latin typeface="+mn-lt"/>
                <a:ea typeface="Consolas" panose="020B0609020204030204" pitchFamily="49" charset="0"/>
                <a:cs typeface="Consolas" panose="020B0609020204030204" pitchFamily="49" charset="0"/>
              </a:rPr>
              <a:t>"</a:t>
            </a:r>
            <a:r>
              <a:rPr lang="fr-FR" sz="1200" dirty="0">
                <a:solidFill>
                  <a:srgbClr val="D3D3D3"/>
                </a:solidFill>
                <a:latin typeface="+mn-lt"/>
                <a:ea typeface="Consolas" panose="020B0609020204030204" pitchFamily="49" charset="0"/>
                <a:cs typeface="Consolas" panose="020B0609020204030204" pitchFamily="49" charset="0"/>
              </a:rPr>
              <a:t>] </a:t>
            </a:r>
          </a:p>
          <a:p>
            <a:pPr marL="164465" marR="2438400" algn="l">
              <a:lnSpc>
                <a:spcPct val="115000"/>
              </a:lnSpc>
              <a:spcBef>
                <a:spcPts val="5"/>
              </a:spcBef>
              <a:buNone/>
            </a:pPr>
            <a:r>
              <a:rPr lang="fr-FR" sz="1200" spc="-10" dirty="0">
                <a:solidFill>
                  <a:srgbClr val="C585C0"/>
                </a:solidFill>
                <a:latin typeface="+mn-lt"/>
                <a:ea typeface="Consolas" panose="020B0609020204030204" pitchFamily="49" charset="0"/>
                <a:cs typeface="Consolas" panose="020B0609020204030204" pitchFamily="49" charset="0"/>
              </a:rPr>
              <a:t>return</a:t>
            </a:r>
            <a:r>
              <a:rPr lang="fr-FR" sz="1200" spc="-1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310515" algn="l">
              <a:lnSpc>
                <a:spcPts val="1225"/>
              </a:lnSpc>
              <a:spcBef>
                <a:spcPts val="200"/>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200"/>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err="1">
                <a:solidFill>
                  <a:srgbClr val="4EC8AF"/>
                </a:solidFill>
                <a:latin typeface="+mn-lt"/>
                <a:ea typeface="Consolas" panose="020B0609020204030204" pitchFamily="49" charset="0"/>
                <a:cs typeface="Consolas" panose="020B0609020204030204" pitchFamily="49" charset="0"/>
              </a:rPr>
              <a:t>Presentation</a:t>
            </a:r>
            <a:r>
              <a:rPr lang="fr-FR" sz="1200" spc="-75" dirty="0">
                <a:solidFill>
                  <a:srgbClr val="4EC8AF"/>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personne</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559CD5"/>
                </a:solidFill>
                <a:latin typeface="+mn-lt"/>
                <a:ea typeface="Consolas" panose="020B0609020204030204" pitchFamily="49" charset="0"/>
                <a:cs typeface="Consolas" panose="020B0609020204030204" pitchFamily="49" charset="0"/>
              </a:rPr>
              <a:t>{</a:t>
            </a:r>
            <a:r>
              <a:rPr lang="fr-FR" sz="1200" dirty="0">
                <a:solidFill>
                  <a:srgbClr val="9CDCFD"/>
                </a:solidFill>
                <a:latin typeface="+mn-lt"/>
                <a:ea typeface="Consolas" panose="020B0609020204030204" pitchFamily="49" charset="0"/>
                <a:cs typeface="Consolas" panose="020B0609020204030204" pitchFamily="49" charset="0"/>
              </a:rPr>
              <a:t>personne1</a:t>
            </a:r>
            <a:r>
              <a:rPr lang="fr-FR" sz="1200" dirty="0">
                <a:solidFill>
                  <a:srgbClr val="559CD5"/>
                </a:solidFill>
                <a:latin typeface="+mn-lt"/>
                <a:ea typeface="Consolas" panose="020B0609020204030204" pitchFamily="49" charset="0"/>
                <a:cs typeface="Consolas" panose="020B0609020204030204" pitchFamily="49" charset="0"/>
              </a:rPr>
              <a:t>}</a:t>
            </a:r>
            <a:r>
              <a:rPr lang="fr-FR" sz="1200" spc="-80" dirty="0">
                <a:solidFill>
                  <a:srgbClr val="559CD5"/>
                </a:solidFill>
                <a:latin typeface="+mn-lt"/>
                <a:ea typeface="Consolas" panose="020B0609020204030204" pitchFamily="49" charset="0"/>
                <a:cs typeface="Consolas" panose="020B0609020204030204" pitchFamily="49" charset="0"/>
              </a:rPr>
              <a:t> </a:t>
            </a:r>
          </a:p>
          <a:p>
            <a:pPr marL="603250" algn="l">
              <a:spcBef>
                <a:spcPts val="200"/>
              </a:spcBef>
              <a:buNone/>
            </a:pPr>
            <a:r>
              <a:rPr lang="fr-FR" sz="1200" dirty="0" err="1">
                <a:solidFill>
                  <a:srgbClr val="9CDCFD"/>
                </a:solidFill>
                <a:latin typeface="+mn-lt"/>
                <a:ea typeface="Consolas" panose="020B0609020204030204" pitchFamily="49" charset="0"/>
                <a:cs typeface="Consolas" panose="020B0609020204030204" pitchFamily="49" charset="0"/>
              </a:rPr>
              <a:t>diplomes</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559CD5"/>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diplomes</a:t>
            </a:r>
            <a:r>
              <a:rPr lang="fr-FR" sz="1200" dirty="0">
                <a:solidFill>
                  <a:srgbClr val="559CD5"/>
                </a:solidFill>
                <a:latin typeface="+mn-lt"/>
                <a:ea typeface="Consolas" panose="020B0609020204030204" pitchFamily="49" charset="0"/>
                <a:cs typeface="Consolas" panose="020B0609020204030204" pitchFamily="49" charset="0"/>
              </a:rPr>
              <a:t>}</a:t>
            </a:r>
            <a:r>
              <a:rPr lang="fr-FR" sz="1200" spc="130" dirty="0">
                <a:solidFill>
                  <a:srgbClr val="559CD5"/>
                </a:solidFill>
                <a:latin typeface="+mn-lt"/>
                <a:ea typeface="Consolas" panose="020B0609020204030204" pitchFamily="49" charset="0"/>
                <a:cs typeface="Consolas" panose="020B0609020204030204" pitchFamily="49" charset="0"/>
              </a:rPr>
              <a:t> </a:t>
            </a:r>
            <a:r>
              <a:rPr lang="fr-FR" sz="1200" spc="-25"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310515" algn="l">
              <a:spcBef>
                <a:spcPts val="200"/>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164465" algn="l">
              <a:spcBef>
                <a:spcPts val="200"/>
              </a:spcBef>
              <a:buNone/>
            </a:pPr>
            <a:r>
              <a:rPr lang="fr-FR" sz="1200" spc="-5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algn="l">
              <a:spcBef>
                <a:spcPts val="200"/>
              </a:spcBef>
              <a:buNone/>
            </a:pPr>
            <a:r>
              <a:rPr lang="fr-FR" sz="1200" spc="-5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algn="l">
              <a:spcBef>
                <a:spcPts val="185"/>
              </a:spcBef>
            </a:pPr>
            <a:r>
              <a:rPr lang="fr-FR" sz="1200" dirty="0">
                <a:solidFill>
                  <a:srgbClr val="559CD5"/>
                </a:solidFill>
                <a:latin typeface="+mn-lt"/>
                <a:ea typeface="Consolas" panose="020B0609020204030204" pitchFamily="49" charset="0"/>
                <a:cs typeface="Consolas" panose="020B0609020204030204" pitchFamily="49" charset="0"/>
              </a:rPr>
              <a:t>export </a:t>
            </a:r>
            <a:r>
              <a:rPr lang="fr-FR" sz="1200">
                <a:solidFill>
                  <a:srgbClr val="559CD5"/>
                </a:solidFill>
                <a:latin typeface="+mn-lt"/>
                <a:ea typeface="Consolas" panose="020B0609020204030204" pitchFamily="49" charset="0"/>
                <a:cs typeface="Consolas" panose="020B0609020204030204" pitchFamily="49" charset="0"/>
              </a:rPr>
              <a:t>default </a:t>
            </a:r>
            <a:r>
              <a:rPr lang="fr-FR" sz="1200" spc="-20">
                <a:solidFill>
                  <a:srgbClr val="FFC000"/>
                </a:solidFill>
                <a:ea typeface="Calibri" panose="020F0502020204030204" pitchFamily="34" charset="0"/>
              </a:rPr>
              <a:t>App;</a:t>
            </a:r>
            <a:endParaRPr lang="fr-FR" sz="1200" dirty="0">
              <a:solidFill>
                <a:srgbClr val="FFC000"/>
              </a:solidFill>
              <a:ea typeface="Calibri" panose="020F0502020204030204" pitchFamily="34" charset="0"/>
            </a:endParaRPr>
          </a:p>
        </p:txBody>
      </p:sp>
      <p:sp>
        <p:nvSpPr>
          <p:cNvPr id="13" name="ZoneTexte 12">
            <a:extLst>
              <a:ext uri="{FF2B5EF4-FFF2-40B4-BE49-F238E27FC236}">
                <a16:creationId xmlns:a16="http://schemas.microsoft.com/office/drawing/2014/main" id="{0296AEBA-4CA7-EDB4-11D2-7E80B4FD4677}"/>
              </a:ext>
            </a:extLst>
          </p:cNvPr>
          <p:cNvSpPr txBox="1"/>
          <p:nvPr/>
        </p:nvSpPr>
        <p:spPr>
          <a:xfrm>
            <a:off x="4386078" y="1265447"/>
            <a:ext cx="4582632" cy="338554"/>
          </a:xfrm>
          <a:prstGeom prst="rect">
            <a:avLst/>
          </a:prstGeom>
          <a:noFill/>
        </p:spPr>
        <p:txBody>
          <a:bodyPr wrap="square">
            <a:spAutoFit/>
          </a:bodyPr>
          <a:lstStyle/>
          <a:p>
            <a:pPr marL="285750" indent="-285750" algn="l">
              <a:spcBef>
                <a:spcPts val="600"/>
              </a:spcBef>
              <a:buFont typeface="Wingdings" panose="05000000000000000000" pitchFamily="2" charset="2"/>
              <a:buChar char="§"/>
            </a:pPr>
            <a:r>
              <a:rPr lang="fr-FR" sz="1600" b="1" dirty="0">
                <a:effectLst/>
                <a:latin typeface="Calibri" panose="020F0502020204030204" pitchFamily="34" charset="0"/>
                <a:ea typeface="Consolas" panose="020B0609020204030204" pitchFamily="49" charset="0"/>
                <a:cs typeface="Consolas" panose="020B0609020204030204" pitchFamily="49" charset="0"/>
              </a:rPr>
              <a:t>Composant</a:t>
            </a:r>
            <a:r>
              <a:rPr lang="fr-FR" sz="1600" b="1" spc="-5" dirty="0">
                <a:effectLst/>
                <a:latin typeface="Calibri" panose="020F0502020204030204" pitchFamily="34" charset="0"/>
                <a:ea typeface="Consolas" panose="020B0609020204030204" pitchFamily="49" charset="0"/>
                <a:cs typeface="Consolas" panose="020B0609020204030204" pitchFamily="49" charset="0"/>
              </a:rPr>
              <a:t> </a:t>
            </a:r>
            <a:r>
              <a:rPr lang="fr-FR" b="1" spc="-10" dirty="0">
                <a:latin typeface="Calibri" panose="020F0502020204030204" pitchFamily="34" charset="0"/>
                <a:ea typeface="Consolas" panose="020B0609020204030204" pitchFamily="49" charset="0"/>
                <a:cs typeface="Consolas" panose="020B0609020204030204" pitchFamily="49" charset="0"/>
              </a:rPr>
              <a:t>presentation</a:t>
            </a:r>
            <a:r>
              <a:rPr lang="fr-FR" sz="1600" b="1" spc="-10" dirty="0">
                <a:effectLst/>
                <a:latin typeface="Calibri" panose="020F0502020204030204" pitchFamily="34" charset="0"/>
                <a:ea typeface="Consolas" panose="020B0609020204030204" pitchFamily="49" charset="0"/>
                <a:cs typeface="Consolas" panose="020B0609020204030204" pitchFamily="49" charset="0"/>
              </a:rPr>
              <a:t>.js</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A0504173-9B81-0861-C03E-6FCE4B17C1E2}"/>
              </a:ext>
            </a:extLst>
          </p:cNvPr>
          <p:cNvSpPr txBox="1"/>
          <p:nvPr/>
        </p:nvSpPr>
        <p:spPr>
          <a:xfrm>
            <a:off x="4386078" y="1616414"/>
            <a:ext cx="4582632" cy="2823505"/>
          </a:xfrm>
          <a:prstGeom prst="rect">
            <a:avLst/>
          </a:prstGeom>
          <a:solidFill>
            <a:schemeClr val="tx1"/>
          </a:solidFill>
        </p:spPr>
        <p:txBody>
          <a:bodyPr wrap="none">
            <a:noAutofit/>
          </a:bodyPr>
          <a:lstStyle/>
          <a:p>
            <a:pPr marL="17780" algn="l">
              <a:spcBef>
                <a:spcPts val="185"/>
              </a:spcBef>
              <a:buNone/>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30"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React</a:t>
            </a:r>
            <a:r>
              <a:rPr lang="fr-FR" sz="1200" spc="-20"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25" dirty="0">
                <a:solidFill>
                  <a:srgbClr val="C585C0"/>
                </a:solidFill>
                <a:latin typeface="+mn-lt"/>
                <a:ea typeface="Consolas" panose="020B0609020204030204" pitchFamily="49" charset="0"/>
                <a:cs typeface="Consolas" panose="020B0609020204030204" pitchFamily="49" charset="0"/>
              </a:rPr>
              <a:t> </a:t>
            </a:r>
            <a:r>
              <a:rPr lang="fr-FR" sz="1200" spc="-10" dirty="0">
                <a:solidFill>
                  <a:srgbClr val="CE9178"/>
                </a:solidFill>
                <a:latin typeface="+mn-lt"/>
                <a:ea typeface="Consolas" panose="020B0609020204030204" pitchFamily="49" charset="0"/>
                <a:cs typeface="Consolas" panose="020B0609020204030204" pitchFamily="49" charset="0"/>
              </a:rPr>
              <a:t>'</a:t>
            </a:r>
            <a:r>
              <a:rPr lang="fr-FR" sz="1200" spc="-10" dirty="0" err="1">
                <a:solidFill>
                  <a:srgbClr val="CE9178"/>
                </a:solidFill>
                <a:latin typeface="+mn-lt"/>
                <a:ea typeface="Consolas" panose="020B0609020204030204" pitchFamily="49" charset="0"/>
                <a:cs typeface="Consolas" panose="020B0609020204030204" pitchFamily="49" charset="0"/>
              </a:rPr>
              <a:t>react</a:t>
            </a:r>
            <a:r>
              <a:rPr lang="fr-FR" sz="1200" spc="-10" dirty="0">
                <a:solidFill>
                  <a:srgbClr val="CE9178"/>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237490" marR="2438400" indent="-219710" algn="l">
              <a:lnSpc>
                <a:spcPct val="115000"/>
              </a:lnSpc>
              <a:spcBef>
                <a:spcPts val="200"/>
              </a:spcBef>
              <a:buNone/>
            </a:pPr>
            <a:r>
              <a:rPr lang="fr-FR" sz="1200" dirty="0">
                <a:solidFill>
                  <a:srgbClr val="C585C0"/>
                </a:solidFill>
                <a:latin typeface="+mn-lt"/>
                <a:ea typeface="Consolas" panose="020B0609020204030204" pitchFamily="49" charset="0"/>
                <a:cs typeface="Consolas" panose="020B0609020204030204" pitchFamily="49" charset="0"/>
              </a:rPr>
              <a:t>export</a:t>
            </a:r>
            <a:r>
              <a:rPr lang="fr-FR" sz="1200" spc="-70" dirty="0">
                <a:solidFill>
                  <a:srgbClr val="C585C0"/>
                </a:solidFill>
                <a:latin typeface="+mn-lt"/>
                <a:ea typeface="Consolas" panose="020B0609020204030204" pitchFamily="49" charset="0"/>
                <a:cs typeface="Consolas" panose="020B0609020204030204" pitchFamily="49" charset="0"/>
              </a:rPr>
              <a:t> </a:t>
            </a:r>
            <a:r>
              <a:rPr lang="fr-FR" sz="1200" dirty="0">
                <a:solidFill>
                  <a:srgbClr val="C585C0"/>
                </a:solidFill>
                <a:latin typeface="+mn-lt"/>
                <a:ea typeface="Consolas" panose="020B0609020204030204" pitchFamily="49" charset="0"/>
                <a:cs typeface="Consolas" panose="020B0609020204030204" pitchFamily="49" charset="0"/>
              </a:rPr>
              <a:t>default</a:t>
            </a:r>
            <a:r>
              <a:rPr lang="fr-FR" sz="1200" spc="-65"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559CD5"/>
                </a:solidFill>
                <a:latin typeface="+mn-lt"/>
                <a:ea typeface="Consolas" panose="020B0609020204030204" pitchFamily="49" charset="0"/>
                <a:cs typeface="Consolas" panose="020B0609020204030204" pitchFamily="49" charset="0"/>
              </a:rPr>
              <a:t>function</a:t>
            </a:r>
            <a:r>
              <a:rPr lang="fr-FR" sz="1200" spc="-60" dirty="0">
                <a:solidFill>
                  <a:srgbClr val="559CD5"/>
                </a:solidFill>
                <a:latin typeface="+mn-lt"/>
                <a:ea typeface="Consolas" panose="020B0609020204030204" pitchFamily="49" charset="0"/>
                <a:cs typeface="Consolas" panose="020B0609020204030204" pitchFamily="49" charset="0"/>
              </a:rPr>
              <a:t> </a:t>
            </a:r>
            <a:r>
              <a:rPr lang="fr-FR" sz="1200" dirty="0" err="1">
                <a:solidFill>
                  <a:srgbClr val="DCDCAA"/>
                </a:solidFill>
                <a:latin typeface="+mn-lt"/>
                <a:ea typeface="Consolas" panose="020B0609020204030204" pitchFamily="49" charset="0"/>
                <a:cs typeface="Consolas" panose="020B0609020204030204" pitchFamily="49" charset="0"/>
              </a:rPr>
              <a:t>Presentation</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props</a:t>
            </a:r>
            <a:r>
              <a:rPr lang="fr-FR" sz="1200" dirty="0">
                <a:solidFill>
                  <a:srgbClr val="D3D3D3"/>
                </a:solidFill>
                <a:latin typeface="+mn-lt"/>
                <a:ea typeface="Consolas" panose="020B0609020204030204" pitchFamily="49" charset="0"/>
                <a:cs typeface="Consolas" panose="020B0609020204030204" pitchFamily="49" charset="0"/>
              </a:rPr>
              <a:t>){ </a:t>
            </a:r>
            <a:r>
              <a:rPr lang="fr-FR" sz="1200" spc="-10" dirty="0">
                <a:solidFill>
                  <a:srgbClr val="9CDCFD"/>
                </a:solidFill>
                <a:latin typeface="+mn-lt"/>
                <a:ea typeface="Consolas" panose="020B0609020204030204" pitchFamily="49" charset="0"/>
                <a:cs typeface="Consolas" panose="020B0609020204030204" pitchFamily="49" charset="0"/>
              </a:rPr>
              <a:t>console</a:t>
            </a:r>
            <a:r>
              <a:rPr lang="fr-FR" sz="1200" spc="-10" dirty="0">
                <a:solidFill>
                  <a:srgbClr val="D3D3D3"/>
                </a:solidFill>
                <a:latin typeface="+mn-lt"/>
                <a:ea typeface="Consolas" panose="020B0609020204030204" pitchFamily="49" charset="0"/>
                <a:cs typeface="Consolas" panose="020B0609020204030204" pitchFamily="49" charset="0"/>
              </a:rPr>
              <a:t>.</a:t>
            </a:r>
            <a:r>
              <a:rPr lang="fr-FR" sz="1200" spc="-10" dirty="0">
                <a:solidFill>
                  <a:srgbClr val="DCDCAA"/>
                </a:solidFill>
                <a:latin typeface="+mn-lt"/>
                <a:ea typeface="Consolas" panose="020B0609020204030204" pitchFamily="49" charset="0"/>
                <a:cs typeface="Consolas" panose="020B0609020204030204" pitchFamily="49" charset="0"/>
              </a:rPr>
              <a:t>log</a:t>
            </a:r>
            <a:r>
              <a:rPr lang="fr-FR" sz="1200" spc="-10" dirty="0">
                <a:solidFill>
                  <a:srgbClr val="D3D3D3"/>
                </a:solidFill>
                <a:latin typeface="+mn-lt"/>
                <a:ea typeface="Consolas" panose="020B0609020204030204" pitchFamily="49" charset="0"/>
                <a:cs typeface="Consolas" panose="020B0609020204030204" pitchFamily="49" charset="0"/>
              </a:rPr>
              <a:t>(</a:t>
            </a:r>
            <a:r>
              <a:rPr lang="fr-FR" sz="1200" spc="-10" dirty="0" err="1">
                <a:solidFill>
                  <a:srgbClr val="9CDCFD"/>
                </a:solidFill>
                <a:latin typeface="+mn-lt"/>
                <a:ea typeface="Consolas" panose="020B0609020204030204" pitchFamily="49" charset="0"/>
                <a:cs typeface="Consolas" panose="020B0609020204030204" pitchFamily="49" charset="0"/>
              </a:rPr>
              <a:t>props</a:t>
            </a:r>
            <a:r>
              <a:rPr lang="fr-FR" sz="1200" spc="-1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310515" marR="2733040" indent="-73660" algn="l">
              <a:lnSpc>
                <a:spcPct val="115000"/>
              </a:lnSpc>
              <a:spcBef>
                <a:spcPts val="15"/>
              </a:spcBef>
              <a:buNone/>
            </a:pPr>
            <a:r>
              <a:rPr lang="fr-FR" sz="1200" dirty="0" err="1">
                <a:solidFill>
                  <a:srgbClr val="559CD5"/>
                </a:solidFill>
                <a:latin typeface="+mn-lt"/>
                <a:ea typeface="Consolas" panose="020B0609020204030204" pitchFamily="49" charset="0"/>
                <a:cs typeface="Consolas" panose="020B0609020204030204" pitchFamily="49" charset="0"/>
              </a:rPr>
              <a:t>const</a:t>
            </a:r>
            <a:r>
              <a:rPr lang="fr-FR" sz="1200" spc="-145" dirty="0">
                <a:solidFill>
                  <a:srgbClr val="559CD5"/>
                </a:solidFill>
                <a:latin typeface="+mn-lt"/>
                <a:ea typeface="Consolas" panose="020B0609020204030204" pitchFamily="49" charset="0"/>
                <a:cs typeface="Consolas" panose="020B0609020204030204" pitchFamily="49" charset="0"/>
              </a:rPr>
              <a:t> </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err="1">
                <a:solidFill>
                  <a:srgbClr val="4FC1FF"/>
                </a:solidFill>
                <a:latin typeface="+mn-lt"/>
                <a:ea typeface="Consolas" panose="020B0609020204030204" pitchFamily="49" charset="0"/>
                <a:cs typeface="Consolas" panose="020B0609020204030204" pitchFamily="49" charset="0"/>
              </a:rPr>
              <a:t>nom</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4FC1FF"/>
                </a:solidFill>
                <a:latin typeface="+mn-lt"/>
                <a:ea typeface="Consolas" panose="020B0609020204030204" pitchFamily="49" charset="0"/>
                <a:cs typeface="Consolas" panose="020B0609020204030204" pitchFamily="49" charset="0"/>
              </a:rPr>
              <a:t>prenom</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props</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personne</a:t>
            </a:r>
            <a:r>
              <a:rPr lang="fr-FR" sz="1200" dirty="0">
                <a:solidFill>
                  <a:srgbClr val="9CDCFD"/>
                </a:solidFill>
                <a:latin typeface="+mn-lt"/>
                <a:ea typeface="Consolas" panose="020B0609020204030204" pitchFamily="49" charset="0"/>
                <a:cs typeface="Consolas" panose="020B0609020204030204" pitchFamily="49" charset="0"/>
              </a:rPr>
              <a:t> </a:t>
            </a:r>
            <a:r>
              <a:rPr lang="fr-FR" sz="1200" dirty="0">
                <a:solidFill>
                  <a:srgbClr val="C585C0"/>
                </a:solidFill>
                <a:latin typeface="+mn-lt"/>
                <a:ea typeface="Consolas" panose="020B0609020204030204" pitchFamily="49" charset="0"/>
                <a:cs typeface="Consolas" panose="020B0609020204030204" pitchFamily="49" charset="0"/>
              </a:rPr>
              <a:t>return </a:t>
            </a:r>
            <a:r>
              <a:rPr lang="fr-FR" sz="120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603250" algn="l">
              <a:spcBef>
                <a:spcPts val="5"/>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559CD5"/>
                </a:solidFill>
                <a:latin typeface="+mn-lt"/>
                <a:ea typeface="Consolas" panose="020B0609020204030204" pitchFamily="49" charset="0"/>
                <a:cs typeface="Consolas" panose="020B0609020204030204" pitchFamily="49" charset="0"/>
              </a:rPr>
              <a:t> </a:t>
            </a:r>
            <a:r>
              <a:rPr lang="fr-FR" sz="1200" spc="-5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895985" algn="l">
              <a:spcBef>
                <a:spcPts val="185"/>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559CD5"/>
                </a:solidFill>
                <a:latin typeface="+mn-lt"/>
                <a:ea typeface="Consolas" panose="020B0609020204030204" pitchFamily="49" charset="0"/>
                <a:cs typeface="Consolas" panose="020B0609020204030204" pitchFamily="49" charset="0"/>
              </a:rPr>
              <a:t>h2</a:t>
            </a:r>
            <a:r>
              <a:rPr lang="fr-FR" sz="1200" dirty="0">
                <a:solidFill>
                  <a:srgbClr val="808080"/>
                </a:solidFill>
                <a:latin typeface="+mn-lt"/>
                <a:ea typeface="Consolas" panose="020B0609020204030204" pitchFamily="49" charset="0"/>
                <a:cs typeface="Consolas" panose="020B0609020204030204" pitchFamily="49" charset="0"/>
              </a:rPr>
              <a:t>&gt;</a:t>
            </a:r>
            <a:r>
              <a:rPr lang="fr-FR" sz="1200" dirty="0">
                <a:solidFill>
                  <a:srgbClr val="D3D3D3"/>
                </a:solidFill>
                <a:latin typeface="+mn-lt"/>
                <a:ea typeface="Consolas" panose="020B0609020204030204" pitchFamily="49" charset="0"/>
                <a:cs typeface="Consolas" panose="020B0609020204030204" pitchFamily="49" charset="0"/>
              </a:rPr>
              <a:t>Salut</a:t>
            </a:r>
            <a:r>
              <a:rPr lang="fr-FR" sz="1200" spc="-15" dirty="0">
                <a:solidFill>
                  <a:srgbClr val="D3D3D3"/>
                </a:solidFill>
                <a:latin typeface="+mn-lt"/>
                <a:ea typeface="Consolas" panose="020B0609020204030204" pitchFamily="49" charset="0"/>
                <a:cs typeface="Consolas" panose="020B0609020204030204" pitchFamily="49" charset="0"/>
              </a:rPr>
              <a:t> </a:t>
            </a:r>
            <a:r>
              <a:rPr lang="fr-FR" sz="1200" dirty="0">
                <a:solidFill>
                  <a:srgbClr val="559CD5"/>
                </a:solidFill>
                <a:latin typeface="+mn-lt"/>
                <a:ea typeface="Consolas" panose="020B0609020204030204" pitchFamily="49" charset="0"/>
                <a:cs typeface="Consolas" panose="020B0609020204030204" pitchFamily="49" charset="0"/>
              </a:rPr>
              <a:t>{</a:t>
            </a:r>
            <a:r>
              <a:rPr lang="fr-FR" sz="1200" dirty="0">
                <a:solidFill>
                  <a:srgbClr val="4FC1FF"/>
                </a:solidFill>
                <a:latin typeface="+mn-lt"/>
                <a:ea typeface="Consolas" panose="020B0609020204030204" pitchFamily="49" charset="0"/>
                <a:cs typeface="Consolas" panose="020B0609020204030204" pitchFamily="49" charset="0"/>
              </a:rPr>
              <a:t>nom</a:t>
            </a:r>
            <a:r>
              <a:rPr lang="fr-FR" sz="1200" dirty="0">
                <a:solidFill>
                  <a:srgbClr val="559CD5"/>
                </a:solidFill>
                <a:latin typeface="+mn-lt"/>
                <a:ea typeface="Consolas" panose="020B0609020204030204" pitchFamily="49" charset="0"/>
                <a:cs typeface="Consolas" panose="020B0609020204030204" pitchFamily="49" charset="0"/>
              </a:rPr>
              <a:t>}</a:t>
            </a:r>
            <a:r>
              <a:rPr lang="fr-FR" sz="1200" spc="230" dirty="0">
                <a:solidFill>
                  <a:srgbClr val="559CD5"/>
                </a:solidFill>
                <a:latin typeface="+mn-lt"/>
                <a:ea typeface="Consolas" panose="020B0609020204030204" pitchFamily="49" charset="0"/>
                <a:cs typeface="Consolas" panose="020B0609020204030204" pitchFamily="49" charset="0"/>
              </a:rPr>
              <a:t> </a:t>
            </a:r>
            <a:r>
              <a:rPr lang="fr-FR" sz="1200" spc="-10" dirty="0">
                <a:solidFill>
                  <a:srgbClr val="559CD5"/>
                </a:solidFill>
                <a:latin typeface="+mn-lt"/>
                <a:ea typeface="Consolas" panose="020B0609020204030204" pitchFamily="49" charset="0"/>
                <a:cs typeface="Consolas" panose="020B0609020204030204" pitchFamily="49" charset="0"/>
              </a:rPr>
              <a:t>{</a:t>
            </a:r>
            <a:r>
              <a:rPr lang="fr-FR" sz="1200" spc="-10" dirty="0" err="1">
                <a:solidFill>
                  <a:srgbClr val="4FC1FF"/>
                </a:solidFill>
                <a:latin typeface="+mn-lt"/>
                <a:ea typeface="Consolas" panose="020B0609020204030204" pitchFamily="49" charset="0"/>
                <a:cs typeface="Consolas" panose="020B0609020204030204" pitchFamily="49" charset="0"/>
              </a:rPr>
              <a:t>prenom</a:t>
            </a:r>
            <a:r>
              <a:rPr lang="fr-FR" sz="1200" spc="-10" dirty="0">
                <a:solidFill>
                  <a:srgbClr val="559CD5"/>
                </a:solidFill>
                <a:latin typeface="+mn-lt"/>
                <a:ea typeface="Consolas" panose="020B0609020204030204" pitchFamily="49" charset="0"/>
                <a:cs typeface="Consolas" panose="020B0609020204030204" pitchFamily="49" charset="0"/>
              </a:rPr>
              <a:t>}</a:t>
            </a: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h2</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895985" algn="l">
              <a:spcBef>
                <a:spcPts val="200"/>
              </a:spcBef>
              <a:buNone/>
            </a:pPr>
            <a:r>
              <a:rPr lang="fr-FR" sz="1200" spc="-20" dirty="0">
                <a:solidFill>
                  <a:srgbClr val="808080"/>
                </a:solidFill>
                <a:latin typeface="+mn-lt"/>
                <a:ea typeface="Consolas" panose="020B0609020204030204" pitchFamily="49" charset="0"/>
                <a:cs typeface="Consolas" panose="020B0609020204030204" pitchFamily="49" charset="0"/>
              </a:rPr>
              <a:t>&lt;</a:t>
            </a:r>
            <a:r>
              <a:rPr lang="fr-FR" sz="1200" spc="-20" dirty="0" err="1">
                <a:solidFill>
                  <a:srgbClr val="559CD5"/>
                </a:solidFill>
                <a:latin typeface="+mn-lt"/>
                <a:ea typeface="Consolas" panose="020B0609020204030204" pitchFamily="49" charset="0"/>
                <a:cs typeface="Consolas" panose="020B0609020204030204" pitchFamily="49" charset="0"/>
              </a:rPr>
              <a:t>hr</a:t>
            </a:r>
            <a:r>
              <a:rPr lang="fr-FR" sz="1200" spc="-2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895985" algn="l">
              <a:spcBef>
                <a:spcPts val="195"/>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h3</a:t>
            </a:r>
            <a:r>
              <a:rPr lang="fr-FR" sz="1200" spc="-10" dirty="0">
                <a:solidFill>
                  <a:srgbClr val="808080"/>
                </a:solidFill>
                <a:latin typeface="+mn-lt"/>
                <a:ea typeface="Consolas" panose="020B0609020204030204" pitchFamily="49" charset="0"/>
                <a:cs typeface="Consolas" panose="020B0609020204030204" pitchFamily="49" charset="0"/>
              </a:rPr>
              <a:t>&gt;</a:t>
            </a:r>
            <a:r>
              <a:rPr lang="fr-FR" sz="1200" spc="-10" dirty="0" err="1">
                <a:solidFill>
                  <a:srgbClr val="D3D3D3"/>
                </a:solidFill>
                <a:latin typeface="+mn-lt"/>
                <a:ea typeface="Consolas" panose="020B0609020204030204" pitchFamily="49" charset="0"/>
                <a:cs typeface="Consolas" panose="020B0609020204030204" pitchFamily="49" charset="0"/>
              </a:rPr>
              <a:t>Diplomes</a:t>
            </a: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h3</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895985" algn="l">
              <a:spcBef>
                <a:spcPts val="200"/>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p</a:t>
            </a:r>
            <a:r>
              <a:rPr lang="fr-FR" sz="1200" spc="-10" dirty="0">
                <a:solidFill>
                  <a:srgbClr val="808080"/>
                </a:solidFill>
                <a:latin typeface="+mn-lt"/>
                <a:ea typeface="Consolas" panose="020B0609020204030204" pitchFamily="49" charset="0"/>
                <a:cs typeface="Consolas" panose="020B0609020204030204" pitchFamily="49" charset="0"/>
              </a:rPr>
              <a:t>&gt;</a:t>
            </a:r>
            <a:r>
              <a:rPr lang="fr-FR" sz="1200" spc="-10" dirty="0">
                <a:solidFill>
                  <a:srgbClr val="559CD5"/>
                </a:solidFill>
                <a:latin typeface="+mn-lt"/>
                <a:ea typeface="Consolas" panose="020B0609020204030204" pitchFamily="49" charset="0"/>
                <a:cs typeface="Consolas" panose="020B0609020204030204" pitchFamily="49" charset="0"/>
              </a:rPr>
              <a:t>{</a:t>
            </a:r>
            <a:r>
              <a:rPr lang="fr-FR" sz="1200" spc="-10" dirty="0" err="1">
                <a:solidFill>
                  <a:srgbClr val="9CDCFD"/>
                </a:solidFill>
                <a:latin typeface="+mn-lt"/>
                <a:ea typeface="Consolas" panose="020B0609020204030204" pitchFamily="49" charset="0"/>
                <a:cs typeface="Consolas" panose="020B0609020204030204" pitchFamily="49" charset="0"/>
              </a:rPr>
              <a:t>props</a:t>
            </a:r>
            <a:r>
              <a:rPr lang="fr-FR" sz="1200" spc="-10" dirty="0" err="1">
                <a:solidFill>
                  <a:srgbClr val="D3D3D3"/>
                </a:solidFill>
                <a:latin typeface="+mn-lt"/>
                <a:ea typeface="Consolas" panose="020B0609020204030204" pitchFamily="49" charset="0"/>
                <a:cs typeface="Consolas" panose="020B0609020204030204" pitchFamily="49" charset="0"/>
              </a:rPr>
              <a:t>.</a:t>
            </a:r>
            <a:r>
              <a:rPr lang="fr-FR" sz="1200" spc="-10" dirty="0" err="1">
                <a:solidFill>
                  <a:srgbClr val="9CDCFD"/>
                </a:solidFill>
                <a:latin typeface="+mn-lt"/>
                <a:ea typeface="Consolas" panose="020B0609020204030204" pitchFamily="49" charset="0"/>
                <a:cs typeface="Consolas" panose="020B0609020204030204" pitchFamily="49" charset="0"/>
              </a:rPr>
              <a:t>diplomes</a:t>
            </a:r>
            <a:r>
              <a:rPr lang="fr-FR" sz="1200" spc="-10" dirty="0">
                <a:solidFill>
                  <a:srgbClr val="559CD5"/>
                </a:solidFill>
                <a:latin typeface="+mn-lt"/>
                <a:ea typeface="Consolas" panose="020B0609020204030204" pitchFamily="49" charset="0"/>
                <a:cs typeface="Consolas" panose="020B0609020204030204" pitchFamily="49" charset="0"/>
              </a:rPr>
              <a:t>}</a:t>
            </a: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p</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185"/>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310515" algn="l">
              <a:spcBef>
                <a:spcPts val="205"/>
              </a:spcBef>
              <a:buNone/>
            </a:pPr>
            <a:r>
              <a:rPr lang="fr-FR" sz="1200" spc="-5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algn="l">
              <a:buNone/>
            </a:pPr>
            <a:r>
              <a:rPr lang="fr-FR" sz="1200" spc="-50" dirty="0">
                <a:solidFill>
                  <a:srgbClr val="D3D3D3"/>
                </a:solidFill>
                <a:latin typeface="+mn-lt"/>
                <a:ea typeface="Consolas" panose="020B0609020204030204" pitchFamily="49" charset="0"/>
                <a:cs typeface="Consolas" panose="020B0609020204030204" pitchFamily="49" charset="0"/>
              </a:rPr>
              <a:t>}</a:t>
            </a:r>
            <a:r>
              <a:rPr lang="fr-FR" sz="1200" dirty="0">
                <a:latin typeface="+mn-lt"/>
              </a:rPr>
              <a:t>)</a:t>
            </a:r>
            <a:endParaRPr lang="fr-MA" sz="1200" dirty="0">
              <a:latin typeface="+mn-lt"/>
            </a:endParaRPr>
          </a:p>
          <a:p>
            <a:pPr algn="l"/>
            <a:r>
              <a:rPr lang="fr-FR" sz="1200" dirty="0">
                <a:latin typeface="+mn-lt"/>
              </a:rPr>
              <a:t>}</a:t>
            </a:r>
            <a:endParaRPr lang="fr-MA" sz="1200" dirty="0">
              <a:effectLst/>
              <a:latin typeface="+mn-lt"/>
              <a:ea typeface="Consolas" panose="020B0609020204030204" pitchFamily="49" charset="0"/>
              <a:cs typeface="Consolas" panose="020B0609020204030204" pitchFamily="49" charset="0"/>
            </a:endParaRPr>
          </a:p>
        </p:txBody>
      </p:sp>
      <p:sp>
        <p:nvSpPr>
          <p:cNvPr id="17" name="ZoneTexte 16">
            <a:extLst>
              <a:ext uri="{FF2B5EF4-FFF2-40B4-BE49-F238E27FC236}">
                <a16:creationId xmlns:a16="http://schemas.microsoft.com/office/drawing/2014/main" id="{21F66593-D9A1-6B32-09B1-632AC19AC3D2}"/>
              </a:ext>
            </a:extLst>
          </p:cNvPr>
          <p:cNvSpPr txBox="1"/>
          <p:nvPr/>
        </p:nvSpPr>
        <p:spPr>
          <a:xfrm>
            <a:off x="296049" y="1265447"/>
            <a:ext cx="4582632"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b="1" dirty="0">
                <a:latin typeface="+mn-lt"/>
              </a:rPr>
              <a:t>Composant App</a:t>
            </a:r>
            <a:r>
              <a:rPr lang="fr-FR" sz="1600" b="1" dirty="0">
                <a:latin typeface="+mn-lt"/>
              </a:rPr>
              <a:t>.js</a:t>
            </a:r>
            <a:endParaRPr lang="fr-MA" sz="1600" dirty="0">
              <a:latin typeface="+mn-lt"/>
            </a:endParaRPr>
          </a:p>
        </p:txBody>
      </p:sp>
      <p:sp>
        <p:nvSpPr>
          <p:cNvPr id="8" name="ZoneTexte 7">
            <a:extLst>
              <a:ext uri="{FF2B5EF4-FFF2-40B4-BE49-F238E27FC236}">
                <a16:creationId xmlns:a16="http://schemas.microsoft.com/office/drawing/2014/main" id="{751FC044-A3CB-35E0-EC79-32AF7C985405}"/>
              </a:ext>
            </a:extLst>
          </p:cNvPr>
          <p:cNvSpPr txBox="1"/>
          <p:nvPr/>
        </p:nvSpPr>
        <p:spPr>
          <a:xfrm>
            <a:off x="296049" y="4526005"/>
            <a:ext cx="8672661" cy="969496"/>
          </a:xfrm>
          <a:prstGeom prst="rect">
            <a:avLst/>
          </a:prstGeom>
          <a:noFill/>
        </p:spPr>
        <p:txBody>
          <a:bodyPr wrap="square">
            <a:spAutoFit/>
          </a:bodyPr>
          <a:lstStyle/>
          <a:p>
            <a:pPr marL="539115">
              <a:spcBef>
                <a:spcPts val="675"/>
              </a:spcBef>
              <a:buNone/>
            </a:pPr>
            <a:r>
              <a:rPr lang="fr-FR" dirty="0">
                <a:effectLst/>
                <a:latin typeface="+mn-lt"/>
                <a:ea typeface="Consolas" panose="020B0609020204030204" pitchFamily="49" charset="0"/>
                <a:cs typeface="Consolas" panose="020B0609020204030204" pitchFamily="49" charset="0"/>
              </a:rPr>
              <a:t>Maintenant</a:t>
            </a:r>
            <a:r>
              <a:rPr lang="fr-FR" spc="-45" dirty="0">
                <a:effectLst/>
                <a:latin typeface="+mn-lt"/>
                <a:ea typeface="Consolas" panose="020B0609020204030204" pitchFamily="49" charset="0"/>
                <a:cs typeface="Consolas" panose="020B0609020204030204" pitchFamily="49" charset="0"/>
              </a:rPr>
              <a:t> </a:t>
            </a:r>
            <a:r>
              <a:rPr lang="fr-FR" dirty="0" err="1">
                <a:effectLst/>
                <a:latin typeface="+mn-lt"/>
                <a:ea typeface="Consolas" panose="020B0609020204030204" pitchFamily="49" charset="0"/>
                <a:cs typeface="Consolas" panose="020B0609020204030204" pitchFamily="49" charset="0"/>
              </a:rPr>
              <a:t>props</a:t>
            </a:r>
            <a:r>
              <a:rPr lang="fr-FR" spc="-1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c’est</a:t>
            </a:r>
            <a:r>
              <a:rPr lang="fr-FR" spc="-2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l’objet</a:t>
            </a:r>
            <a:r>
              <a:rPr lang="fr-FR" spc="-20" dirty="0">
                <a:effectLst/>
                <a:latin typeface="+mn-lt"/>
                <a:ea typeface="Consolas" panose="020B0609020204030204" pitchFamily="49" charset="0"/>
                <a:cs typeface="Consolas" panose="020B0609020204030204" pitchFamily="49" charset="0"/>
              </a:rPr>
              <a:t> </a:t>
            </a:r>
            <a:r>
              <a:rPr lang="fr-FR" spc="-10" dirty="0" err="1">
                <a:effectLst/>
                <a:latin typeface="+mn-lt"/>
                <a:ea typeface="Consolas" panose="020B0609020204030204" pitchFamily="49" charset="0"/>
                <a:cs typeface="Consolas" panose="020B0609020204030204" pitchFamily="49" charset="0"/>
              </a:rPr>
              <a:t>javaScript</a:t>
            </a:r>
            <a:endParaRPr lang="fr-MA" dirty="0">
              <a:effectLst/>
              <a:latin typeface="+mn-lt"/>
              <a:ea typeface="Consolas" panose="020B0609020204030204" pitchFamily="49" charset="0"/>
              <a:cs typeface="Consolas" panose="020B0609020204030204" pitchFamily="49" charset="0"/>
            </a:endParaRPr>
          </a:p>
          <a:p>
            <a:pPr marL="250825">
              <a:spcBef>
                <a:spcPts val="585"/>
              </a:spcBef>
              <a:buNone/>
              <a:tabLst>
                <a:tab pos="6049010" algn="l"/>
              </a:tabLst>
            </a:pPr>
            <a:r>
              <a:rPr lang="fr-FR" sz="1600" b="1" spc="-120" dirty="0">
                <a:solidFill>
                  <a:srgbClr val="000000"/>
                </a:solidFill>
                <a:effectLst/>
                <a:latin typeface="Calibri" panose="020F0502020204030204" pitchFamily="34" charset="0"/>
                <a:ea typeface="Consolas" panose="020B0609020204030204" pitchFamily="49" charset="0"/>
                <a:cs typeface="Consolas" panose="020B0609020204030204" pitchFamily="49" charset="0"/>
              </a:rPr>
              <a:t> </a:t>
            </a:r>
            <a:r>
              <a:rPr lang="fr-FR" sz="1800" b="1" dirty="0">
                <a:solidFill>
                  <a:srgbClr val="C00000"/>
                </a:solidFill>
                <a:effectLst/>
                <a:latin typeface="+mn-lt"/>
                <a:ea typeface="Consolas" panose="020B0609020204030204" pitchFamily="49" charset="0"/>
                <a:cs typeface="Consolas" panose="020B0609020204030204" pitchFamily="49" charset="0"/>
              </a:rPr>
              <a:t>{personne</a:t>
            </a:r>
            <a:r>
              <a:rPr lang="fr-FR" sz="1800" b="1" spc="-60" dirty="0">
                <a:solidFill>
                  <a:srgbClr val="C00000"/>
                </a:solidFill>
                <a:effectLst/>
                <a:latin typeface="+mn-lt"/>
                <a:ea typeface="Consolas" panose="020B0609020204030204" pitchFamily="49" charset="0"/>
                <a:cs typeface="Consolas" panose="020B0609020204030204" pitchFamily="49" charset="0"/>
              </a:rPr>
              <a:t> </a:t>
            </a:r>
            <a:r>
              <a:rPr lang="fr-FR" sz="1800" b="1" dirty="0">
                <a:solidFill>
                  <a:srgbClr val="C00000"/>
                </a:solidFill>
                <a:effectLst/>
                <a:latin typeface="+mn-lt"/>
                <a:ea typeface="Consolas" panose="020B0609020204030204" pitchFamily="49" charset="0"/>
                <a:cs typeface="Consolas" panose="020B0609020204030204" pitchFamily="49" charset="0"/>
              </a:rPr>
              <a:t>:{</a:t>
            </a:r>
            <a:r>
              <a:rPr lang="fr-FR" sz="1800" b="1" spc="265" dirty="0">
                <a:solidFill>
                  <a:srgbClr val="C00000"/>
                </a:solidFill>
                <a:effectLst/>
                <a:latin typeface="+mn-lt"/>
                <a:ea typeface="Consolas" panose="020B0609020204030204" pitchFamily="49" charset="0"/>
                <a:cs typeface="Consolas" panose="020B0609020204030204" pitchFamily="49" charset="0"/>
              </a:rPr>
              <a:t> </a:t>
            </a:r>
            <a:r>
              <a:rPr lang="fr-FR" sz="1800" b="1" dirty="0">
                <a:solidFill>
                  <a:srgbClr val="C00000"/>
                </a:solidFill>
                <a:effectLst/>
                <a:latin typeface="+mn-lt"/>
                <a:ea typeface="Consolas" panose="020B0609020204030204" pitchFamily="49" charset="0"/>
                <a:cs typeface="Consolas" panose="020B0609020204030204" pitchFamily="49" charset="0"/>
              </a:rPr>
              <a:t>nom:</a:t>
            </a:r>
            <a:r>
              <a:rPr lang="fr-FR" sz="1800" b="1" dirty="0">
                <a:solidFill>
                  <a:srgbClr val="C00000"/>
                </a:solidFill>
                <a:latin typeface="+mn-lt"/>
                <a:ea typeface="Consolas" panose="020B0609020204030204" pitchFamily="49" charset="0"/>
                <a:cs typeface="Consolas" panose="020B0609020204030204" pitchFamily="49" charset="0"/>
              </a:rPr>
              <a:t>"Ahmed</a:t>
            </a:r>
            <a:r>
              <a:rPr lang="fr-FR" sz="1800" b="1" dirty="0">
                <a:solidFill>
                  <a:srgbClr val="C00000"/>
                </a:solidFill>
                <a:effectLst/>
                <a:latin typeface="+mn-lt"/>
                <a:ea typeface="Consolas" panose="020B0609020204030204" pitchFamily="49" charset="0"/>
                <a:cs typeface="Consolas" panose="020B0609020204030204" pitchFamily="49" charset="0"/>
              </a:rPr>
              <a:t>",</a:t>
            </a:r>
            <a:r>
              <a:rPr lang="fr-FR" sz="1800" b="1" dirty="0" err="1">
                <a:solidFill>
                  <a:srgbClr val="C00000"/>
                </a:solidFill>
                <a:effectLst/>
                <a:latin typeface="+mn-lt"/>
                <a:ea typeface="Consolas" panose="020B0609020204030204" pitchFamily="49" charset="0"/>
                <a:cs typeface="Consolas" panose="020B0609020204030204" pitchFamily="49" charset="0"/>
              </a:rPr>
              <a:t>prenom</a:t>
            </a:r>
            <a:r>
              <a:rPr lang="fr-FR" sz="1800" b="1" dirty="0">
                <a:solidFill>
                  <a:srgbClr val="C00000"/>
                </a:solidFill>
                <a:effectLst/>
                <a:latin typeface="+mn-lt"/>
                <a:ea typeface="Consolas" panose="020B0609020204030204" pitchFamily="49" charset="0"/>
                <a:cs typeface="Consolas" panose="020B0609020204030204" pitchFamily="49" charset="0"/>
              </a:rPr>
              <a:t>:"Ahmed"},</a:t>
            </a:r>
            <a:r>
              <a:rPr lang="fr-FR" sz="1800" b="1" dirty="0" err="1">
                <a:solidFill>
                  <a:srgbClr val="C00000"/>
                </a:solidFill>
                <a:effectLst/>
                <a:latin typeface="+mn-lt"/>
                <a:ea typeface="Consolas" panose="020B0609020204030204" pitchFamily="49" charset="0"/>
                <a:cs typeface="Consolas" panose="020B0609020204030204" pitchFamily="49" charset="0"/>
              </a:rPr>
              <a:t>diplomes</a:t>
            </a:r>
            <a:r>
              <a:rPr lang="fr-FR" sz="1800" b="1" spc="-30" dirty="0">
                <a:solidFill>
                  <a:srgbClr val="C00000"/>
                </a:solidFill>
                <a:effectLst/>
                <a:latin typeface="+mn-lt"/>
                <a:ea typeface="Consolas" panose="020B0609020204030204" pitchFamily="49" charset="0"/>
                <a:cs typeface="Consolas" panose="020B0609020204030204" pitchFamily="49" charset="0"/>
              </a:rPr>
              <a:t> </a:t>
            </a:r>
            <a:r>
              <a:rPr lang="fr-FR" sz="1800" b="1" spc="-10" dirty="0">
                <a:solidFill>
                  <a:srgbClr val="C00000"/>
                </a:solidFill>
                <a:effectLst/>
                <a:latin typeface="+mn-lt"/>
                <a:ea typeface="Consolas" panose="020B0609020204030204" pitchFamily="49" charset="0"/>
                <a:cs typeface="Consolas" panose="020B0609020204030204" pitchFamily="49" charset="0"/>
              </a:rPr>
              <a:t>:["</a:t>
            </a:r>
            <a:r>
              <a:rPr lang="fr-FR" sz="1800" b="1" spc="-10" dirty="0" err="1">
                <a:solidFill>
                  <a:srgbClr val="C00000"/>
                </a:solidFill>
                <a:effectLst/>
                <a:latin typeface="+mn-lt"/>
                <a:ea typeface="Consolas" panose="020B0609020204030204" pitchFamily="49" charset="0"/>
                <a:cs typeface="Consolas" panose="020B0609020204030204" pitchFamily="49" charset="0"/>
              </a:rPr>
              <a:t>Bac","Licence","Master</a:t>
            </a:r>
            <a:r>
              <a:rPr lang="fr-FR" sz="1800" b="1" spc="-10" dirty="0">
                <a:solidFill>
                  <a:srgbClr val="C00000"/>
                </a:solidFill>
                <a:effectLst/>
                <a:latin typeface="+mn-lt"/>
                <a:ea typeface="Consolas" panose="020B0609020204030204" pitchFamily="49" charset="0"/>
                <a:cs typeface="Consolas" panose="020B0609020204030204" pitchFamily="49" charset="0"/>
              </a:rPr>
              <a:t>"]}</a:t>
            </a:r>
            <a:r>
              <a:rPr lang="fr-FR" sz="1600" b="1" dirty="0">
                <a:solidFill>
                  <a:srgbClr val="000000"/>
                </a:solidFill>
                <a:effectLst/>
                <a:latin typeface="Calibri" panose="020F0502020204030204" pitchFamily="34" charset="0"/>
                <a:ea typeface="Consolas" panose="020B0609020204030204" pitchFamily="49" charset="0"/>
                <a:cs typeface="Consolas" panose="020B0609020204030204" pitchFamily="49" charset="0"/>
              </a:rPr>
              <a:t>	</a:t>
            </a:r>
            <a:endParaRPr lang="fr-MA" sz="1600" dirty="0">
              <a:effectLst/>
              <a:latin typeface="Consolas" panose="020B0609020204030204" pitchFamily="49" charset="0"/>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98717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p:bldP spid="15" grpId="0" animBg="1"/>
      <p:bldP spid="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BD625-90F6-5C4D-C3A7-9F954000BE55}"/>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45314F27-7C68-6987-1DB8-03FD2FE28B4A}"/>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B0022DB-FD80-C1B3-6913-AE699367A18E}"/>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8A3D3D23-3FF0-5EBF-3DFF-C3D8F29C17B3}"/>
              </a:ext>
            </a:extLst>
          </p:cNvPr>
          <p:cNvSpPr txBox="1"/>
          <p:nvPr/>
        </p:nvSpPr>
        <p:spPr>
          <a:xfrm>
            <a:off x="328936" y="831758"/>
            <a:ext cx="8726164"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altLang="fr-FR" b="1" dirty="0">
                <a:solidFill>
                  <a:srgbClr val="2E5395"/>
                </a:solidFill>
                <a:ea typeface="Calibri" panose="020F0502020204030204" pitchFamily="34" charset="0"/>
              </a:rPr>
              <a:t>Passage d’un contenu dynamique à un composant</a:t>
            </a:r>
            <a:endParaRPr lang="fr-FR" altLang="fr-FR" b="1" dirty="0">
              <a:latin typeface="+mn-lt"/>
              <a:ea typeface="Calibri" panose="020F0502020204030204" pitchFamily="34" charset="0"/>
            </a:endParaRPr>
          </a:p>
        </p:txBody>
      </p:sp>
      <p:sp>
        <p:nvSpPr>
          <p:cNvPr id="10" name="ZoneTexte 9">
            <a:extLst>
              <a:ext uri="{FF2B5EF4-FFF2-40B4-BE49-F238E27FC236}">
                <a16:creationId xmlns:a16="http://schemas.microsoft.com/office/drawing/2014/main" id="{69A74607-E14D-01E6-525E-A51DAD0C1C0B}"/>
              </a:ext>
            </a:extLst>
          </p:cNvPr>
          <p:cNvSpPr txBox="1"/>
          <p:nvPr/>
        </p:nvSpPr>
        <p:spPr>
          <a:xfrm>
            <a:off x="88898" y="1611620"/>
            <a:ext cx="4137437" cy="3082300"/>
          </a:xfrm>
          <a:prstGeom prst="rect">
            <a:avLst/>
          </a:prstGeom>
          <a:solidFill>
            <a:schemeClr val="tx1"/>
          </a:solidFill>
        </p:spPr>
        <p:txBody>
          <a:bodyPr wrap="none" lIns="108000">
            <a:noAutofit/>
          </a:bodyPr>
          <a:lstStyle/>
          <a:p>
            <a:pPr marL="17780" algn="l">
              <a:spcBef>
                <a:spcPts val="185"/>
              </a:spcBef>
              <a:buNone/>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30"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React</a:t>
            </a:r>
            <a:r>
              <a:rPr lang="fr-FR" sz="1200" spc="-20"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25" dirty="0">
                <a:solidFill>
                  <a:srgbClr val="C585C0"/>
                </a:solidFill>
                <a:latin typeface="+mn-lt"/>
                <a:ea typeface="Consolas" panose="020B0609020204030204" pitchFamily="49" charset="0"/>
                <a:cs typeface="Consolas" panose="020B0609020204030204" pitchFamily="49" charset="0"/>
              </a:rPr>
              <a:t> </a:t>
            </a:r>
            <a:r>
              <a:rPr lang="fr-FR" sz="1200" spc="-10" dirty="0">
                <a:solidFill>
                  <a:srgbClr val="CE9178"/>
                </a:solidFill>
                <a:latin typeface="+mn-lt"/>
                <a:ea typeface="Consolas" panose="020B0609020204030204" pitchFamily="49" charset="0"/>
                <a:cs typeface="Consolas" panose="020B0609020204030204" pitchFamily="49" charset="0"/>
              </a:rPr>
              <a:t>'</a:t>
            </a:r>
            <a:r>
              <a:rPr lang="fr-FR" sz="1200" spc="-10" dirty="0" err="1">
                <a:solidFill>
                  <a:srgbClr val="CE9178"/>
                </a:solidFill>
                <a:latin typeface="+mn-lt"/>
                <a:ea typeface="Consolas" panose="020B0609020204030204" pitchFamily="49" charset="0"/>
                <a:cs typeface="Consolas" panose="020B0609020204030204" pitchFamily="49" charset="0"/>
              </a:rPr>
              <a:t>react</a:t>
            </a:r>
            <a:r>
              <a:rPr lang="fr-FR" sz="1200" spc="-10" dirty="0">
                <a:solidFill>
                  <a:srgbClr val="CE9178"/>
                </a:solidFill>
                <a:latin typeface="+mn-lt"/>
                <a:ea typeface="Consolas" panose="020B0609020204030204" pitchFamily="49" charset="0"/>
                <a:cs typeface="Consolas" panose="020B0609020204030204" pitchFamily="49" charset="0"/>
              </a:rPr>
              <a:t>’</a:t>
            </a:r>
          </a:p>
          <a:p>
            <a:pPr marL="17780" algn="l">
              <a:spcBef>
                <a:spcPts val="185"/>
              </a:spcBef>
              <a:buNone/>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30"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DCDCAA"/>
                </a:solidFill>
                <a:latin typeface="+mn-lt"/>
                <a:ea typeface="Consolas" panose="020B0609020204030204" pitchFamily="49" charset="0"/>
                <a:cs typeface="Consolas" panose="020B0609020204030204" pitchFamily="49" charset="0"/>
              </a:rPr>
              <a:t>Presentation</a:t>
            </a:r>
            <a:r>
              <a:rPr lang="fr-FR" sz="1200" spc="-20"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25"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65" dirty="0">
                <a:solidFill>
                  <a:srgbClr val="C585C0"/>
                </a:solidFill>
                <a:latin typeface="+mn-lt"/>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'./components/</a:t>
            </a:r>
            <a:r>
              <a:rPr lang="fr-FR" sz="1200" dirty="0" err="1">
                <a:solidFill>
                  <a:srgbClr val="DCDCAA"/>
                </a:solidFill>
                <a:latin typeface="+mn-lt"/>
                <a:ea typeface="Consolas" panose="020B0609020204030204" pitchFamily="49" charset="0"/>
                <a:cs typeface="Consolas" panose="020B0609020204030204" pitchFamily="49" charset="0"/>
              </a:rPr>
              <a:t>Presentation</a:t>
            </a:r>
            <a:r>
              <a:rPr lang="fr-FR" sz="1200" dirty="0">
                <a:solidFill>
                  <a:srgbClr val="CE9178"/>
                </a:solidFill>
                <a:latin typeface="+mn-lt"/>
                <a:ea typeface="Consolas" panose="020B0609020204030204" pitchFamily="49" charset="0"/>
                <a:cs typeface="Consolas" panose="020B0609020204030204" pitchFamily="49" charset="0"/>
              </a:rPr>
              <a:t>’</a:t>
            </a:r>
            <a:r>
              <a:rPr lang="fr-FR" sz="1200" dirty="0">
                <a:solidFill>
                  <a:srgbClr val="D3D3D3"/>
                </a:solidFill>
                <a:latin typeface="+mn-lt"/>
                <a:ea typeface="Consolas" panose="020B0609020204030204" pitchFamily="49" charset="0"/>
                <a:cs typeface="Consolas" panose="020B0609020204030204" pitchFamily="49" charset="0"/>
              </a:rPr>
              <a:t>; </a:t>
            </a:r>
            <a:r>
              <a:rPr lang="fr-FR" sz="1200" spc="-10" dirty="0">
                <a:solidFill>
                  <a:srgbClr val="CE9178"/>
                </a:solidFill>
                <a:latin typeface="+mn-lt"/>
                <a:ea typeface="Consolas" panose="020B0609020204030204" pitchFamily="49" charset="0"/>
                <a:cs typeface="Consolas" panose="020B0609020204030204" pitchFamily="49" charset="0"/>
              </a:rPr>
              <a:t>'</a:t>
            </a:r>
            <a:endParaRPr lang="fr-FR" sz="1200" dirty="0">
              <a:solidFill>
                <a:srgbClr val="559CD5"/>
              </a:solidFill>
              <a:latin typeface="+mn-lt"/>
              <a:ea typeface="Consolas" panose="020B0609020204030204" pitchFamily="49" charset="0"/>
              <a:cs typeface="Consolas" panose="020B0609020204030204" pitchFamily="49" charset="0"/>
            </a:endParaRPr>
          </a:p>
          <a:p>
            <a:pPr marL="17780" marR="2438400" algn="l">
              <a:lnSpc>
                <a:spcPct val="115000"/>
              </a:lnSpc>
              <a:spcBef>
                <a:spcPts val="200"/>
              </a:spcBef>
              <a:buNone/>
            </a:pPr>
            <a:r>
              <a:rPr lang="fr-FR" sz="1200" dirty="0" err="1">
                <a:solidFill>
                  <a:srgbClr val="559CD5"/>
                </a:solidFill>
                <a:latin typeface="+mn-lt"/>
                <a:ea typeface="Consolas" panose="020B0609020204030204" pitchFamily="49" charset="0"/>
                <a:cs typeface="Consolas" panose="020B0609020204030204" pitchFamily="49" charset="0"/>
              </a:rPr>
              <a:t>function</a:t>
            </a:r>
            <a:r>
              <a:rPr lang="fr-FR" sz="1200" dirty="0">
                <a:solidFill>
                  <a:srgbClr val="559CD5"/>
                </a:solidFill>
                <a:latin typeface="+mn-lt"/>
                <a:ea typeface="Consolas" panose="020B0609020204030204" pitchFamily="49" charset="0"/>
                <a:cs typeface="Consolas" panose="020B0609020204030204" pitchFamily="49" charset="0"/>
              </a:rPr>
              <a:t> </a:t>
            </a:r>
            <a:r>
              <a:rPr lang="fr-FR" sz="1200" dirty="0">
                <a:solidFill>
                  <a:srgbClr val="DCDCAA"/>
                </a:solidFill>
                <a:latin typeface="+mn-lt"/>
                <a:ea typeface="Consolas" panose="020B0609020204030204" pitchFamily="49" charset="0"/>
                <a:cs typeface="Consolas" panose="020B0609020204030204" pitchFamily="49" charset="0"/>
              </a:rPr>
              <a:t>App</a:t>
            </a:r>
            <a:r>
              <a:rPr lang="fr-FR" sz="120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marR="2438400" algn="l">
              <a:lnSpc>
                <a:spcPct val="115000"/>
              </a:lnSpc>
              <a:spcBef>
                <a:spcPts val="200"/>
              </a:spcBef>
              <a:buNone/>
            </a:pPr>
            <a:r>
              <a:rPr lang="fr-FR" sz="1200" dirty="0">
                <a:solidFill>
                  <a:srgbClr val="C585C0"/>
                </a:solidFill>
                <a:latin typeface="+mn-lt"/>
                <a:ea typeface="Consolas" panose="020B0609020204030204" pitchFamily="49" charset="0"/>
                <a:cs typeface="Consolas" panose="020B0609020204030204" pitchFamily="49" charset="0"/>
              </a:rPr>
              <a:t>return </a:t>
            </a:r>
            <a:r>
              <a:rPr lang="fr-FR" sz="120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310515" algn="l">
              <a:lnSpc>
                <a:spcPts val="1220"/>
              </a:lnSpc>
              <a:spcBef>
                <a:spcPts val="200"/>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456565" algn="l">
              <a:spcBef>
                <a:spcPts val="195"/>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err="1">
                <a:solidFill>
                  <a:srgbClr val="4EC8AF"/>
                </a:solidFill>
                <a:latin typeface="+mn-lt"/>
                <a:ea typeface="Consolas" panose="020B0609020204030204" pitchFamily="49" charset="0"/>
                <a:cs typeface="Consolas" panose="020B0609020204030204" pitchFamily="49" charset="0"/>
              </a:rPr>
              <a:t>Presentation</a:t>
            </a:r>
            <a:r>
              <a:rPr lang="fr-FR" sz="1200" spc="-75" dirty="0">
                <a:solidFill>
                  <a:srgbClr val="4EC8AF"/>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nom</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Ahmed"</a:t>
            </a:r>
            <a:r>
              <a:rPr lang="fr-FR" sz="1200" spc="-75" dirty="0">
                <a:solidFill>
                  <a:srgbClr val="CE9178"/>
                </a:solidFill>
                <a:latin typeface="+mn-lt"/>
                <a:ea typeface="Consolas" panose="020B0609020204030204" pitchFamily="49" charset="0"/>
                <a:cs typeface="Consolas" panose="020B0609020204030204" pitchFamily="49" charset="0"/>
              </a:rPr>
              <a:t> </a:t>
            </a:r>
            <a:r>
              <a:rPr lang="fr-FR" sz="1200" spc="-10" dirty="0" err="1">
                <a:solidFill>
                  <a:srgbClr val="9CDCFD"/>
                </a:solidFill>
                <a:latin typeface="+mn-lt"/>
                <a:ea typeface="Consolas" panose="020B0609020204030204" pitchFamily="49" charset="0"/>
                <a:cs typeface="Consolas" panose="020B0609020204030204" pitchFamily="49" charset="0"/>
              </a:rPr>
              <a:t>prenom</a:t>
            </a:r>
            <a:r>
              <a:rPr lang="fr-FR" sz="1200" spc="-10" dirty="0">
                <a:solidFill>
                  <a:srgbClr val="D3D3D3"/>
                </a:solidFill>
                <a:latin typeface="+mn-lt"/>
                <a:ea typeface="Consolas" panose="020B0609020204030204" pitchFamily="49" charset="0"/>
                <a:cs typeface="Consolas" panose="020B0609020204030204" pitchFamily="49" charset="0"/>
              </a:rPr>
              <a:t>=</a:t>
            </a:r>
            <a:r>
              <a:rPr lang="fr-FR" sz="1200" spc="-10" dirty="0">
                <a:solidFill>
                  <a:srgbClr val="CE9178"/>
                </a:solidFill>
                <a:latin typeface="+mn-lt"/>
                <a:ea typeface="Consolas" panose="020B0609020204030204" pitchFamily="49" charset="0"/>
                <a:cs typeface="Consolas" panose="020B0609020204030204" pitchFamily="49" charset="0"/>
              </a:rPr>
              <a:t>"Ahmed"</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200"/>
              </a:spcBef>
              <a:buNone/>
            </a:pPr>
            <a:r>
              <a:rPr lang="fr-FR" sz="1200" b="1" dirty="0">
                <a:solidFill>
                  <a:srgbClr val="C00000"/>
                </a:solidFill>
                <a:highlight>
                  <a:srgbClr val="FFFF00"/>
                </a:highlight>
                <a:latin typeface="+mn-lt"/>
                <a:ea typeface="Consolas" panose="020B0609020204030204" pitchFamily="49" charset="0"/>
                <a:cs typeface="Consolas" panose="020B0609020204030204" pitchFamily="49" charset="0"/>
              </a:rPr>
              <a:t>&lt;p&gt;ce</a:t>
            </a:r>
            <a:r>
              <a:rPr lang="fr-FR" sz="1200" b="1" spc="-30"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200" b="1" dirty="0">
                <a:solidFill>
                  <a:srgbClr val="C00000"/>
                </a:solidFill>
                <a:highlight>
                  <a:srgbClr val="FFFF00"/>
                </a:highlight>
                <a:latin typeface="+mn-lt"/>
                <a:ea typeface="Consolas" panose="020B0609020204030204" pitchFamily="49" charset="0"/>
                <a:cs typeface="Consolas" panose="020B0609020204030204" pitchFamily="49" charset="0"/>
              </a:rPr>
              <a:t>ci</a:t>
            </a:r>
            <a:r>
              <a:rPr lang="fr-FR" sz="1200" b="1" spc="-35"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200" b="1" dirty="0">
                <a:solidFill>
                  <a:srgbClr val="C00000"/>
                </a:solidFill>
                <a:highlight>
                  <a:srgbClr val="FFFF00"/>
                </a:highlight>
                <a:latin typeface="+mn-lt"/>
                <a:ea typeface="Consolas" panose="020B0609020204030204" pitchFamily="49" charset="0"/>
                <a:cs typeface="Consolas" panose="020B0609020204030204" pitchFamily="49" charset="0"/>
              </a:rPr>
              <a:t>est</a:t>
            </a:r>
            <a:r>
              <a:rPr lang="fr-FR" sz="1200" b="1" spc="-30"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200" b="1" dirty="0">
                <a:solidFill>
                  <a:srgbClr val="C00000"/>
                </a:solidFill>
                <a:highlight>
                  <a:srgbClr val="FFFF00"/>
                </a:highlight>
                <a:latin typeface="+mn-lt"/>
                <a:ea typeface="Consolas" panose="020B0609020204030204" pitchFamily="49" charset="0"/>
                <a:cs typeface="Consolas" panose="020B0609020204030204" pitchFamily="49" charset="0"/>
              </a:rPr>
              <a:t>un</a:t>
            </a:r>
            <a:r>
              <a:rPr lang="fr-FR" sz="1200" b="1" spc="-35"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200" b="1" dirty="0" err="1">
                <a:solidFill>
                  <a:srgbClr val="C00000"/>
                </a:solidFill>
                <a:highlight>
                  <a:srgbClr val="FFFF00"/>
                </a:highlight>
                <a:latin typeface="+mn-lt"/>
                <a:ea typeface="Consolas" panose="020B0609020204030204" pitchFamily="49" charset="0"/>
                <a:cs typeface="Consolas" panose="020B0609020204030204" pitchFamily="49" charset="0"/>
              </a:rPr>
              <a:t>children</a:t>
            </a:r>
            <a:r>
              <a:rPr lang="fr-FR" sz="1200" b="1" spc="-35"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200" b="1" spc="-10" dirty="0" err="1">
                <a:solidFill>
                  <a:srgbClr val="C00000"/>
                </a:solidFill>
                <a:highlight>
                  <a:srgbClr val="FFFF00"/>
                </a:highlight>
                <a:latin typeface="+mn-lt"/>
                <a:ea typeface="Consolas" panose="020B0609020204030204" pitchFamily="49" charset="0"/>
                <a:cs typeface="Consolas" panose="020B0609020204030204" pitchFamily="49" charset="0"/>
              </a:rPr>
              <a:t>props</a:t>
            </a:r>
            <a:r>
              <a:rPr lang="fr-FR" sz="1200" b="1" spc="-10" dirty="0">
                <a:solidFill>
                  <a:srgbClr val="C00000"/>
                </a:solidFill>
                <a:highlight>
                  <a:srgbClr val="FFFF00"/>
                </a:highlight>
                <a:latin typeface="+mn-lt"/>
                <a:ea typeface="Consolas" panose="020B0609020204030204" pitchFamily="49" charset="0"/>
                <a:cs typeface="Consolas" panose="020B0609020204030204" pitchFamily="49" charset="0"/>
              </a:rPr>
              <a:t>&lt;/p&gt;</a:t>
            </a:r>
            <a:endParaRPr lang="fr-MA" sz="1200" b="1" dirty="0">
              <a:solidFill>
                <a:srgbClr val="C00000"/>
              </a:solidFill>
              <a:highlight>
                <a:srgbClr val="FFFF00"/>
              </a:highlight>
              <a:latin typeface="+mn-lt"/>
              <a:ea typeface="Consolas" panose="020B0609020204030204" pitchFamily="49" charset="0"/>
              <a:cs typeface="Consolas" panose="020B0609020204030204" pitchFamily="49" charset="0"/>
            </a:endParaRPr>
          </a:p>
          <a:p>
            <a:pPr marL="456565" algn="l">
              <a:spcBef>
                <a:spcPts val="200"/>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err="1">
                <a:solidFill>
                  <a:srgbClr val="4EC8AF"/>
                </a:solidFill>
                <a:latin typeface="+mn-lt"/>
                <a:ea typeface="Consolas" panose="020B0609020204030204" pitchFamily="49" charset="0"/>
                <a:cs typeface="Consolas" panose="020B0609020204030204" pitchFamily="49" charset="0"/>
              </a:rPr>
              <a:t>Presentation</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456565" algn="l">
              <a:spcBef>
                <a:spcPts val="185"/>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err="1">
                <a:solidFill>
                  <a:srgbClr val="4EC8AF"/>
                </a:solidFill>
                <a:latin typeface="+mn-lt"/>
                <a:ea typeface="Consolas" panose="020B0609020204030204" pitchFamily="49" charset="0"/>
                <a:cs typeface="Consolas" panose="020B0609020204030204" pitchFamily="49" charset="0"/>
              </a:rPr>
              <a:t>Presentation</a:t>
            </a:r>
            <a:r>
              <a:rPr lang="fr-FR" sz="1200" spc="-80" dirty="0">
                <a:solidFill>
                  <a:srgbClr val="4EC8AF"/>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nom</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Ali"</a:t>
            </a:r>
            <a:r>
              <a:rPr lang="fr-FR" sz="1200" spc="-80" dirty="0">
                <a:solidFill>
                  <a:srgbClr val="CE9178"/>
                </a:solidFill>
                <a:latin typeface="+mn-lt"/>
                <a:ea typeface="Consolas" panose="020B0609020204030204" pitchFamily="49" charset="0"/>
                <a:cs typeface="Consolas" panose="020B0609020204030204" pitchFamily="49" charset="0"/>
              </a:rPr>
              <a:t> </a:t>
            </a:r>
            <a:r>
              <a:rPr lang="fr-FR" sz="1200" spc="-10" dirty="0" err="1">
                <a:solidFill>
                  <a:srgbClr val="9CDCFD"/>
                </a:solidFill>
                <a:latin typeface="+mn-lt"/>
                <a:ea typeface="Consolas" panose="020B0609020204030204" pitchFamily="49" charset="0"/>
                <a:cs typeface="Consolas" panose="020B0609020204030204" pitchFamily="49" charset="0"/>
              </a:rPr>
              <a:t>prenom</a:t>
            </a:r>
            <a:r>
              <a:rPr lang="fr-FR" sz="1200" spc="-10" dirty="0">
                <a:solidFill>
                  <a:srgbClr val="D3D3D3"/>
                </a:solidFill>
                <a:latin typeface="+mn-lt"/>
                <a:ea typeface="Consolas" panose="020B0609020204030204" pitchFamily="49" charset="0"/>
                <a:cs typeface="Consolas" panose="020B0609020204030204" pitchFamily="49" charset="0"/>
              </a:rPr>
              <a:t>=</a:t>
            </a:r>
            <a:r>
              <a:rPr lang="fr-FR" sz="1200" spc="-10" dirty="0">
                <a:solidFill>
                  <a:srgbClr val="CE9178"/>
                </a:solidFill>
                <a:latin typeface="+mn-lt"/>
                <a:ea typeface="Consolas" panose="020B0609020204030204" pitchFamily="49" charset="0"/>
                <a:cs typeface="Consolas" panose="020B0609020204030204" pitchFamily="49" charset="0"/>
              </a:rPr>
              <a:t>"Ali"</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200"/>
              </a:spcBef>
              <a:buNone/>
            </a:pPr>
            <a:r>
              <a:rPr lang="fr-FR" sz="1200" b="1" spc="-10" dirty="0">
                <a:solidFill>
                  <a:srgbClr val="C00000"/>
                </a:solidFill>
                <a:highlight>
                  <a:srgbClr val="FFFF00"/>
                </a:highlight>
                <a:latin typeface="+mn-lt"/>
                <a:ea typeface="Consolas" panose="020B0609020204030204" pitchFamily="49" charset="0"/>
                <a:cs typeface="Consolas" panose="020B0609020204030204" pitchFamily="49" charset="0"/>
              </a:rPr>
              <a:t>&lt;</a:t>
            </a:r>
            <a:r>
              <a:rPr lang="fr-FR" sz="1200" b="1" spc="-10" dirty="0" err="1">
                <a:solidFill>
                  <a:srgbClr val="C00000"/>
                </a:solidFill>
                <a:highlight>
                  <a:srgbClr val="FFFF00"/>
                </a:highlight>
                <a:latin typeface="+mn-lt"/>
                <a:ea typeface="Consolas" panose="020B0609020204030204" pitchFamily="49" charset="0"/>
                <a:cs typeface="Consolas" panose="020B0609020204030204" pitchFamily="49" charset="0"/>
              </a:rPr>
              <a:t>button</a:t>
            </a:r>
            <a:r>
              <a:rPr lang="fr-FR" sz="1200" b="1" spc="-10" dirty="0">
                <a:solidFill>
                  <a:srgbClr val="C00000"/>
                </a:solidFill>
                <a:highlight>
                  <a:srgbClr val="FFFF00"/>
                </a:highlight>
                <a:latin typeface="+mn-lt"/>
                <a:ea typeface="Consolas" panose="020B0609020204030204" pitchFamily="49" charset="0"/>
                <a:cs typeface="Consolas" panose="020B0609020204030204" pitchFamily="49" charset="0"/>
              </a:rPr>
              <a:t>&gt;quitter&lt;/</a:t>
            </a:r>
            <a:r>
              <a:rPr lang="fr-FR" sz="1200" b="1" spc="-10" dirty="0" err="1">
                <a:solidFill>
                  <a:srgbClr val="C00000"/>
                </a:solidFill>
                <a:highlight>
                  <a:srgbClr val="FFFF00"/>
                </a:highlight>
                <a:latin typeface="+mn-lt"/>
                <a:ea typeface="Consolas" panose="020B0609020204030204" pitchFamily="49" charset="0"/>
                <a:cs typeface="Consolas" panose="020B0609020204030204" pitchFamily="49" charset="0"/>
              </a:rPr>
              <a:t>button</a:t>
            </a:r>
            <a:r>
              <a:rPr lang="fr-FR" sz="1200" b="1" spc="-10" dirty="0">
                <a:solidFill>
                  <a:srgbClr val="C00000"/>
                </a:solidFill>
                <a:highlight>
                  <a:srgbClr val="FFFF00"/>
                </a:highlight>
                <a:latin typeface="+mn-lt"/>
                <a:ea typeface="Consolas" panose="020B0609020204030204" pitchFamily="49" charset="0"/>
                <a:cs typeface="Consolas" panose="020B0609020204030204" pitchFamily="49" charset="0"/>
              </a:rPr>
              <a:t>&gt;</a:t>
            </a:r>
            <a:endParaRPr lang="fr-MA" sz="1200" b="1" dirty="0">
              <a:solidFill>
                <a:srgbClr val="C00000"/>
              </a:solidFill>
              <a:highlight>
                <a:srgbClr val="FFFF00"/>
              </a:highlight>
              <a:latin typeface="+mn-lt"/>
              <a:ea typeface="Consolas" panose="020B0609020204030204" pitchFamily="49" charset="0"/>
              <a:cs typeface="Consolas" panose="020B0609020204030204" pitchFamily="49" charset="0"/>
            </a:endParaRPr>
          </a:p>
          <a:p>
            <a:pPr marL="456565" algn="l">
              <a:spcBef>
                <a:spcPts val="200"/>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err="1">
                <a:solidFill>
                  <a:srgbClr val="4EC8AF"/>
                </a:solidFill>
                <a:latin typeface="+mn-lt"/>
                <a:ea typeface="Consolas" panose="020B0609020204030204" pitchFamily="49" charset="0"/>
                <a:cs typeface="Consolas" panose="020B0609020204030204" pitchFamily="49" charset="0"/>
              </a:rPr>
              <a:t>Presentation</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310515" algn="l">
              <a:spcBef>
                <a:spcPts val="195"/>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164465" algn="l">
              <a:spcBef>
                <a:spcPts val="190"/>
              </a:spcBef>
              <a:buNone/>
            </a:pPr>
            <a:r>
              <a:rPr lang="fr-FR" sz="1200" spc="-25" dirty="0">
                <a:solidFill>
                  <a:srgbClr val="D3D3D3"/>
                </a:solidFill>
                <a:latin typeface="+mn-lt"/>
                <a:ea typeface="Consolas" panose="020B0609020204030204" pitchFamily="49" charset="0"/>
                <a:cs typeface="Consolas" panose="020B0609020204030204" pitchFamily="49" charset="0"/>
              </a:rPr>
              <a:t>);</a:t>
            </a:r>
            <a:r>
              <a:rPr lang="fr-FR" sz="1200" spc="-50" dirty="0">
                <a:solidFill>
                  <a:srgbClr val="D3D3D3"/>
                </a:solidFill>
                <a:latin typeface="+mn-lt"/>
                <a:ea typeface="Consolas" panose="020B0609020204030204" pitchFamily="49" charset="0"/>
                <a:cs typeface="Consolas" panose="020B0609020204030204" pitchFamily="49" charset="0"/>
              </a:rPr>
              <a:t>}</a:t>
            </a:r>
          </a:p>
          <a:p>
            <a:pPr marL="17780" algn="l">
              <a:spcBef>
                <a:spcPts val="195"/>
              </a:spcBef>
            </a:pPr>
            <a:r>
              <a:rPr lang="fr-FR" sz="1200" dirty="0">
                <a:solidFill>
                  <a:srgbClr val="559CD5"/>
                </a:solidFill>
                <a:ea typeface="Consolas" panose="020B0609020204030204" pitchFamily="49" charset="0"/>
                <a:cs typeface="Consolas" panose="020B0609020204030204" pitchFamily="49" charset="0"/>
              </a:rPr>
              <a:t>export default </a:t>
            </a:r>
            <a:r>
              <a:rPr lang="fr-FR" sz="1200" spc="-20" dirty="0">
                <a:solidFill>
                  <a:srgbClr val="FFC000"/>
                </a:solidFill>
                <a:ea typeface="Calibri" panose="020F0502020204030204" pitchFamily="34" charset="0"/>
              </a:rPr>
              <a:t>App;</a:t>
            </a:r>
            <a:endParaRPr lang="fr-FR" sz="1200" dirty="0">
              <a:solidFill>
                <a:srgbClr val="FFC000"/>
              </a:solidFill>
              <a:ea typeface="Calibri" panose="020F0502020204030204" pitchFamily="34" charset="0"/>
            </a:endParaRPr>
          </a:p>
          <a:p>
            <a:pPr marL="17780" algn="l">
              <a:spcBef>
                <a:spcPts val="195"/>
              </a:spcBef>
              <a:buNone/>
            </a:pPr>
            <a:endParaRPr lang="fr-MA" sz="1200" dirty="0">
              <a:latin typeface="+mn-lt"/>
              <a:ea typeface="Consolas" panose="020B0609020204030204" pitchFamily="49" charset="0"/>
              <a:cs typeface="Consolas" panose="020B0609020204030204" pitchFamily="49" charset="0"/>
            </a:endParaRPr>
          </a:p>
        </p:txBody>
      </p:sp>
      <p:sp>
        <p:nvSpPr>
          <p:cNvPr id="13" name="ZoneTexte 12">
            <a:extLst>
              <a:ext uri="{FF2B5EF4-FFF2-40B4-BE49-F238E27FC236}">
                <a16:creationId xmlns:a16="http://schemas.microsoft.com/office/drawing/2014/main" id="{24F93C05-9E11-8652-59D2-827B92062C74}"/>
              </a:ext>
            </a:extLst>
          </p:cNvPr>
          <p:cNvSpPr txBox="1"/>
          <p:nvPr/>
        </p:nvSpPr>
        <p:spPr>
          <a:xfrm>
            <a:off x="4386078" y="1265447"/>
            <a:ext cx="4582632" cy="338554"/>
          </a:xfrm>
          <a:prstGeom prst="rect">
            <a:avLst/>
          </a:prstGeom>
          <a:noFill/>
        </p:spPr>
        <p:txBody>
          <a:bodyPr wrap="square">
            <a:spAutoFit/>
          </a:bodyPr>
          <a:lstStyle/>
          <a:p>
            <a:pPr marL="285750" indent="-285750" algn="l">
              <a:spcBef>
                <a:spcPts val="600"/>
              </a:spcBef>
              <a:buFont typeface="Wingdings" panose="05000000000000000000" pitchFamily="2" charset="2"/>
              <a:buChar char="§"/>
            </a:pPr>
            <a:r>
              <a:rPr lang="fr-FR" sz="1600" b="1" dirty="0">
                <a:effectLst/>
                <a:latin typeface="Calibri" panose="020F0502020204030204" pitchFamily="34" charset="0"/>
                <a:ea typeface="Consolas" panose="020B0609020204030204" pitchFamily="49" charset="0"/>
                <a:cs typeface="Consolas" panose="020B0609020204030204" pitchFamily="49" charset="0"/>
              </a:rPr>
              <a:t>Composant</a:t>
            </a:r>
            <a:r>
              <a:rPr lang="fr-FR" sz="1600" b="1" spc="-5" dirty="0">
                <a:effectLst/>
                <a:latin typeface="Calibri" panose="020F0502020204030204" pitchFamily="34" charset="0"/>
                <a:ea typeface="Consolas" panose="020B0609020204030204" pitchFamily="49" charset="0"/>
                <a:cs typeface="Consolas" panose="020B0609020204030204" pitchFamily="49" charset="0"/>
              </a:rPr>
              <a:t> </a:t>
            </a:r>
            <a:r>
              <a:rPr lang="fr-FR" b="1" spc="-10" dirty="0">
                <a:latin typeface="Calibri" panose="020F0502020204030204" pitchFamily="34" charset="0"/>
                <a:ea typeface="Consolas" panose="020B0609020204030204" pitchFamily="49" charset="0"/>
                <a:cs typeface="Consolas" panose="020B0609020204030204" pitchFamily="49" charset="0"/>
              </a:rPr>
              <a:t>presentation</a:t>
            </a:r>
            <a:r>
              <a:rPr lang="fr-FR" sz="1600" b="1" spc="-10" dirty="0">
                <a:effectLst/>
                <a:latin typeface="Calibri" panose="020F0502020204030204" pitchFamily="34" charset="0"/>
                <a:ea typeface="Consolas" panose="020B0609020204030204" pitchFamily="49" charset="0"/>
                <a:cs typeface="Consolas" panose="020B0609020204030204" pitchFamily="49" charset="0"/>
              </a:rPr>
              <a:t>.js</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84597541-6032-436D-7A2B-4721C90FB6A2}"/>
              </a:ext>
            </a:extLst>
          </p:cNvPr>
          <p:cNvSpPr txBox="1"/>
          <p:nvPr/>
        </p:nvSpPr>
        <p:spPr>
          <a:xfrm>
            <a:off x="4386078" y="1616415"/>
            <a:ext cx="4582632" cy="2539026"/>
          </a:xfrm>
          <a:prstGeom prst="rect">
            <a:avLst/>
          </a:prstGeom>
          <a:solidFill>
            <a:schemeClr val="tx1"/>
          </a:solidFill>
        </p:spPr>
        <p:txBody>
          <a:bodyPr wrap="none">
            <a:noAutofit/>
          </a:bodyPr>
          <a:lstStyle/>
          <a:p>
            <a:pPr marL="17780" algn="l">
              <a:spcBef>
                <a:spcPts val="185"/>
              </a:spcBef>
              <a:buNone/>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30"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React</a:t>
            </a:r>
            <a:r>
              <a:rPr lang="fr-FR" sz="1200" spc="-20"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25" dirty="0">
                <a:solidFill>
                  <a:srgbClr val="C585C0"/>
                </a:solidFill>
                <a:latin typeface="+mn-lt"/>
                <a:ea typeface="Consolas" panose="020B0609020204030204" pitchFamily="49" charset="0"/>
                <a:cs typeface="Consolas" panose="020B0609020204030204" pitchFamily="49" charset="0"/>
              </a:rPr>
              <a:t> </a:t>
            </a:r>
            <a:r>
              <a:rPr lang="fr-FR" sz="1200" spc="-10" dirty="0">
                <a:solidFill>
                  <a:srgbClr val="CE9178"/>
                </a:solidFill>
                <a:latin typeface="+mn-lt"/>
                <a:ea typeface="Consolas" panose="020B0609020204030204" pitchFamily="49" charset="0"/>
                <a:cs typeface="Consolas" panose="020B0609020204030204" pitchFamily="49" charset="0"/>
              </a:rPr>
              <a:t>'</a:t>
            </a:r>
            <a:r>
              <a:rPr lang="fr-FR" sz="1200" spc="-10" dirty="0" err="1">
                <a:solidFill>
                  <a:srgbClr val="CE9178"/>
                </a:solidFill>
                <a:latin typeface="+mn-lt"/>
                <a:ea typeface="Consolas" panose="020B0609020204030204" pitchFamily="49" charset="0"/>
                <a:cs typeface="Consolas" panose="020B0609020204030204" pitchFamily="49" charset="0"/>
              </a:rPr>
              <a:t>react</a:t>
            </a:r>
            <a:r>
              <a:rPr lang="fr-FR" sz="1200" spc="-10" dirty="0">
                <a:solidFill>
                  <a:srgbClr val="CE9178"/>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237490" marR="2438400" indent="-219710" algn="l">
              <a:lnSpc>
                <a:spcPct val="115000"/>
              </a:lnSpc>
              <a:spcBef>
                <a:spcPts val="200"/>
              </a:spcBef>
              <a:buNone/>
            </a:pPr>
            <a:r>
              <a:rPr lang="fr-FR" sz="1200" dirty="0">
                <a:solidFill>
                  <a:srgbClr val="C585C0"/>
                </a:solidFill>
                <a:latin typeface="+mn-lt"/>
                <a:ea typeface="Consolas" panose="020B0609020204030204" pitchFamily="49" charset="0"/>
                <a:cs typeface="Consolas" panose="020B0609020204030204" pitchFamily="49" charset="0"/>
              </a:rPr>
              <a:t>export</a:t>
            </a:r>
            <a:r>
              <a:rPr lang="fr-FR" sz="1200" spc="-70" dirty="0">
                <a:solidFill>
                  <a:srgbClr val="C585C0"/>
                </a:solidFill>
                <a:latin typeface="+mn-lt"/>
                <a:ea typeface="Consolas" panose="020B0609020204030204" pitchFamily="49" charset="0"/>
                <a:cs typeface="Consolas" panose="020B0609020204030204" pitchFamily="49" charset="0"/>
              </a:rPr>
              <a:t> </a:t>
            </a:r>
            <a:r>
              <a:rPr lang="fr-FR" sz="1200" dirty="0">
                <a:solidFill>
                  <a:srgbClr val="C585C0"/>
                </a:solidFill>
                <a:latin typeface="+mn-lt"/>
                <a:ea typeface="Consolas" panose="020B0609020204030204" pitchFamily="49" charset="0"/>
                <a:cs typeface="Consolas" panose="020B0609020204030204" pitchFamily="49" charset="0"/>
              </a:rPr>
              <a:t>default</a:t>
            </a:r>
            <a:r>
              <a:rPr lang="fr-FR" sz="1200" spc="-65"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559CD5"/>
                </a:solidFill>
                <a:latin typeface="+mn-lt"/>
                <a:ea typeface="Consolas" panose="020B0609020204030204" pitchFamily="49" charset="0"/>
                <a:cs typeface="Consolas" panose="020B0609020204030204" pitchFamily="49" charset="0"/>
              </a:rPr>
              <a:t>function</a:t>
            </a:r>
            <a:r>
              <a:rPr lang="fr-FR" sz="1200" spc="-60" dirty="0">
                <a:solidFill>
                  <a:srgbClr val="559CD5"/>
                </a:solidFill>
                <a:latin typeface="+mn-lt"/>
                <a:ea typeface="Consolas" panose="020B0609020204030204" pitchFamily="49" charset="0"/>
                <a:cs typeface="Consolas" panose="020B0609020204030204" pitchFamily="49" charset="0"/>
              </a:rPr>
              <a:t> </a:t>
            </a:r>
            <a:r>
              <a:rPr lang="fr-FR" sz="1200" dirty="0" err="1">
                <a:solidFill>
                  <a:srgbClr val="DCDCAA"/>
                </a:solidFill>
                <a:latin typeface="+mn-lt"/>
                <a:ea typeface="Consolas" panose="020B0609020204030204" pitchFamily="49" charset="0"/>
                <a:cs typeface="Consolas" panose="020B0609020204030204" pitchFamily="49" charset="0"/>
              </a:rPr>
              <a:t>Presentation</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props</a:t>
            </a:r>
            <a:r>
              <a:rPr lang="fr-FR" sz="1200" dirty="0">
                <a:solidFill>
                  <a:srgbClr val="D3D3D3"/>
                </a:solidFill>
                <a:latin typeface="+mn-lt"/>
                <a:ea typeface="Consolas" panose="020B0609020204030204" pitchFamily="49" charset="0"/>
                <a:cs typeface="Consolas" panose="020B0609020204030204" pitchFamily="49" charset="0"/>
              </a:rPr>
              <a:t>){ </a:t>
            </a:r>
            <a:r>
              <a:rPr lang="fr-FR" sz="1200" spc="-10" dirty="0">
                <a:solidFill>
                  <a:srgbClr val="9CDCFD"/>
                </a:solidFill>
                <a:latin typeface="+mn-lt"/>
                <a:ea typeface="Consolas" panose="020B0609020204030204" pitchFamily="49" charset="0"/>
                <a:cs typeface="Consolas" panose="020B0609020204030204" pitchFamily="49" charset="0"/>
              </a:rPr>
              <a:t>console</a:t>
            </a:r>
            <a:r>
              <a:rPr lang="fr-FR" sz="1200" spc="-10" dirty="0">
                <a:solidFill>
                  <a:srgbClr val="D3D3D3"/>
                </a:solidFill>
                <a:latin typeface="+mn-lt"/>
                <a:ea typeface="Consolas" panose="020B0609020204030204" pitchFamily="49" charset="0"/>
                <a:cs typeface="Consolas" panose="020B0609020204030204" pitchFamily="49" charset="0"/>
              </a:rPr>
              <a:t>.</a:t>
            </a:r>
            <a:r>
              <a:rPr lang="fr-FR" sz="1200" spc="-10" dirty="0">
                <a:solidFill>
                  <a:srgbClr val="DCDCAA"/>
                </a:solidFill>
                <a:latin typeface="+mn-lt"/>
                <a:ea typeface="Consolas" panose="020B0609020204030204" pitchFamily="49" charset="0"/>
                <a:cs typeface="Consolas" panose="020B0609020204030204" pitchFamily="49" charset="0"/>
              </a:rPr>
              <a:t>log</a:t>
            </a:r>
            <a:r>
              <a:rPr lang="fr-FR" sz="1200" spc="-10" dirty="0">
                <a:solidFill>
                  <a:srgbClr val="D3D3D3"/>
                </a:solidFill>
                <a:latin typeface="+mn-lt"/>
                <a:ea typeface="Consolas" panose="020B0609020204030204" pitchFamily="49" charset="0"/>
                <a:cs typeface="Consolas" panose="020B0609020204030204" pitchFamily="49" charset="0"/>
              </a:rPr>
              <a:t>(</a:t>
            </a:r>
            <a:r>
              <a:rPr lang="fr-FR" sz="1200" spc="-10" dirty="0" err="1">
                <a:solidFill>
                  <a:srgbClr val="9CDCFD"/>
                </a:solidFill>
                <a:latin typeface="+mn-lt"/>
                <a:ea typeface="Consolas" panose="020B0609020204030204" pitchFamily="49" charset="0"/>
                <a:cs typeface="Consolas" panose="020B0609020204030204" pitchFamily="49" charset="0"/>
              </a:rPr>
              <a:t>props</a:t>
            </a:r>
            <a:r>
              <a:rPr lang="fr-FR" sz="1200" spc="-1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310515" algn="l">
              <a:spcBef>
                <a:spcPts val="15"/>
              </a:spcBef>
              <a:buNone/>
            </a:pPr>
            <a:r>
              <a:rPr lang="fr-FR" sz="1200" dirty="0">
                <a:solidFill>
                  <a:srgbClr val="C585C0"/>
                </a:solidFill>
                <a:latin typeface="+mn-lt"/>
                <a:ea typeface="Consolas" panose="020B0609020204030204" pitchFamily="49" charset="0"/>
                <a:cs typeface="Consolas" panose="020B0609020204030204" pitchFamily="49" charset="0"/>
              </a:rPr>
              <a:t>return</a:t>
            </a:r>
            <a:r>
              <a:rPr lang="fr-FR" sz="1200" spc="-35" dirty="0">
                <a:solidFill>
                  <a:srgbClr val="C585C0"/>
                </a:solidFill>
                <a:latin typeface="+mn-lt"/>
                <a:ea typeface="Consolas" panose="020B0609020204030204" pitchFamily="49" charset="0"/>
                <a:cs typeface="Consolas" panose="020B0609020204030204" pitchFamily="49" charset="0"/>
              </a:rPr>
              <a:t> </a:t>
            </a:r>
            <a:r>
              <a:rPr lang="fr-FR" sz="1200" spc="-5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603250" algn="l">
              <a:spcBef>
                <a:spcPts val="200"/>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559CD5"/>
                </a:solidFill>
                <a:latin typeface="+mn-lt"/>
                <a:ea typeface="Consolas" panose="020B0609020204030204" pitchFamily="49" charset="0"/>
                <a:cs typeface="Consolas" panose="020B0609020204030204" pitchFamily="49" charset="0"/>
              </a:rPr>
              <a:t> </a:t>
            </a:r>
            <a:r>
              <a:rPr lang="fr-FR" sz="1200" spc="-5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895985" algn="l">
              <a:spcBef>
                <a:spcPts val="195"/>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559CD5"/>
                </a:solidFill>
                <a:latin typeface="+mn-lt"/>
                <a:ea typeface="Consolas" panose="020B0609020204030204" pitchFamily="49" charset="0"/>
                <a:cs typeface="Consolas" panose="020B0609020204030204" pitchFamily="49" charset="0"/>
              </a:rPr>
              <a:t>h2</a:t>
            </a:r>
            <a:r>
              <a:rPr lang="fr-FR" sz="1200" dirty="0">
                <a:solidFill>
                  <a:srgbClr val="808080"/>
                </a:solidFill>
                <a:latin typeface="+mn-lt"/>
                <a:ea typeface="Consolas" panose="020B0609020204030204" pitchFamily="49" charset="0"/>
                <a:cs typeface="Consolas" panose="020B0609020204030204" pitchFamily="49" charset="0"/>
              </a:rPr>
              <a:t>&gt;</a:t>
            </a:r>
            <a:r>
              <a:rPr lang="fr-FR" sz="1200" dirty="0">
                <a:solidFill>
                  <a:srgbClr val="D3D3D3"/>
                </a:solidFill>
                <a:latin typeface="+mn-lt"/>
                <a:ea typeface="Consolas" panose="020B0609020204030204" pitchFamily="49" charset="0"/>
                <a:cs typeface="Consolas" panose="020B0609020204030204" pitchFamily="49" charset="0"/>
              </a:rPr>
              <a:t>Salut</a:t>
            </a:r>
            <a:r>
              <a:rPr lang="fr-FR" sz="1200" spc="-25" dirty="0">
                <a:solidFill>
                  <a:srgbClr val="D3D3D3"/>
                </a:solidFill>
                <a:latin typeface="+mn-lt"/>
                <a:ea typeface="Consolas" panose="020B0609020204030204" pitchFamily="49" charset="0"/>
                <a:cs typeface="Consolas" panose="020B0609020204030204" pitchFamily="49" charset="0"/>
              </a:rPr>
              <a:t> </a:t>
            </a:r>
            <a:r>
              <a:rPr lang="fr-FR" sz="1200" dirty="0">
                <a:solidFill>
                  <a:srgbClr val="559CD5"/>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props</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nom</a:t>
            </a:r>
            <a:r>
              <a:rPr lang="fr-FR" sz="1200" dirty="0">
                <a:solidFill>
                  <a:srgbClr val="559CD5"/>
                </a:solidFill>
                <a:latin typeface="+mn-lt"/>
                <a:ea typeface="Consolas" panose="020B0609020204030204" pitchFamily="49" charset="0"/>
                <a:cs typeface="Consolas" panose="020B0609020204030204" pitchFamily="49" charset="0"/>
              </a:rPr>
              <a:t>}</a:t>
            </a:r>
            <a:r>
              <a:rPr lang="fr-FR" sz="1200" spc="220" dirty="0">
                <a:solidFill>
                  <a:srgbClr val="559CD5"/>
                </a:solidFill>
                <a:latin typeface="+mn-lt"/>
                <a:ea typeface="Consolas" panose="020B0609020204030204" pitchFamily="49" charset="0"/>
                <a:cs typeface="Consolas" panose="020B0609020204030204" pitchFamily="49" charset="0"/>
              </a:rPr>
              <a:t> </a:t>
            </a:r>
            <a:r>
              <a:rPr lang="fr-FR" sz="1200" spc="-10" dirty="0">
                <a:solidFill>
                  <a:srgbClr val="559CD5"/>
                </a:solidFill>
                <a:latin typeface="+mn-lt"/>
                <a:ea typeface="Consolas" panose="020B0609020204030204" pitchFamily="49" charset="0"/>
                <a:cs typeface="Consolas" panose="020B0609020204030204" pitchFamily="49" charset="0"/>
              </a:rPr>
              <a:t>{</a:t>
            </a:r>
            <a:r>
              <a:rPr lang="fr-FR" sz="1200" spc="-10" dirty="0" err="1">
                <a:solidFill>
                  <a:srgbClr val="9CDCFD"/>
                </a:solidFill>
                <a:latin typeface="+mn-lt"/>
                <a:ea typeface="Consolas" panose="020B0609020204030204" pitchFamily="49" charset="0"/>
                <a:cs typeface="Consolas" panose="020B0609020204030204" pitchFamily="49" charset="0"/>
              </a:rPr>
              <a:t>props</a:t>
            </a:r>
            <a:r>
              <a:rPr lang="fr-FR" sz="1200" spc="-10" dirty="0" err="1">
                <a:solidFill>
                  <a:srgbClr val="D3D3D3"/>
                </a:solidFill>
                <a:latin typeface="+mn-lt"/>
                <a:ea typeface="Consolas" panose="020B0609020204030204" pitchFamily="49" charset="0"/>
                <a:cs typeface="Consolas" panose="020B0609020204030204" pitchFamily="49" charset="0"/>
              </a:rPr>
              <a:t>.</a:t>
            </a:r>
            <a:r>
              <a:rPr lang="fr-FR" sz="1200" spc="-10" dirty="0" err="1">
                <a:solidFill>
                  <a:srgbClr val="9CDCFD"/>
                </a:solidFill>
                <a:latin typeface="+mn-lt"/>
                <a:ea typeface="Consolas" panose="020B0609020204030204" pitchFamily="49" charset="0"/>
                <a:cs typeface="Consolas" panose="020B0609020204030204" pitchFamily="49" charset="0"/>
              </a:rPr>
              <a:t>prenom</a:t>
            </a:r>
            <a:r>
              <a:rPr lang="fr-FR" sz="1200" spc="-10" dirty="0">
                <a:solidFill>
                  <a:srgbClr val="559CD5"/>
                </a:solidFill>
                <a:latin typeface="+mn-lt"/>
                <a:ea typeface="Consolas" panose="020B0609020204030204" pitchFamily="49" charset="0"/>
                <a:cs typeface="Consolas" panose="020B0609020204030204" pitchFamily="49" charset="0"/>
              </a:rPr>
              <a:t>}</a:t>
            </a: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h2</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895985" algn="l">
              <a:spcBef>
                <a:spcPts val="190"/>
              </a:spcBef>
              <a:buNone/>
            </a:pPr>
            <a:r>
              <a:rPr lang="fr-FR" sz="1200" b="1" spc="-10" dirty="0">
                <a:solidFill>
                  <a:srgbClr val="C00000"/>
                </a:solidFill>
                <a:highlight>
                  <a:srgbClr val="FFFF00"/>
                </a:highlight>
                <a:latin typeface="+mn-lt"/>
                <a:ea typeface="Consolas" panose="020B0609020204030204" pitchFamily="49" charset="0"/>
                <a:cs typeface="Consolas" panose="020B0609020204030204" pitchFamily="49" charset="0"/>
              </a:rPr>
              <a:t>{</a:t>
            </a:r>
            <a:r>
              <a:rPr lang="fr-FR" sz="1200" b="1" spc="-10" dirty="0" err="1">
                <a:solidFill>
                  <a:srgbClr val="C00000"/>
                </a:solidFill>
                <a:highlight>
                  <a:srgbClr val="FFFF00"/>
                </a:highlight>
                <a:latin typeface="+mn-lt"/>
                <a:ea typeface="Consolas" panose="020B0609020204030204" pitchFamily="49" charset="0"/>
                <a:cs typeface="Consolas" panose="020B0609020204030204" pitchFamily="49" charset="0"/>
              </a:rPr>
              <a:t>props.children</a:t>
            </a:r>
            <a:r>
              <a:rPr lang="fr-FR" sz="1200" b="1" spc="-10" dirty="0">
                <a:solidFill>
                  <a:srgbClr val="C00000"/>
                </a:solidFill>
                <a:highlight>
                  <a:srgbClr val="FFFF00"/>
                </a:highlight>
                <a:latin typeface="+mn-lt"/>
                <a:ea typeface="Consolas" panose="020B0609020204030204" pitchFamily="49" charset="0"/>
                <a:cs typeface="Consolas" panose="020B0609020204030204" pitchFamily="49" charset="0"/>
              </a:rPr>
              <a:t>}</a:t>
            </a:r>
            <a:endParaRPr lang="fr-MA" sz="1200" b="1" dirty="0">
              <a:solidFill>
                <a:srgbClr val="C00000"/>
              </a:solidFill>
              <a:highlight>
                <a:srgbClr val="FFFF00"/>
              </a:highlight>
              <a:latin typeface="+mn-lt"/>
              <a:ea typeface="Consolas" panose="020B0609020204030204" pitchFamily="49" charset="0"/>
              <a:cs typeface="Consolas" panose="020B0609020204030204" pitchFamily="49" charset="0"/>
            </a:endParaRPr>
          </a:p>
          <a:p>
            <a:pPr marL="895985" algn="l">
              <a:spcBef>
                <a:spcPts val="195"/>
              </a:spcBef>
              <a:buNone/>
            </a:pPr>
            <a:r>
              <a:rPr lang="fr-FR" sz="1200" spc="-20" dirty="0">
                <a:solidFill>
                  <a:srgbClr val="808080"/>
                </a:solidFill>
                <a:latin typeface="+mn-lt"/>
                <a:ea typeface="Consolas" panose="020B0609020204030204" pitchFamily="49" charset="0"/>
                <a:cs typeface="Consolas" panose="020B0609020204030204" pitchFamily="49" charset="0"/>
              </a:rPr>
              <a:t>&lt;</a:t>
            </a:r>
            <a:r>
              <a:rPr lang="fr-FR" sz="1200" spc="-20" dirty="0" err="1">
                <a:solidFill>
                  <a:srgbClr val="559CD5"/>
                </a:solidFill>
                <a:latin typeface="+mn-lt"/>
                <a:ea typeface="Consolas" panose="020B0609020204030204" pitchFamily="49" charset="0"/>
                <a:cs typeface="Consolas" panose="020B0609020204030204" pitchFamily="49" charset="0"/>
              </a:rPr>
              <a:t>hr</a:t>
            </a:r>
            <a:r>
              <a:rPr lang="fr-FR" sz="1200" spc="-2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algn="l">
              <a:spcBef>
                <a:spcPts val="400"/>
              </a:spcBef>
              <a:buNone/>
            </a:pPr>
            <a:r>
              <a:rPr lang="fr-FR" sz="1200" dirty="0">
                <a:solidFill>
                  <a:srgbClr val="000000"/>
                </a:solidFill>
                <a:latin typeface="+mn-lt"/>
                <a:ea typeface="Consolas" panose="020B0609020204030204" pitchFamily="49" charset="0"/>
                <a:cs typeface="Consolas" panose="020B0609020204030204" pitchFamily="49" charset="0"/>
              </a:rPr>
              <a:t> </a:t>
            </a:r>
            <a:endParaRPr lang="fr-MA" sz="1200" dirty="0">
              <a:latin typeface="+mn-lt"/>
              <a:ea typeface="Consolas" panose="020B0609020204030204" pitchFamily="49" charset="0"/>
              <a:cs typeface="Consolas" panose="020B0609020204030204" pitchFamily="49" charset="0"/>
            </a:endParaRPr>
          </a:p>
          <a:p>
            <a:pPr marL="603250" algn="l">
              <a:spcBef>
                <a:spcPts val="200"/>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310515" algn="l">
              <a:spcBef>
                <a:spcPts val="185"/>
              </a:spcBef>
              <a:buNone/>
            </a:pPr>
            <a:r>
              <a:rPr lang="fr-FR" sz="1200" spc="-5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algn="l">
              <a:spcBef>
                <a:spcPts val="200"/>
              </a:spcBef>
              <a:buNone/>
            </a:pPr>
            <a:r>
              <a:rPr lang="fr-FR" sz="1200" spc="-5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algn="l">
              <a:spcBef>
                <a:spcPts val="185"/>
              </a:spcBef>
              <a:buNone/>
            </a:pPr>
            <a:endParaRPr lang="fr-MA" sz="1200" dirty="0">
              <a:effectLst/>
              <a:latin typeface="+mn-lt"/>
              <a:ea typeface="Consolas" panose="020B0609020204030204" pitchFamily="49" charset="0"/>
              <a:cs typeface="Consolas" panose="020B0609020204030204" pitchFamily="49" charset="0"/>
            </a:endParaRPr>
          </a:p>
        </p:txBody>
      </p:sp>
      <p:sp>
        <p:nvSpPr>
          <p:cNvPr id="17" name="ZoneTexte 16">
            <a:extLst>
              <a:ext uri="{FF2B5EF4-FFF2-40B4-BE49-F238E27FC236}">
                <a16:creationId xmlns:a16="http://schemas.microsoft.com/office/drawing/2014/main" id="{54C9FBE1-3C8A-2B41-99C2-22ED04B73388}"/>
              </a:ext>
            </a:extLst>
          </p:cNvPr>
          <p:cNvSpPr txBox="1"/>
          <p:nvPr/>
        </p:nvSpPr>
        <p:spPr>
          <a:xfrm>
            <a:off x="296049" y="1265447"/>
            <a:ext cx="4582632"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b="1" dirty="0">
                <a:latin typeface="+mn-lt"/>
              </a:rPr>
              <a:t>Composant App</a:t>
            </a:r>
            <a:r>
              <a:rPr lang="fr-FR" sz="1600" b="1" dirty="0">
                <a:latin typeface="+mn-lt"/>
              </a:rPr>
              <a:t>.js</a:t>
            </a:r>
            <a:endParaRPr lang="fr-MA" sz="1600" dirty="0">
              <a:latin typeface="+mn-lt"/>
            </a:endParaRPr>
          </a:p>
        </p:txBody>
      </p:sp>
      <p:sp>
        <p:nvSpPr>
          <p:cNvPr id="5" name="ZoneTexte 4">
            <a:extLst>
              <a:ext uri="{FF2B5EF4-FFF2-40B4-BE49-F238E27FC236}">
                <a16:creationId xmlns:a16="http://schemas.microsoft.com/office/drawing/2014/main" id="{8D69BE66-6303-B04D-7F91-0BC50F4CF9C4}"/>
              </a:ext>
            </a:extLst>
          </p:cNvPr>
          <p:cNvSpPr txBox="1"/>
          <p:nvPr/>
        </p:nvSpPr>
        <p:spPr>
          <a:xfrm>
            <a:off x="88898" y="4784639"/>
            <a:ext cx="4137437" cy="1538883"/>
          </a:xfrm>
          <a:prstGeom prst="rect">
            <a:avLst/>
          </a:prstGeom>
          <a:noFill/>
          <a:ln>
            <a:solidFill>
              <a:schemeClr val="tx1"/>
            </a:solidFill>
          </a:ln>
        </p:spPr>
        <p:txBody>
          <a:bodyPr wrap="square" rIns="144000">
            <a:spAutoFit/>
          </a:bodyPr>
          <a:lstStyle/>
          <a:p>
            <a:pPr marR="478155" algn="l" defTabSz="657225">
              <a:spcBef>
                <a:spcPts val="595"/>
              </a:spcBef>
            </a:pPr>
            <a:r>
              <a:rPr lang="fr-FR" sz="1400" dirty="0">
                <a:effectLst/>
                <a:latin typeface="+mn-lt"/>
                <a:ea typeface="Consolas" panose="020B0609020204030204" pitchFamily="49" charset="0"/>
                <a:cs typeface="Consolas" panose="020B0609020204030204" pitchFamily="49" charset="0"/>
              </a:rPr>
              <a:t>Dans</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ce</a:t>
            </a:r>
            <a:r>
              <a:rPr lang="fr-FR" sz="1400" spc="-30"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cas</a:t>
            </a:r>
            <a:r>
              <a:rPr lang="fr-FR" sz="1400" spc="-20"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l’élément</a:t>
            </a:r>
            <a:r>
              <a:rPr lang="fr-FR" sz="1400" spc="-15" dirty="0">
                <a:effectLst/>
                <a:latin typeface="+mn-lt"/>
                <a:ea typeface="Consolas" panose="020B0609020204030204" pitchFamily="49" charset="0"/>
                <a:cs typeface="Consolas" panose="020B0609020204030204" pitchFamily="49" charset="0"/>
              </a:rPr>
              <a:t> </a:t>
            </a:r>
            <a:r>
              <a:rPr lang="fr-FR" sz="1400" dirty="0" err="1">
                <a:effectLst/>
                <a:latin typeface="+mn-lt"/>
                <a:ea typeface="Consolas" panose="020B0609020204030204" pitchFamily="49" charset="0"/>
                <a:cs typeface="Consolas" panose="020B0609020204030204" pitchFamily="49" charset="0"/>
              </a:rPr>
              <a:t>Presentation</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contient</a:t>
            </a:r>
            <a:r>
              <a:rPr lang="fr-FR" sz="1400" spc="-2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un</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élément</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enfant</a:t>
            </a:r>
            <a:r>
              <a:rPr lang="fr-FR" sz="1400" spc="-2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entre la</a:t>
            </a:r>
            <a:r>
              <a:rPr lang="fr-FR" sz="1400" spc="-30"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balise</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ouvrante et  fermante. </a:t>
            </a:r>
            <a:r>
              <a:rPr lang="fr-FR" sz="1400" b="1" dirty="0">
                <a:solidFill>
                  <a:srgbClr val="C00000"/>
                </a:solidFill>
                <a:highlight>
                  <a:srgbClr val="FFFF00"/>
                </a:highlight>
                <a:latin typeface="+mn-lt"/>
                <a:ea typeface="Consolas" panose="020B0609020204030204" pitchFamily="49" charset="0"/>
                <a:cs typeface="Consolas" panose="020B0609020204030204" pitchFamily="49" charset="0"/>
              </a:rPr>
              <a:t>&lt;p&gt;ce</a:t>
            </a:r>
            <a:r>
              <a:rPr lang="fr-FR" sz="1400" b="1" spc="-30"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400" b="1" dirty="0">
                <a:solidFill>
                  <a:srgbClr val="C00000"/>
                </a:solidFill>
                <a:highlight>
                  <a:srgbClr val="FFFF00"/>
                </a:highlight>
                <a:latin typeface="+mn-lt"/>
                <a:ea typeface="Consolas" panose="020B0609020204030204" pitchFamily="49" charset="0"/>
                <a:cs typeface="Consolas" panose="020B0609020204030204" pitchFamily="49" charset="0"/>
              </a:rPr>
              <a:t>ci</a:t>
            </a:r>
            <a:r>
              <a:rPr lang="fr-FR" sz="1400" b="1" spc="-35"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400" b="1" dirty="0">
                <a:solidFill>
                  <a:srgbClr val="C00000"/>
                </a:solidFill>
                <a:highlight>
                  <a:srgbClr val="FFFF00"/>
                </a:highlight>
                <a:latin typeface="+mn-lt"/>
                <a:ea typeface="Consolas" panose="020B0609020204030204" pitchFamily="49" charset="0"/>
                <a:cs typeface="Consolas" panose="020B0609020204030204" pitchFamily="49" charset="0"/>
              </a:rPr>
              <a:t>est</a:t>
            </a:r>
            <a:r>
              <a:rPr lang="fr-FR" sz="1400" b="1" spc="-30"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400" b="1" dirty="0">
                <a:solidFill>
                  <a:srgbClr val="C00000"/>
                </a:solidFill>
                <a:highlight>
                  <a:srgbClr val="FFFF00"/>
                </a:highlight>
                <a:latin typeface="+mn-lt"/>
                <a:ea typeface="Consolas" panose="020B0609020204030204" pitchFamily="49" charset="0"/>
                <a:cs typeface="Consolas" panose="020B0609020204030204" pitchFamily="49" charset="0"/>
              </a:rPr>
              <a:t>un</a:t>
            </a:r>
            <a:r>
              <a:rPr lang="fr-FR" sz="1400" b="1" spc="-35"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400" b="1" dirty="0" err="1">
                <a:solidFill>
                  <a:srgbClr val="C00000"/>
                </a:solidFill>
                <a:highlight>
                  <a:srgbClr val="FFFF00"/>
                </a:highlight>
                <a:latin typeface="+mn-lt"/>
                <a:ea typeface="Consolas" panose="020B0609020204030204" pitchFamily="49" charset="0"/>
                <a:cs typeface="Consolas" panose="020B0609020204030204" pitchFamily="49" charset="0"/>
              </a:rPr>
              <a:t>children</a:t>
            </a:r>
            <a:r>
              <a:rPr lang="fr-FR" sz="1400" b="1" spc="-35" dirty="0">
                <a:solidFill>
                  <a:srgbClr val="C00000"/>
                </a:solidFill>
                <a:highlight>
                  <a:srgbClr val="FFFF00"/>
                </a:highlight>
                <a:latin typeface="+mn-lt"/>
                <a:ea typeface="Consolas" panose="020B0609020204030204" pitchFamily="49" charset="0"/>
                <a:cs typeface="Consolas" panose="020B0609020204030204" pitchFamily="49" charset="0"/>
              </a:rPr>
              <a:t> </a:t>
            </a:r>
            <a:r>
              <a:rPr lang="fr-FR" sz="1400" b="1" spc="-10" dirty="0" err="1">
                <a:solidFill>
                  <a:srgbClr val="C00000"/>
                </a:solidFill>
                <a:highlight>
                  <a:srgbClr val="FFFF00"/>
                </a:highlight>
                <a:latin typeface="+mn-lt"/>
                <a:ea typeface="Consolas" panose="020B0609020204030204" pitchFamily="49" charset="0"/>
                <a:cs typeface="Consolas" panose="020B0609020204030204" pitchFamily="49" charset="0"/>
              </a:rPr>
              <a:t>props</a:t>
            </a:r>
            <a:r>
              <a:rPr lang="fr-FR" sz="1400" b="1" spc="-10" dirty="0">
                <a:solidFill>
                  <a:srgbClr val="C00000"/>
                </a:solidFill>
                <a:highlight>
                  <a:srgbClr val="FFFF00"/>
                </a:highlight>
                <a:latin typeface="+mn-lt"/>
                <a:ea typeface="Consolas" panose="020B0609020204030204" pitchFamily="49" charset="0"/>
                <a:cs typeface="Consolas" panose="020B0609020204030204" pitchFamily="49" charset="0"/>
              </a:rPr>
              <a:t>&lt;/p&gt;</a:t>
            </a:r>
          </a:p>
          <a:p>
            <a:pPr marR="478155" algn="l">
              <a:spcBef>
                <a:spcPts val="595"/>
              </a:spcBef>
            </a:pPr>
            <a:r>
              <a:rPr lang="fr-FR" sz="1400" b="1" spc="-10" dirty="0">
                <a:solidFill>
                  <a:srgbClr val="C00000"/>
                </a:solidFill>
                <a:latin typeface="+mn-lt"/>
                <a:ea typeface="Consolas" panose="020B0609020204030204" pitchFamily="49" charset="0"/>
                <a:cs typeface="Consolas" panose="020B0609020204030204" pitchFamily="49" charset="0"/>
              </a:rPr>
              <a:t>                   </a:t>
            </a:r>
            <a:r>
              <a:rPr lang="fr-FR" sz="1400" b="1" spc="-10" dirty="0">
                <a:solidFill>
                  <a:srgbClr val="C00000"/>
                </a:solidFill>
                <a:highlight>
                  <a:srgbClr val="FFFF00"/>
                </a:highlight>
                <a:latin typeface="+mn-lt"/>
                <a:ea typeface="Consolas" panose="020B0609020204030204" pitchFamily="49" charset="0"/>
                <a:cs typeface="Consolas" panose="020B0609020204030204" pitchFamily="49" charset="0"/>
              </a:rPr>
              <a:t> &lt;</a:t>
            </a:r>
            <a:r>
              <a:rPr lang="fr-FR" sz="1400" b="1" spc="-10" dirty="0" err="1">
                <a:solidFill>
                  <a:srgbClr val="C00000"/>
                </a:solidFill>
                <a:highlight>
                  <a:srgbClr val="FFFF00"/>
                </a:highlight>
                <a:latin typeface="+mn-lt"/>
                <a:ea typeface="Consolas" panose="020B0609020204030204" pitchFamily="49" charset="0"/>
                <a:cs typeface="Consolas" panose="020B0609020204030204" pitchFamily="49" charset="0"/>
              </a:rPr>
              <a:t>button</a:t>
            </a:r>
            <a:r>
              <a:rPr lang="fr-FR" sz="1400" b="1" spc="-10" dirty="0">
                <a:solidFill>
                  <a:srgbClr val="C00000"/>
                </a:solidFill>
                <a:highlight>
                  <a:srgbClr val="FFFF00"/>
                </a:highlight>
                <a:latin typeface="+mn-lt"/>
                <a:ea typeface="Consolas" panose="020B0609020204030204" pitchFamily="49" charset="0"/>
                <a:cs typeface="Consolas" panose="020B0609020204030204" pitchFamily="49" charset="0"/>
              </a:rPr>
              <a:t>&gt;quitter&lt;/</a:t>
            </a:r>
            <a:r>
              <a:rPr lang="fr-FR" sz="1400" b="1" spc="-10" dirty="0" err="1">
                <a:solidFill>
                  <a:srgbClr val="C00000"/>
                </a:solidFill>
                <a:highlight>
                  <a:srgbClr val="FFFF00"/>
                </a:highlight>
                <a:latin typeface="+mn-lt"/>
                <a:ea typeface="Consolas" panose="020B0609020204030204" pitchFamily="49" charset="0"/>
                <a:cs typeface="Consolas" panose="020B0609020204030204" pitchFamily="49" charset="0"/>
              </a:rPr>
              <a:t>button</a:t>
            </a:r>
            <a:r>
              <a:rPr lang="fr-FR" sz="1400" b="1" spc="-10" dirty="0">
                <a:solidFill>
                  <a:srgbClr val="C00000"/>
                </a:solidFill>
                <a:highlight>
                  <a:srgbClr val="FFFF00"/>
                </a:highlight>
                <a:latin typeface="+mn-lt"/>
                <a:ea typeface="Consolas" panose="020B0609020204030204" pitchFamily="49" charset="0"/>
                <a:cs typeface="Consolas" panose="020B0609020204030204" pitchFamily="49" charset="0"/>
              </a:rPr>
              <a:t>&gt;</a:t>
            </a:r>
            <a:endParaRPr lang="fr-MA" sz="1400" dirty="0">
              <a:effectLst/>
              <a:latin typeface="+mn-lt"/>
              <a:ea typeface="Consolas" panose="020B0609020204030204" pitchFamily="49" charset="0"/>
              <a:cs typeface="Consolas" panose="020B0609020204030204" pitchFamily="49" charset="0"/>
            </a:endParaRPr>
          </a:p>
          <a:p>
            <a:pPr algn="l">
              <a:spcBef>
                <a:spcPts val="600"/>
              </a:spcBef>
              <a:buNone/>
            </a:pPr>
            <a:r>
              <a:rPr lang="fr-FR" sz="1400" dirty="0">
                <a:effectLst/>
                <a:latin typeface="+mn-lt"/>
                <a:ea typeface="Consolas" panose="020B0609020204030204" pitchFamily="49" charset="0"/>
                <a:cs typeface="Consolas" panose="020B0609020204030204" pitchFamily="49" charset="0"/>
              </a:rPr>
              <a:t>Les</a:t>
            </a:r>
            <a:r>
              <a:rPr lang="fr-FR" sz="1400" spc="-10"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éléments</a:t>
            </a:r>
            <a:r>
              <a:rPr lang="fr-FR" sz="1400" spc="-20"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enfants</a:t>
            </a:r>
            <a:r>
              <a:rPr lang="fr-FR" sz="1400" spc="-10" dirty="0">
                <a:effectLst/>
                <a:latin typeface="+mn-lt"/>
                <a:ea typeface="Consolas" panose="020B0609020204030204" pitchFamily="49" charset="0"/>
                <a:cs typeface="Consolas" panose="020B0609020204030204" pitchFamily="49" charset="0"/>
              </a:rPr>
              <a:t> </a:t>
            </a:r>
            <a:r>
              <a:rPr lang="fr-FR" sz="1400" spc="-10" dirty="0">
                <a:latin typeface="+mn-lt"/>
                <a:ea typeface="Consolas" panose="020B0609020204030204" pitchFamily="49" charset="0"/>
                <a:cs typeface="Consolas" panose="020B0609020204030204" pitchFamily="49" charset="0"/>
              </a:rPr>
              <a:t>peuvent être</a:t>
            </a:r>
            <a:r>
              <a:rPr lang="fr-FR" sz="1400" spc="-2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un</a:t>
            </a:r>
            <a:r>
              <a:rPr lang="fr-FR" sz="1400" spc="-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paragraphe</a:t>
            </a:r>
            <a:r>
              <a:rPr lang="fr-FR" sz="1400" spc="-20" dirty="0">
                <a:latin typeface="+mn-lt"/>
                <a:ea typeface="Consolas" panose="020B0609020204030204" pitchFamily="49" charset="0"/>
                <a:cs typeface="Consolas" panose="020B0609020204030204" pitchFamily="49" charset="0"/>
              </a:rPr>
              <a:t>,</a:t>
            </a:r>
            <a:r>
              <a:rPr lang="fr-FR" sz="1400" spc="-10"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un</a:t>
            </a:r>
            <a:r>
              <a:rPr lang="fr-FR" sz="1400" spc="-5" dirty="0">
                <a:effectLst/>
                <a:latin typeface="+mn-lt"/>
                <a:ea typeface="Consolas" panose="020B0609020204030204" pitchFamily="49" charset="0"/>
                <a:cs typeface="Consolas" panose="020B0609020204030204" pitchFamily="49" charset="0"/>
              </a:rPr>
              <a:t> </a:t>
            </a:r>
            <a:r>
              <a:rPr lang="fr-FR" sz="1400" spc="-10" dirty="0">
                <a:effectLst/>
                <a:latin typeface="+mn-lt"/>
                <a:ea typeface="Consolas" panose="020B0609020204030204" pitchFamily="49" charset="0"/>
                <a:cs typeface="Consolas" panose="020B0609020204030204" pitchFamily="49" charset="0"/>
              </a:rPr>
              <a:t>bouton  ou autre.</a:t>
            </a:r>
            <a:endParaRPr lang="fr-MA" sz="1400" dirty="0">
              <a:effectLst/>
              <a:latin typeface="+mn-lt"/>
              <a:ea typeface="Consolas" panose="020B0609020204030204" pitchFamily="49" charset="0"/>
              <a:cs typeface="Consolas" panose="020B0609020204030204" pitchFamily="49" charset="0"/>
            </a:endParaRPr>
          </a:p>
        </p:txBody>
      </p:sp>
      <p:sp>
        <p:nvSpPr>
          <p:cNvPr id="9" name="ZoneTexte 8">
            <a:extLst>
              <a:ext uri="{FF2B5EF4-FFF2-40B4-BE49-F238E27FC236}">
                <a16:creationId xmlns:a16="http://schemas.microsoft.com/office/drawing/2014/main" id="{CDFAB4B4-DEB4-EDD7-4F7C-C3EF9D47F847}"/>
              </a:ext>
            </a:extLst>
          </p:cNvPr>
          <p:cNvSpPr txBox="1"/>
          <p:nvPr/>
        </p:nvSpPr>
        <p:spPr>
          <a:xfrm>
            <a:off x="4386078" y="4270984"/>
            <a:ext cx="4509002" cy="584775"/>
          </a:xfrm>
          <a:prstGeom prst="rect">
            <a:avLst/>
          </a:prstGeom>
          <a:noFill/>
          <a:ln>
            <a:solidFill>
              <a:schemeClr val="tx1"/>
            </a:solidFill>
          </a:ln>
        </p:spPr>
        <p:txBody>
          <a:bodyPr wrap="square">
            <a:spAutoFit/>
          </a:bodyPr>
          <a:lstStyle/>
          <a:p>
            <a:pPr algn="l">
              <a:spcBef>
                <a:spcPts val="595"/>
              </a:spcBef>
              <a:buNone/>
            </a:pPr>
            <a:r>
              <a:rPr lang="fr-FR" sz="1600" dirty="0">
                <a:effectLst/>
                <a:latin typeface="Calibri" panose="020F0502020204030204" pitchFamily="34" charset="0"/>
                <a:ea typeface="Consolas" panose="020B0609020204030204" pitchFamily="49" charset="0"/>
                <a:cs typeface="Consolas" panose="020B0609020204030204" pitchFamily="49" charset="0"/>
              </a:rPr>
              <a:t>Pour</a:t>
            </a:r>
            <a:r>
              <a:rPr lang="fr-FR" sz="1600" spc="-35"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récupérer</a:t>
            </a:r>
            <a:r>
              <a:rPr lang="fr-FR" sz="1600" spc="-1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l’élément enfant</a:t>
            </a:r>
            <a:r>
              <a:rPr lang="fr-FR" sz="1600" spc="-15"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en</a:t>
            </a:r>
            <a:r>
              <a:rPr lang="fr-FR" sz="1600" spc="-1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utilise</a:t>
            </a:r>
            <a:r>
              <a:rPr lang="fr-FR" sz="1600" spc="-1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la</a:t>
            </a:r>
            <a:r>
              <a:rPr lang="fr-FR" sz="1600" spc="-2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propriété</a:t>
            </a:r>
            <a:r>
              <a:rPr lang="fr-FR" sz="1600" spc="-2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err="1">
                <a:effectLst/>
                <a:latin typeface="Calibri" panose="020F0502020204030204" pitchFamily="34" charset="0"/>
                <a:ea typeface="Consolas" panose="020B0609020204030204" pitchFamily="49" charset="0"/>
                <a:cs typeface="Consolas" panose="020B0609020204030204" pitchFamily="49" charset="0"/>
              </a:rPr>
              <a:t>children</a:t>
            </a:r>
            <a:r>
              <a:rPr lang="fr-FR" sz="1600" dirty="0">
                <a:effectLst/>
                <a:latin typeface="Calibri" panose="020F0502020204030204" pitchFamily="34" charset="0"/>
                <a:ea typeface="Consolas" panose="020B0609020204030204" pitchFamily="49" charset="0"/>
                <a:cs typeface="Consolas" panose="020B0609020204030204" pitchFamily="49" charset="0"/>
              </a:rPr>
              <a:t> :</a:t>
            </a:r>
            <a:r>
              <a:rPr lang="fr-FR" sz="1600" spc="-5" dirty="0">
                <a:effectLst/>
                <a:latin typeface="Calibri" panose="020F0502020204030204" pitchFamily="34" charset="0"/>
                <a:ea typeface="Consolas" panose="020B0609020204030204" pitchFamily="49" charset="0"/>
                <a:cs typeface="Consolas" panose="020B0609020204030204" pitchFamily="49" charset="0"/>
              </a:rPr>
              <a:t> </a:t>
            </a:r>
            <a:r>
              <a:rPr lang="fr-FR" sz="1600" b="1" spc="-10" dirty="0">
                <a:solidFill>
                  <a:srgbClr val="833B0A"/>
                </a:solidFill>
                <a:effectLst/>
                <a:latin typeface="Calibri" panose="020F0502020204030204" pitchFamily="34" charset="0"/>
                <a:ea typeface="Consolas" panose="020B0609020204030204" pitchFamily="49" charset="0"/>
                <a:cs typeface="Consolas" panose="020B0609020204030204" pitchFamily="49" charset="0"/>
              </a:rPr>
              <a:t>{</a:t>
            </a:r>
            <a:r>
              <a:rPr lang="fr-FR" sz="1600" b="1" spc="-10" dirty="0" err="1">
                <a:solidFill>
                  <a:srgbClr val="833B0A"/>
                </a:solidFill>
                <a:effectLst/>
                <a:latin typeface="Calibri" panose="020F0502020204030204" pitchFamily="34" charset="0"/>
                <a:ea typeface="Consolas" panose="020B0609020204030204" pitchFamily="49" charset="0"/>
                <a:cs typeface="Consolas" panose="020B0609020204030204" pitchFamily="49" charset="0"/>
              </a:rPr>
              <a:t>props.children</a:t>
            </a:r>
            <a:r>
              <a:rPr lang="fr-FR" sz="1600" b="1" spc="-10" dirty="0">
                <a:solidFill>
                  <a:srgbClr val="833B0A"/>
                </a:solidFill>
                <a:effectLst/>
                <a:latin typeface="Calibri" panose="020F0502020204030204" pitchFamily="34" charset="0"/>
                <a:ea typeface="Consolas" panose="020B0609020204030204" pitchFamily="49" charset="0"/>
                <a:cs typeface="Consolas" panose="020B0609020204030204" pitchFamily="49" charset="0"/>
              </a:rPr>
              <a:t>}</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24112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p:bldP spid="15" grpId="0" animBg="1"/>
      <p:bldP spid="17" grpId="0"/>
      <p:bldP spid="5"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EB743-90CC-8C16-2EF2-CF767166DC7E}"/>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7A90FD86-8540-EF37-76CE-2A4EC5DF3936}"/>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F1BF515F-E2B4-EB5D-5936-EB3585174CC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A71A4F4D-E22B-8711-BB8A-3CB905D54BCC}"/>
              </a:ext>
            </a:extLst>
          </p:cNvPr>
          <p:cNvSpPr txBox="1"/>
          <p:nvPr/>
        </p:nvSpPr>
        <p:spPr>
          <a:xfrm>
            <a:off x="328936" y="831758"/>
            <a:ext cx="8479784" cy="1077218"/>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altLang="fr-FR" b="1" dirty="0">
                <a:solidFill>
                  <a:srgbClr val="2E5395"/>
                </a:solidFill>
                <a:ea typeface="Calibri" panose="020F0502020204030204" pitchFamily="34" charset="0"/>
                <a:cs typeface="Arial" panose="020B0604020202020204" pitchFamily="34" charset="0"/>
              </a:rPr>
              <a:t>Manipulation des </a:t>
            </a:r>
            <a:r>
              <a:rPr lang="fr-FR" altLang="fr-FR" b="1" dirty="0" err="1">
                <a:solidFill>
                  <a:srgbClr val="2E5395"/>
                </a:solidFill>
                <a:ea typeface="Calibri" panose="020F0502020204030204" pitchFamily="34" charset="0"/>
                <a:cs typeface="Arial" panose="020B0604020202020204" pitchFamily="34" charset="0"/>
              </a:rPr>
              <a:t>props</a:t>
            </a:r>
            <a:r>
              <a:rPr lang="fr-FR" altLang="fr-FR" b="1" dirty="0">
                <a:solidFill>
                  <a:srgbClr val="2E5395"/>
                </a:solidFill>
                <a:ea typeface="Calibri" panose="020F0502020204030204" pitchFamily="34" charset="0"/>
                <a:cs typeface="Arial" panose="020B0604020202020204" pitchFamily="34" charset="0"/>
              </a:rPr>
              <a:t> dans un composant créé </a:t>
            </a:r>
            <a:r>
              <a:rPr lang="fr-FR" b="1" dirty="0">
                <a:solidFill>
                  <a:srgbClr val="2E5395"/>
                </a:solidFill>
                <a:ea typeface="Calibri" panose="020F0502020204030204" pitchFamily="34" charset="0"/>
                <a:cs typeface="Arial" panose="020B0604020202020204" pitchFamily="34" charset="0"/>
              </a:rPr>
              <a:t>via une classe</a:t>
            </a:r>
            <a:endParaRPr lang="fr-FR" altLang="fr-FR" b="1" dirty="0">
              <a:solidFill>
                <a:srgbClr val="2E5395"/>
              </a:solidFill>
              <a:ea typeface="Calibri" panose="020F0502020204030204" pitchFamily="34" charset="0"/>
              <a:cs typeface="Arial" panose="020B0604020202020204" pitchFamily="34" charset="0"/>
            </a:endParaRPr>
          </a:p>
          <a:p>
            <a:pPr algn="l"/>
            <a:r>
              <a:rPr lang="fr-FR" dirty="0">
                <a:latin typeface="+mn-lt"/>
              </a:rPr>
              <a:t>On utilise le même projet</a:t>
            </a:r>
            <a:endParaRPr lang="fr-MA" dirty="0">
              <a:latin typeface="+mn-lt"/>
            </a:endParaRPr>
          </a:p>
          <a:p>
            <a:pPr algn="l"/>
            <a:r>
              <a:rPr lang="fr-FR" dirty="0">
                <a:latin typeface="+mn-lt"/>
              </a:rPr>
              <a:t>On utilisera le composant Salutation créé via classe</a:t>
            </a:r>
            <a:r>
              <a:rPr lang="fr-MA" dirty="0">
                <a:latin typeface="+mn-lt"/>
              </a:rPr>
              <a:t> </a:t>
            </a:r>
            <a:r>
              <a:rPr lang="fr-FR" dirty="0">
                <a:latin typeface="+mn-lt"/>
              </a:rPr>
              <a:t>pour ce faire, créer un composant Salutation.js dans le dossier components</a:t>
            </a:r>
            <a:endParaRPr lang="fr-MA" dirty="0">
              <a:latin typeface="+mn-lt"/>
            </a:endParaRPr>
          </a:p>
        </p:txBody>
      </p:sp>
      <p:sp>
        <p:nvSpPr>
          <p:cNvPr id="10" name="ZoneTexte 9">
            <a:extLst>
              <a:ext uri="{FF2B5EF4-FFF2-40B4-BE49-F238E27FC236}">
                <a16:creationId xmlns:a16="http://schemas.microsoft.com/office/drawing/2014/main" id="{D1DDFC9B-10AC-ECE1-7570-2C8A09A6C0E1}"/>
              </a:ext>
            </a:extLst>
          </p:cNvPr>
          <p:cNvSpPr txBox="1"/>
          <p:nvPr/>
        </p:nvSpPr>
        <p:spPr>
          <a:xfrm>
            <a:off x="328936" y="2194849"/>
            <a:ext cx="4057142" cy="2340852"/>
          </a:xfrm>
          <a:prstGeom prst="rect">
            <a:avLst/>
          </a:prstGeom>
          <a:solidFill>
            <a:schemeClr val="tx1"/>
          </a:solidFill>
        </p:spPr>
        <p:txBody>
          <a:bodyPr wrap="none" lIns="108000">
            <a:noAutofit/>
          </a:bodyPr>
          <a:lstStyle/>
          <a:p>
            <a:pPr marL="17780" algn="l">
              <a:spcBef>
                <a:spcPts val="185"/>
              </a:spcBef>
              <a:buNone/>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30"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React</a:t>
            </a:r>
            <a:r>
              <a:rPr lang="fr-FR" sz="1200" spc="-20"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25" dirty="0">
                <a:solidFill>
                  <a:srgbClr val="C585C0"/>
                </a:solidFill>
                <a:latin typeface="+mn-lt"/>
                <a:ea typeface="Consolas" panose="020B0609020204030204" pitchFamily="49" charset="0"/>
                <a:cs typeface="Consolas" panose="020B0609020204030204" pitchFamily="49" charset="0"/>
              </a:rPr>
              <a:t> </a:t>
            </a:r>
            <a:r>
              <a:rPr lang="fr-FR" sz="1200" spc="-10" dirty="0">
                <a:solidFill>
                  <a:srgbClr val="CE9178"/>
                </a:solidFill>
                <a:latin typeface="+mn-lt"/>
                <a:ea typeface="Consolas" panose="020B0609020204030204" pitchFamily="49" charset="0"/>
                <a:cs typeface="Consolas" panose="020B0609020204030204" pitchFamily="49" charset="0"/>
              </a:rPr>
              <a:t>'</a:t>
            </a:r>
            <a:r>
              <a:rPr lang="fr-FR" sz="1200" spc="-10" dirty="0" err="1">
                <a:solidFill>
                  <a:srgbClr val="CE9178"/>
                </a:solidFill>
                <a:latin typeface="+mn-lt"/>
                <a:ea typeface="Consolas" panose="020B0609020204030204" pitchFamily="49" charset="0"/>
                <a:cs typeface="Consolas" panose="020B0609020204030204" pitchFamily="49" charset="0"/>
              </a:rPr>
              <a:t>react</a:t>
            </a:r>
            <a:r>
              <a:rPr lang="fr-FR" sz="1200" spc="-10" dirty="0">
                <a:solidFill>
                  <a:srgbClr val="CE9178"/>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marR="1064260" algn="l">
              <a:lnSpc>
                <a:spcPct val="115000"/>
              </a:lnSpc>
              <a:spcBef>
                <a:spcPts val="200"/>
              </a:spcBef>
              <a:buNone/>
            </a:pPr>
            <a:r>
              <a:rPr lang="fr-FR" sz="1200" dirty="0">
                <a:solidFill>
                  <a:srgbClr val="C585C0"/>
                </a:solidFill>
                <a:latin typeface="+mn-lt"/>
                <a:ea typeface="Consolas" panose="020B0609020204030204" pitchFamily="49" charset="0"/>
                <a:cs typeface="Consolas" panose="020B0609020204030204" pitchFamily="49" charset="0"/>
              </a:rPr>
              <a:t>export</a:t>
            </a:r>
            <a:r>
              <a:rPr lang="fr-FR" sz="1200" spc="-45" dirty="0">
                <a:solidFill>
                  <a:srgbClr val="C585C0"/>
                </a:solidFill>
                <a:latin typeface="+mn-lt"/>
                <a:ea typeface="Consolas" panose="020B0609020204030204" pitchFamily="49" charset="0"/>
                <a:cs typeface="Consolas" panose="020B0609020204030204" pitchFamily="49" charset="0"/>
              </a:rPr>
              <a:t> </a:t>
            </a:r>
            <a:r>
              <a:rPr lang="fr-FR" sz="1200" dirty="0">
                <a:solidFill>
                  <a:srgbClr val="C585C0"/>
                </a:solidFill>
                <a:latin typeface="+mn-lt"/>
                <a:ea typeface="Consolas" panose="020B0609020204030204" pitchFamily="49" charset="0"/>
                <a:cs typeface="Consolas" panose="020B0609020204030204" pitchFamily="49" charset="0"/>
              </a:rPr>
              <a:t>default</a:t>
            </a:r>
            <a:r>
              <a:rPr lang="fr-FR" sz="1200" spc="-40" dirty="0">
                <a:solidFill>
                  <a:srgbClr val="C585C0"/>
                </a:solidFill>
                <a:latin typeface="+mn-lt"/>
                <a:ea typeface="Consolas" panose="020B0609020204030204" pitchFamily="49" charset="0"/>
                <a:cs typeface="Consolas" panose="020B0609020204030204" pitchFamily="49" charset="0"/>
              </a:rPr>
              <a:t> </a:t>
            </a:r>
            <a:r>
              <a:rPr lang="fr-FR" sz="1200" dirty="0">
                <a:solidFill>
                  <a:srgbClr val="559CD5"/>
                </a:solidFill>
                <a:latin typeface="+mn-lt"/>
                <a:ea typeface="Consolas" panose="020B0609020204030204" pitchFamily="49" charset="0"/>
                <a:cs typeface="Consolas" panose="020B0609020204030204" pitchFamily="49" charset="0"/>
              </a:rPr>
              <a:t>class</a:t>
            </a:r>
            <a:r>
              <a:rPr lang="fr-FR" sz="1200" spc="-30" dirty="0">
                <a:solidFill>
                  <a:srgbClr val="559CD5"/>
                </a:solidFill>
                <a:latin typeface="+mn-lt"/>
                <a:ea typeface="Consolas" panose="020B0609020204030204" pitchFamily="49" charset="0"/>
                <a:cs typeface="Consolas" panose="020B0609020204030204" pitchFamily="49" charset="0"/>
              </a:rPr>
              <a:t> </a:t>
            </a:r>
            <a:r>
              <a:rPr lang="fr-FR" sz="1200" dirty="0">
                <a:solidFill>
                  <a:srgbClr val="4EC8AF"/>
                </a:solidFill>
                <a:latin typeface="+mn-lt"/>
                <a:ea typeface="Consolas" panose="020B0609020204030204" pitchFamily="49" charset="0"/>
                <a:cs typeface="Consolas" panose="020B0609020204030204" pitchFamily="49" charset="0"/>
              </a:rPr>
              <a:t>Salutation</a:t>
            </a:r>
            <a:r>
              <a:rPr lang="fr-FR" sz="1200" spc="-45" dirty="0">
                <a:solidFill>
                  <a:srgbClr val="4EC8AF"/>
                </a:solidFill>
                <a:latin typeface="+mn-lt"/>
                <a:ea typeface="Consolas" panose="020B0609020204030204" pitchFamily="49" charset="0"/>
                <a:cs typeface="Consolas" panose="020B0609020204030204" pitchFamily="49" charset="0"/>
              </a:rPr>
              <a:t> </a:t>
            </a:r>
            <a:r>
              <a:rPr lang="fr-FR" sz="1200" dirty="0" err="1">
                <a:solidFill>
                  <a:srgbClr val="559CD5"/>
                </a:solidFill>
                <a:latin typeface="+mn-lt"/>
                <a:ea typeface="Consolas" panose="020B0609020204030204" pitchFamily="49" charset="0"/>
                <a:cs typeface="Consolas" panose="020B0609020204030204" pitchFamily="49" charset="0"/>
              </a:rPr>
              <a:t>extends</a:t>
            </a:r>
            <a:r>
              <a:rPr lang="fr-FR" sz="1200" spc="-40" dirty="0">
                <a:solidFill>
                  <a:srgbClr val="559CD5"/>
                </a:solidFill>
                <a:latin typeface="+mn-lt"/>
                <a:ea typeface="Consolas" panose="020B0609020204030204" pitchFamily="49" charset="0"/>
                <a:cs typeface="Consolas" panose="020B0609020204030204" pitchFamily="49" charset="0"/>
              </a:rPr>
              <a:t> </a:t>
            </a:r>
            <a:r>
              <a:rPr lang="fr-FR" sz="1200" dirty="0" err="1">
                <a:solidFill>
                  <a:srgbClr val="4EC8AF"/>
                </a:solidFill>
                <a:latin typeface="+mn-lt"/>
                <a:ea typeface="Consolas" panose="020B0609020204030204" pitchFamily="49" charset="0"/>
                <a:cs typeface="Consolas" panose="020B0609020204030204" pitchFamily="49" charset="0"/>
              </a:rPr>
              <a:t>React</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4EC8AF"/>
                </a:solidFill>
                <a:latin typeface="+mn-lt"/>
                <a:ea typeface="Consolas" panose="020B0609020204030204" pitchFamily="49" charset="0"/>
                <a:cs typeface="Consolas" panose="020B0609020204030204" pitchFamily="49" charset="0"/>
              </a:rPr>
              <a:t>Component</a:t>
            </a:r>
            <a:r>
              <a:rPr lang="fr-FR" sz="1200" dirty="0">
                <a:solidFill>
                  <a:srgbClr val="D3D3D3"/>
                </a:solidFill>
                <a:latin typeface="+mn-lt"/>
                <a:ea typeface="Consolas" panose="020B0609020204030204" pitchFamily="49" charset="0"/>
                <a:cs typeface="Consolas" panose="020B0609020204030204" pitchFamily="49" charset="0"/>
              </a:rPr>
              <a:t>{ </a:t>
            </a:r>
          </a:p>
          <a:p>
            <a:pPr marL="17780" marR="1064260" algn="l">
              <a:lnSpc>
                <a:spcPct val="115000"/>
              </a:lnSpc>
              <a:spcBef>
                <a:spcPts val="200"/>
              </a:spcBef>
              <a:buNone/>
            </a:pPr>
            <a:r>
              <a:rPr lang="fr-FR" sz="1200" spc="-10" dirty="0" err="1">
                <a:solidFill>
                  <a:srgbClr val="DCDCAA"/>
                </a:solidFill>
                <a:latin typeface="+mn-lt"/>
                <a:ea typeface="Consolas" panose="020B0609020204030204" pitchFamily="49" charset="0"/>
                <a:cs typeface="Consolas" panose="020B0609020204030204" pitchFamily="49" charset="0"/>
              </a:rPr>
              <a:t>render</a:t>
            </a:r>
            <a:r>
              <a:rPr lang="fr-FR" sz="1200" spc="-1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310515" marR="3549650" indent="-146685" algn="l">
              <a:lnSpc>
                <a:spcPct val="115000"/>
              </a:lnSpc>
              <a:spcBef>
                <a:spcPts val="200"/>
              </a:spcBef>
              <a:buNone/>
            </a:pPr>
            <a:r>
              <a:rPr lang="fr-FR" sz="1200" spc="-10" dirty="0">
                <a:solidFill>
                  <a:srgbClr val="9CDCFD"/>
                </a:solidFill>
                <a:latin typeface="+mn-lt"/>
                <a:ea typeface="Consolas" panose="020B0609020204030204" pitchFamily="49" charset="0"/>
                <a:cs typeface="Consolas" panose="020B0609020204030204" pitchFamily="49" charset="0"/>
              </a:rPr>
              <a:t>console</a:t>
            </a:r>
            <a:r>
              <a:rPr lang="fr-FR" sz="1200" spc="-10" dirty="0">
                <a:solidFill>
                  <a:srgbClr val="D3D3D3"/>
                </a:solidFill>
                <a:latin typeface="+mn-lt"/>
                <a:ea typeface="Consolas" panose="020B0609020204030204" pitchFamily="49" charset="0"/>
                <a:cs typeface="Consolas" panose="020B0609020204030204" pitchFamily="49" charset="0"/>
              </a:rPr>
              <a:t>.</a:t>
            </a:r>
            <a:r>
              <a:rPr lang="fr-FR" sz="1200" spc="-10" dirty="0">
                <a:solidFill>
                  <a:srgbClr val="DCDCAA"/>
                </a:solidFill>
                <a:latin typeface="+mn-lt"/>
                <a:ea typeface="Consolas" panose="020B0609020204030204" pitchFamily="49" charset="0"/>
                <a:cs typeface="Consolas" panose="020B0609020204030204" pitchFamily="49" charset="0"/>
              </a:rPr>
              <a:t>log</a:t>
            </a:r>
            <a:r>
              <a:rPr lang="fr-FR" sz="1200" spc="-10" dirty="0">
                <a:solidFill>
                  <a:srgbClr val="D3D3D3"/>
                </a:solidFill>
                <a:latin typeface="+mn-lt"/>
                <a:ea typeface="Consolas" panose="020B0609020204030204" pitchFamily="49" charset="0"/>
                <a:cs typeface="Consolas" panose="020B0609020204030204" pitchFamily="49" charset="0"/>
              </a:rPr>
              <a:t>(</a:t>
            </a:r>
            <a:r>
              <a:rPr lang="fr-FR" sz="1200" spc="-10" dirty="0" err="1">
                <a:solidFill>
                  <a:srgbClr val="559CD5"/>
                </a:solidFill>
                <a:latin typeface="+mn-lt"/>
                <a:ea typeface="Consolas" panose="020B0609020204030204" pitchFamily="49" charset="0"/>
                <a:cs typeface="Consolas" panose="020B0609020204030204" pitchFamily="49" charset="0"/>
              </a:rPr>
              <a:t>this</a:t>
            </a:r>
            <a:r>
              <a:rPr lang="fr-FR" sz="1200" spc="-10" dirty="0" err="1">
                <a:solidFill>
                  <a:srgbClr val="D3D3D3"/>
                </a:solidFill>
                <a:latin typeface="+mn-lt"/>
                <a:ea typeface="Consolas" panose="020B0609020204030204" pitchFamily="49" charset="0"/>
                <a:cs typeface="Consolas" panose="020B0609020204030204" pitchFamily="49" charset="0"/>
              </a:rPr>
              <a:t>.</a:t>
            </a:r>
            <a:r>
              <a:rPr lang="fr-FR" sz="1200" spc="-10" dirty="0" err="1">
                <a:solidFill>
                  <a:srgbClr val="4FC1FF"/>
                </a:solidFill>
                <a:latin typeface="+mn-lt"/>
                <a:ea typeface="Consolas" panose="020B0609020204030204" pitchFamily="49" charset="0"/>
                <a:cs typeface="Consolas" panose="020B0609020204030204" pitchFamily="49" charset="0"/>
              </a:rPr>
              <a:t>props</a:t>
            </a:r>
            <a:r>
              <a:rPr lang="fr-FR" sz="1200" spc="-10" dirty="0">
                <a:solidFill>
                  <a:srgbClr val="D3D3D3"/>
                </a:solidFill>
                <a:latin typeface="+mn-lt"/>
                <a:ea typeface="Consolas" panose="020B0609020204030204" pitchFamily="49" charset="0"/>
                <a:cs typeface="Consolas" panose="020B0609020204030204" pitchFamily="49" charset="0"/>
              </a:rPr>
              <a:t>) </a:t>
            </a:r>
          </a:p>
          <a:p>
            <a:pPr marL="310515" marR="3549650" indent="-146685" algn="l">
              <a:lnSpc>
                <a:spcPct val="115000"/>
              </a:lnSpc>
              <a:spcBef>
                <a:spcPts val="200"/>
              </a:spcBef>
              <a:buNone/>
            </a:pPr>
            <a:r>
              <a:rPr lang="fr-FR" sz="1200" dirty="0">
                <a:solidFill>
                  <a:srgbClr val="C585C0"/>
                </a:solidFill>
                <a:latin typeface="+mn-lt"/>
                <a:ea typeface="Consolas" panose="020B0609020204030204" pitchFamily="49" charset="0"/>
                <a:cs typeface="Consolas" panose="020B0609020204030204" pitchFamily="49" charset="0"/>
              </a:rPr>
              <a:t>return </a:t>
            </a:r>
            <a:r>
              <a:rPr lang="fr-FR" sz="120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603250" algn="l">
              <a:spcBef>
                <a:spcPts val="20"/>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559CD5"/>
                </a:solidFill>
                <a:latin typeface="+mn-lt"/>
                <a:ea typeface="Consolas" panose="020B0609020204030204" pitchFamily="49" charset="0"/>
                <a:cs typeface="Consolas" panose="020B0609020204030204" pitchFamily="49" charset="0"/>
              </a:rPr>
              <a:t> </a:t>
            </a:r>
            <a:r>
              <a:rPr lang="fr-FR" sz="1200" spc="-5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200"/>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559CD5"/>
                </a:solidFill>
                <a:latin typeface="+mn-lt"/>
                <a:ea typeface="Consolas" panose="020B0609020204030204" pitchFamily="49" charset="0"/>
                <a:cs typeface="Consolas" panose="020B0609020204030204" pitchFamily="49" charset="0"/>
              </a:rPr>
              <a:t>h2</a:t>
            </a:r>
            <a:r>
              <a:rPr lang="fr-FR" sz="1200" dirty="0">
                <a:solidFill>
                  <a:srgbClr val="808080"/>
                </a:solidFill>
                <a:latin typeface="+mn-lt"/>
                <a:ea typeface="Consolas" panose="020B0609020204030204" pitchFamily="49" charset="0"/>
                <a:cs typeface="Consolas" panose="020B0609020204030204" pitchFamily="49" charset="0"/>
              </a:rPr>
              <a:t>&gt;</a:t>
            </a:r>
            <a:r>
              <a:rPr lang="fr-FR" sz="1200" dirty="0">
                <a:solidFill>
                  <a:srgbClr val="D3D3D3"/>
                </a:solidFill>
                <a:latin typeface="+mn-lt"/>
                <a:ea typeface="Consolas" panose="020B0609020204030204" pitchFamily="49" charset="0"/>
                <a:cs typeface="Consolas" panose="020B0609020204030204" pitchFamily="49" charset="0"/>
              </a:rPr>
              <a:t>Salut</a:t>
            </a:r>
            <a:r>
              <a:rPr lang="fr-FR" sz="1200" spc="-45" dirty="0">
                <a:solidFill>
                  <a:srgbClr val="D3D3D3"/>
                </a:solidFill>
                <a:latin typeface="+mn-lt"/>
                <a:ea typeface="Consolas" panose="020B0609020204030204" pitchFamily="49" charset="0"/>
                <a:cs typeface="Consolas" panose="020B0609020204030204" pitchFamily="49" charset="0"/>
              </a:rPr>
              <a:t> </a:t>
            </a:r>
            <a:r>
              <a:rPr lang="fr-FR" sz="1200" dirty="0">
                <a:solidFill>
                  <a:srgbClr val="559CD5"/>
                </a:solidFill>
                <a:latin typeface="+mn-lt"/>
                <a:ea typeface="Consolas" panose="020B0609020204030204" pitchFamily="49" charset="0"/>
                <a:cs typeface="Consolas" panose="020B0609020204030204" pitchFamily="49" charset="0"/>
              </a:rPr>
              <a:t>{</a:t>
            </a:r>
            <a:r>
              <a:rPr lang="fr-FR" sz="1200" dirty="0" err="1">
                <a:solidFill>
                  <a:srgbClr val="559CD5"/>
                </a:solidFill>
                <a:latin typeface="+mn-lt"/>
                <a:ea typeface="Consolas" panose="020B0609020204030204" pitchFamily="49" charset="0"/>
                <a:cs typeface="Consolas" panose="020B0609020204030204" pitchFamily="49" charset="0"/>
              </a:rPr>
              <a:t>this</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4FC1FF"/>
                </a:solidFill>
                <a:latin typeface="+mn-lt"/>
                <a:ea typeface="Consolas" panose="020B0609020204030204" pitchFamily="49" charset="0"/>
                <a:cs typeface="Consolas" panose="020B0609020204030204" pitchFamily="49" charset="0"/>
              </a:rPr>
              <a:t>props</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nom</a:t>
            </a:r>
            <a:r>
              <a:rPr lang="fr-FR" sz="1200" dirty="0">
                <a:solidFill>
                  <a:srgbClr val="559CD5"/>
                </a:solidFill>
                <a:latin typeface="+mn-lt"/>
                <a:ea typeface="Consolas" panose="020B0609020204030204" pitchFamily="49" charset="0"/>
                <a:cs typeface="Consolas" panose="020B0609020204030204" pitchFamily="49" charset="0"/>
              </a:rPr>
              <a:t>}</a:t>
            </a:r>
            <a:r>
              <a:rPr lang="fr-FR" sz="1200" spc="210" dirty="0">
                <a:solidFill>
                  <a:srgbClr val="559CD5"/>
                </a:solidFill>
                <a:latin typeface="+mn-lt"/>
                <a:ea typeface="Consolas" panose="020B0609020204030204" pitchFamily="49" charset="0"/>
                <a:cs typeface="Consolas" panose="020B0609020204030204" pitchFamily="49" charset="0"/>
              </a:rPr>
              <a:t> </a:t>
            </a:r>
            <a:r>
              <a:rPr lang="fr-FR" sz="1200" spc="-10" dirty="0">
                <a:solidFill>
                  <a:srgbClr val="559CD5"/>
                </a:solidFill>
                <a:latin typeface="+mn-lt"/>
                <a:ea typeface="Consolas" panose="020B0609020204030204" pitchFamily="49" charset="0"/>
                <a:cs typeface="Consolas" panose="020B0609020204030204" pitchFamily="49" charset="0"/>
              </a:rPr>
              <a:t>{</a:t>
            </a:r>
            <a:r>
              <a:rPr lang="fr-FR" sz="1200" spc="-10" dirty="0" err="1">
                <a:solidFill>
                  <a:srgbClr val="559CD5"/>
                </a:solidFill>
                <a:latin typeface="+mn-lt"/>
                <a:ea typeface="Consolas" panose="020B0609020204030204" pitchFamily="49" charset="0"/>
                <a:cs typeface="Consolas" panose="020B0609020204030204" pitchFamily="49" charset="0"/>
              </a:rPr>
              <a:t>this</a:t>
            </a:r>
            <a:r>
              <a:rPr lang="fr-FR" sz="1200" spc="-10" dirty="0" err="1">
                <a:solidFill>
                  <a:srgbClr val="D3D3D3"/>
                </a:solidFill>
                <a:latin typeface="+mn-lt"/>
                <a:ea typeface="Consolas" panose="020B0609020204030204" pitchFamily="49" charset="0"/>
                <a:cs typeface="Consolas" panose="020B0609020204030204" pitchFamily="49" charset="0"/>
              </a:rPr>
              <a:t>.</a:t>
            </a:r>
            <a:r>
              <a:rPr lang="fr-FR" sz="1200" spc="-10" dirty="0" err="1">
                <a:solidFill>
                  <a:srgbClr val="4FC1FF"/>
                </a:solidFill>
                <a:latin typeface="+mn-lt"/>
                <a:ea typeface="Consolas" panose="020B0609020204030204" pitchFamily="49" charset="0"/>
                <a:cs typeface="Consolas" panose="020B0609020204030204" pitchFamily="49" charset="0"/>
              </a:rPr>
              <a:t>props</a:t>
            </a:r>
            <a:r>
              <a:rPr lang="fr-FR" sz="1200" spc="-10" dirty="0" err="1">
                <a:solidFill>
                  <a:srgbClr val="D3D3D3"/>
                </a:solidFill>
                <a:latin typeface="+mn-lt"/>
                <a:ea typeface="Consolas" panose="020B0609020204030204" pitchFamily="49" charset="0"/>
                <a:cs typeface="Consolas" panose="020B0609020204030204" pitchFamily="49" charset="0"/>
              </a:rPr>
              <a:t>.</a:t>
            </a:r>
            <a:r>
              <a:rPr lang="fr-FR" sz="1200" spc="-10" dirty="0" err="1">
                <a:solidFill>
                  <a:srgbClr val="9CDCFD"/>
                </a:solidFill>
                <a:latin typeface="+mn-lt"/>
                <a:ea typeface="Consolas" panose="020B0609020204030204" pitchFamily="49" charset="0"/>
                <a:cs typeface="Consolas" panose="020B0609020204030204" pitchFamily="49" charset="0"/>
              </a:rPr>
              <a:t>prenom</a:t>
            </a:r>
            <a:r>
              <a:rPr lang="fr-FR" sz="1200" spc="-10" dirty="0">
                <a:solidFill>
                  <a:srgbClr val="559CD5"/>
                </a:solidFill>
                <a:latin typeface="+mn-lt"/>
                <a:ea typeface="Consolas" panose="020B0609020204030204" pitchFamily="49" charset="0"/>
                <a:cs typeface="Consolas" panose="020B0609020204030204" pitchFamily="49" charset="0"/>
              </a:rPr>
              <a:t>}</a:t>
            </a: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h2</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200"/>
              </a:spcBef>
              <a:buNone/>
            </a:pPr>
            <a:r>
              <a:rPr lang="fr-FR" sz="1200" spc="-20" dirty="0">
                <a:solidFill>
                  <a:srgbClr val="808080"/>
                </a:solidFill>
                <a:latin typeface="+mn-lt"/>
                <a:ea typeface="Consolas" panose="020B0609020204030204" pitchFamily="49" charset="0"/>
                <a:cs typeface="Consolas" panose="020B0609020204030204" pitchFamily="49" charset="0"/>
              </a:rPr>
              <a:t>&lt;</a:t>
            </a:r>
            <a:r>
              <a:rPr lang="fr-FR" sz="1200" spc="-20" dirty="0" err="1">
                <a:solidFill>
                  <a:srgbClr val="559CD5"/>
                </a:solidFill>
                <a:latin typeface="+mn-lt"/>
                <a:ea typeface="Consolas" panose="020B0609020204030204" pitchFamily="49" charset="0"/>
                <a:cs typeface="Consolas" panose="020B0609020204030204" pitchFamily="49" charset="0"/>
              </a:rPr>
              <a:t>hr</a:t>
            </a:r>
            <a:r>
              <a:rPr lang="fr-FR" sz="1200" spc="-2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185"/>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r>
              <a:rPr lang="fr-FR" sz="1200" spc="-1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algn="l">
              <a:buNone/>
            </a:pPr>
            <a:r>
              <a:rPr lang="fr-FR" sz="1200" spc="-25" dirty="0">
                <a:solidFill>
                  <a:srgbClr val="D3D3D3"/>
                </a:solidFill>
                <a:latin typeface="+mn-lt"/>
                <a:ea typeface="Consolas" panose="020B0609020204030204" pitchFamily="49" charset="0"/>
                <a:cs typeface="Consolas" panose="020B0609020204030204" pitchFamily="49" charset="0"/>
              </a:rPr>
              <a:t>}}</a:t>
            </a:r>
            <a:endParaRPr lang="fr-MA" sz="1200" spc="-10" dirty="0">
              <a:latin typeface="+mn-lt"/>
              <a:ea typeface="Consolas" panose="020B0609020204030204" pitchFamily="49" charset="0"/>
              <a:cs typeface="Consolas" panose="020B0609020204030204" pitchFamily="49" charset="0"/>
            </a:endParaRPr>
          </a:p>
        </p:txBody>
      </p:sp>
      <p:sp>
        <p:nvSpPr>
          <p:cNvPr id="13" name="ZoneTexte 12">
            <a:extLst>
              <a:ext uri="{FF2B5EF4-FFF2-40B4-BE49-F238E27FC236}">
                <a16:creationId xmlns:a16="http://schemas.microsoft.com/office/drawing/2014/main" id="{98976C5E-8D7E-9299-E923-FBBF42842D74}"/>
              </a:ext>
            </a:extLst>
          </p:cNvPr>
          <p:cNvSpPr txBox="1"/>
          <p:nvPr/>
        </p:nvSpPr>
        <p:spPr>
          <a:xfrm>
            <a:off x="4561368" y="1882636"/>
            <a:ext cx="4582632" cy="338554"/>
          </a:xfrm>
          <a:prstGeom prst="rect">
            <a:avLst/>
          </a:prstGeom>
          <a:noFill/>
        </p:spPr>
        <p:txBody>
          <a:bodyPr wrap="square">
            <a:spAutoFit/>
          </a:bodyPr>
          <a:lstStyle/>
          <a:p>
            <a:pPr marL="285750" indent="-285750" algn="l">
              <a:spcBef>
                <a:spcPts val="600"/>
              </a:spcBef>
              <a:buFont typeface="Wingdings" panose="05000000000000000000" pitchFamily="2" charset="2"/>
              <a:buChar char="§"/>
            </a:pPr>
            <a:r>
              <a:rPr lang="fr-FR" sz="1600" b="1" dirty="0">
                <a:effectLst/>
                <a:latin typeface="Calibri" panose="020F0502020204030204" pitchFamily="34" charset="0"/>
                <a:ea typeface="Consolas" panose="020B0609020204030204" pitchFamily="49" charset="0"/>
                <a:cs typeface="Consolas" panose="020B0609020204030204" pitchFamily="49" charset="0"/>
              </a:rPr>
              <a:t>Le</a:t>
            </a:r>
            <a:r>
              <a:rPr lang="fr-FR" sz="1600" b="1" spc="-15" dirty="0">
                <a:effectLst/>
                <a:latin typeface="Calibri" panose="020F0502020204030204" pitchFamily="34" charset="0"/>
                <a:ea typeface="Consolas" panose="020B0609020204030204" pitchFamily="49" charset="0"/>
                <a:cs typeface="Consolas" panose="020B0609020204030204" pitchFamily="49" charset="0"/>
              </a:rPr>
              <a:t> </a:t>
            </a:r>
            <a:r>
              <a:rPr lang="fr-FR" sz="1600" b="1" dirty="0">
                <a:effectLst/>
                <a:latin typeface="Calibri" panose="020F0502020204030204" pitchFamily="34" charset="0"/>
                <a:ea typeface="Consolas" panose="020B0609020204030204" pitchFamily="49" charset="0"/>
                <a:cs typeface="Consolas" panose="020B0609020204030204" pitchFamily="49" charset="0"/>
              </a:rPr>
              <a:t>fichier</a:t>
            </a:r>
            <a:r>
              <a:rPr lang="fr-FR" sz="1600" b="1" spc="-5" dirty="0">
                <a:effectLst/>
                <a:latin typeface="Calibri" panose="020F0502020204030204" pitchFamily="34" charset="0"/>
                <a:ea typeface="Consolas" panose="020B0609020204030204" pitchFamily="49" charset="0"/>
                <a:cs typeface="Consolas" panose="020B0609020204030204" pitchFamily="49" charset="0"/>
              </a:rPr>
              <a:t> </a:t>
            </a:r>
            <a:r>
              <a:rPr lang="fr-FR" sz="1600" b="1" spc="-10" dirty="0">
                <a:effectLst/>
                <a:latin typeface="Calibri" panose="020F0502020204030204" pitchFamily="34" charset="0"/>
                <a:ea typeface="Consolas" panose="020B0609020204030204" pitchFamily="49" charset="0"/>
                <a:cs typeface="Consolas" panose="020B0609020204030204" pitchFamily="49" charset="0"/>
              </a:rPr>
              <a:t>index.js</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371C634D-670A-C874-233B-6F4BF9A539EE}"/>
              </a:ext>
            </a:extLst>
          </p:cNvPr>
          <p:cNvSpPr txBox="1"/>
          <p:nvPr/>
        </p:nvSpPr>
        <p:spPr>
          <a:xfrm>
            <a:off x="4751578" y="2194849"/>
            <a:ext cx="4057142" cy="2905471"/>
          </a:xfrm>
          <a:prstGeom prst="rect">
            <a:avLst/>
          </a:prstGeom>
          <a:solidFill>
            <a:schemeClr val="tx1"/>
          </a:solidFill>
        </p:spPr>
        <p:txBody>
          <a:bodyPr wrap="none">
            <a:noAutofit/>
          </a:bodyPr>
          <a:lstStyle/>
          <a:p>
            <a:pPr marL="17780" algn="l">
              <a:spcBef>
                <a:spcPts val="185"/>
              </a:spcBef>
              <a:buNone/>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30"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React</a:t>
            </a:r>
            <a:r>
              <a:rPr lang="fr-FR" sz="1200" spc="-20"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25" dirty="0">
                <a:solidFill>
                  <a:srgbClr val="C585C0"/>
                </a:solidFill>
                <a:latin typeface="+mn-lt"/>
                <a:ea typeface="Consolas" panose="020B0609020204030204" pitchFamily="49" charset="0"/>
                <a:cs typeface="Consolas" panose="020B0609020204030204" pitchFamily="49" charset="0"/>
              </a:rPr>
              <a:t> </a:t>
            </a:r>
            <a:r>
              <a:rPr lang="fr-FR" sz="1200" spc="-10" dirty="0">
                <a:solidFill>
                  <a:srgbClr val="CE9178"/>
                </a:solidFill>
                <a:latin typeface="+mn-lt"/>
                <a:ea typeface="Consolas" panose="020B0609020204030204" pitchFamily="49" charset="0"/>
                <a:cs typeface="Consolas" panose="020B0609020204030204" pitchFamily="49" charset="0"/>
              </a:rPr>
              <a:t>'</a:t>
            </a:r>
            <a:r>
              <a:rPr lang="fr-FR" sz="1200" spc="-10" dirty="0" err="1">
                <a:solidFill>
                  <a:srgbClr val="CE9178"/>
                </a:solidFill>
                <a:latin typeface="+mn-lt"/>
                <a:ea typeface="Consolas" panose="020B0609020204030204" pitchFamily="49" charset="0"/>
                <a:cs typeface="Consolas" panose="020B0609020204030204" pitchFamily="49" charset="0"/>
              </a:rPr>
              <a:t>react</a:t>
            </a:r>
            <a:r>
              <a:rPr lang="fr-FR" sz="1200" spc="-10" dirty="0">
                <a:solidFill>
                  <a:srgbClr val="CE9178"/>
                </a:solidFill>
                <a:latin typeface="+mn-lt"/>
                <a:ea typeface="Consolas" panose="020B0609020204030204" pitchFamily="49" charset="0"/>
                <a:cs typeface="Consolas" panose="020B0609020204030204" pitchFamily="49" charset="0"/>
              </a:rPr>
              <a:t>'</a:t>
            </a:r>
            <a:r>
              <a:rPr lang="fr-FR" sz="1200" spc="-1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algn="l">
              <a:spcBef>
                <a:spcPts val="200"/>
              </a:spcBef>
              <a:buNone/>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65"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ReactDOM</a:t>
            </a:r>
            <a:r>
              <a:rPr lang="fr-FR" sz="1200" spc="-50"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35" dirty="0">
                <a:solidFill>
                  <a:srgbClr val="C585C0"/>
                </a:solidFill>
                <a:latin typeface="+mn-lt"/>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a:t>
            </a:r>
            <a:r>
              <a:rPr lang="fr-FR" sz="1200" dirty="0" err="1">
                <a:solidFill>
                  <a:srgbClr val="CE9178"/>
                </a:solidFill>
                <a:latin typeface="+mn-lt"/>
                <a:ea typeface="Consolas" panose="020B0609020204030204" pitchFamily="49" charset="0"/>
                <a:cs typeface="Consolas" panose="020B0609020204030204" pitchFamily="49" charset="0"/>
              </a:rPr>
              <a:t>react</a:t>
            </a:r>
            <a:r>
              <a:rPr lang="fr-FR" sz="1200" dirty="0">
                <a:solidFill>
                  <a:srgbClr val="CE9178"/>
                </a:solidFill>
                <a:latin typeface="+mn-lt"/>
                <a:ea typeface="Consolas" panose="020B0609020204030204" pitchFamily="49" charset="0"/>
                <a:cs typeface="Consolas" panose="020B0609020204030204" pitchFamily="49" charset="0"/>
              </a:rPr>
              <a:t>-</a:t>
            </a:r>
            <a:r>
              <a:rPr lang="fr-FR" sz="1200" spc="-10" dirty="0">
                <a:solidFill>
                  <a:srgbClr val="CE9178"/>
                </a:solidFill>
                <a:latin typeface="+mn-lt"/>
                <a:ea typeface="Consolas" panose="020B0609020204030204" pitchFamily="49" charset="0"/>
                <a:cs typeface="Consolas" panose="020B0609020204030204" pitchFamily="49" charset="0"/>
              </a:rPr>
              <a:t>dom/client'</a:t>
            </a:r>
            <a:endParaRPr lang="fr-MA" sz="1200" dirty="0">
              <a:latin typeface="+mn-lt"/>
              <a:ea typeface="Consolas" panose="020B0609020204030204" pitchFamily="49" charset="0"/>
              <a:cs typeface="Consolas" panose="020B0609020204030204" pitchFamily="49" charset="0"/>
            </a:endParaRPr>
          </a:p>
          <a:p>
            <a:pPr marL="17780" marR="2127250" algn="l">
              <a:lnSpc>
                <a:spcPct val="115000"/>
              </a:lnSpc>
              <a:spcBef>
                <a:spcPts val="195"/>
              </a:spcBef>
              <a:buNone/>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70" dirty="0">
                <a:solidFill>
                  <a:srgbClr val="C585C0"/>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Salutation</a:t>
            </a:r>
            <a:r>
              <a:rPr lang="fr-FR" sz="1200" spc="-65"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65" dirty="0">
                <a:solidFill>
                  <a:srgbClr val="C585C0"/>
                </a:solidFill>
                <a:latin typeface="+mn-lt"/>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'./components/Salutation’</a:t>
            </a:r>
            <a:r>
              <a:rPr lang="fr-FR" sz="1200" dirty="0">
                <a:solidFill>
                  <a:srgbClr val="D3D3D3"/>
                </a:solidFill>
                <a:latin typeface="+mn-lt"/>
                <a:ea typeface="Consolas" panose="020B0609020204030204" pitchFamily="49" charset="0"/>
                <a:cs typeface="Consolas" panose="020B0609020204030204" pitchFamily="49" charset="0"/>
              </a:rPr>
              <a:t>; </a:t>
            </a:r>
          </a:p>
          <a:p>
            <a:pPr marL="17780" marR="2127250" algn="l">
              <a:lnSpc>
                <a:spcPct val="115000"/>
              </a:lnSpc>
              <a:spcBef>
                <a:spcPts val="195"/>
              </a:spcBef>
              <a:buNone/>
            </a:pPr>
            <a:r>
              <a:rPr lang="fr-FR" sz="1200" dirty="0" err="1">
                <a:solidFill>
                  <a:srgbClr val="559CD5"/>
                </a:solidFill>
                <a:latin typeface="+mn-lt"/>
                <a:ea typeface="Consolas" panose="020B0609020204030204" pitchFamily="49" charset="0"/>
                <a:cs typeface="Consolas" panose="020B0609020204030204" pitchFamily="49" charset="0"/>
              </a:rPr>
              <a:t>const</a:t>
            </a:r>
            <a:r>
              <a:rPr lang="fr-FR" sz="1200" dirty="0">
                <a:solidFill>
                  <a:srgbClr val="559CD5"/>
                </a:solidFill>
                <a:latin typeface="+mn-lt"/>
                <a:ea typeface="Consolas" panose="020B0609020204030204" pitchFamily="49" charset="0"/>
                <a:cs typeface="Consolas" panose="020B0609020204030204" pitchFamily="49" charset="0"/>
              </a:rPr>
              <a:t> </a:t>
            </a:r>
            <a:r>
              <a:rPr lang="fr-FR" sz="1200" dirty="0" err="1">
                <a:solidFill>
                  <a:srgbClr val="4FC1FF"/>
                </a:solidFill>
                <a:latin typeface="+mn-lt"/>
                <a:ea typeface="Consolas" panose="020B0609020204030204" pitchFamily="49" charset="0"/>
                <a:cs typeface="Consolas" panose="020B0609020204030204" pitchFamily="49" charset="0"/>
              </a:rPr>
              <a:t>element</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document</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DCDCAA"/>
                </a:solidFill>
                <a:latin typeface="+mn-lt"/>
                <a:ea typeface="Consolas" panose="020B0609020204030204" pitchFamily="49" charset="0"/>
                <a:cs typeface="Consolas" panose="020B0609020204030204" pitchFamily="49" charset="0"/>
              </a:rPr>
              <a:t>getElementById</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"root"</a:t>
            </a:r>
            <a:r>
              <a:rPr lang="fr-FR" sz="1200" dirty="0">
                <a:solidFill>
                  <a:srgbClr val="D3D3D3"/>
                </a:solidFill>
                <a:latin typeface="+mn-lt"/>
                <a:ea typeface="Consolas" panose="020B0609020204030204" pitchFamily="49" charset="0"/>
                <a:cs typeface="Consolas" panose="020B0609020204030204" pitchFamily="49" charset="0"/>
              </a:rPr>
              <a:t>) </a:t>
            </a:r>
          </a:p>
          <a:p>
            <a:pPr marL="17780" marR="2127250" algn="l">
              <a:lnSpc>
                <a:spcPct val="115000"/>
              </a:lnSpc>
              <a:spcBef>
                <a:spcPts val="195"/>
              </a:spcBef>
              <a:buNone/>
            </a:pPr>
            <a:r>
              <a:rPr lang="fr-FR" sz="1200" dirty="0" err="1">
                <a:solidFill>
                  <a:srgbClr val="559CD5"/>
                </a:solidFill>
                <a:latin typeface="+mn-lt"/>
                <a:ea typeface="Consolas" panose="020B0609020204030204" pitchFamily="49" charset="0"/>
                <a:cs typeface="Consolas" panose="020B0609020204030204" pitchFamily="49" charset="0"/>
              </a:rPr>
              <a:t>const</a:t>
            </a:r>
            <a:r>
              <a:rPr lang="fr-FR" sz="1200" dirty="0">
                <a:solidFill>
                  <a:srgbClr val="559CD5"/>
                </a:solidFill>
                <a:latin typeface="+mn-lt"/>
                <a:ea typeface="Consolas" panose="020B0609020204030204" pitchFamily="49" charset="0"/>
                <a:cs typeface="Consolas" panose="020B0609020204030204" pitchFamily="49" charset="0"/>
              </a:rPr>
              <a:t> </a:t>
            </a:r>
            <a:r>
              <a:rPr lang="fr-FR" sz="1200" dirty="0">
                <a:solidFill>
                  <a:srgbClr val="4FC1FF"/>
                </a:solidFill>
                <a:latin typeface="+mn-lt"/>
                <a:ea typeface="Consolas" panose="020B0609020204030204" pitchFamily="49" charset="0"/>
                <a:cs typeface="Consolas" panose="020B0609020204030204" pitchFamily="49" charset="0"/>
              </a:rPr>
              <a:t>root</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ReactDOM</a:t>
            </a:r>
            <a:r>
              <a:rPr lang="fr-FR" sz="1200" dirty="0" err="1">
                <a:solidFill>
                  <a:srgbClr val="D3D3D3"/>
                </a:solidFill>
                <a:latin typeface="+mn-lt"/>
                <a:ea typeface="Consolas" panose="020B0609020204030204" pitchFamily="49" charset="0"/>
                <a:cs typeface="Consolas" panose="020B0609020204030204" pitchFamily="49" charset="0"/>
              </a:rPr>
              <a:t>.</a:t>
            </a:r>
            <a:r>
              <a:rPr lang="fr-FR" sz="1200" dirty="0" err="1">
                <a:solidFill>
                  <a:srgbClr val="DCDCAA"/>
                </a:solidFill>
                <a:latin typeface="+mn-lt"/>
                <a:ea typeface="Consolas" panose="020B0609020204030204" pitchFamily="49" charset="0"/>
                <a:cs typeface="Consolas" panose="020B0609020204030204" pitchFamily="49" charset="0"/>
              </a:rPr>
              <a:t>createRoot</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err="1">
                <a:solidFill>
                  <a:srgbClr val="4FC1FF"/>
                </a:solidFill>
                <a:latin typeface="+mn-lt"/>
                <a:ea typeface="Consolas" panose="020B0609020204030204" pitchFamily="49" charset="0"/>
                <a:cs typeface="Consolas" panose="020B0609020204030204" pitchFamily="49" charset="0"/>
              </a:rPr>
              <a:t>element</a:t>
            </a:r>
            <a:r>
              <a:rPr lang="fr-FR" sz="120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64465" marR="4279900" indent="-146685" algn="l">
              <a:lnSpc>
                <a:spcPct val="115000"/>
              </a:lnSpc>
              <a:spcBef>
                <a:spcPts val="200"/>
              </a:spcBef>
              <a:buNone/>
            </a:pPr>
            <a:r>
              <a:rPr lang="fr-FR" sz="1200" dirty="0" err="1">
                <a:solidFill>
                  <a:srgbClr val="559CD5"/>
                </a:solidFill>
                <a:latin typeface="+mn-lt"/>
                <a:ea typeface="Consolas" panose="020B0609020204030204" pitchFamily="49" charset="0"/>
                <a:cs typeface="Consolas" panose="020B0609020204030204" pitchFamily="49" charset="0"/>
              </a:rPr>
              <a:t>function</a:t>
            </a:r>
            <a:r>
              <a:rPr lang="fr-FR" sz="1200" spc="-145" dirty="0">
                <a:solidFill>
                  <a:srgbClr val="559CD5"/>
                </a:solidFill>
                <a:latin typeface="+mn-lt"/>
                <a:ea typeface="Consolas" panose="020B0609020204030204" pitchFamily="49" charset="0"/>
                <a:cs typeface="Consolas" panose="020B0609020204030204" pitchFamily="49" charset="0"/>
              </a:rPr>
              <a:t> </a:t>
            </a:r>
            <a:r>
              <a:rPr lang="fr-FR" sz="1200" dirty="0">
                <a:solidFill>
                  <a:srgbClr val="DCDCAA"/>
                </a:solidFill>
                <a:latin typeface="+mn-lt"/>
                <a:ea typeface="Consolas" panose="020B0609020204030204" pitchFamily="49" charset="0"/>
                <a:cs typeface="Consolas" panose="020B0609020204030204" pitchFamily="49" charset="0"/>
              </a:rPr>
              <a:t>App</a:t>
            </a:r>
            <a:r>
              <a:rPr lang="fr-FR" sz="1200" dirty="0">
                <a:solidFill>
                  <a:srgbClr val="D3D3D3"/>
                </a:solidFill>
                <a:latin typeface="+mn-lt"/>
                <a:ea typeface="Consolas" panose="020B0609020204030204" pitchFamily="49" charset="0"/>
                <a:cs typeface="Consolas" panose="020B0609020204030204" pitchFamily="49" charset="0"/>
              </a:rPr>
              <a:t>(){ </a:t>
            </a:r>
            <a:r>
              <a:rPr lang="fr-FR" sz="1200" spc="-10" dirty="0">
                <a:solidFill>
                  <a:srgbClr val="C585C0"/>
                </a:solidFill>
                <a:latin typeface="+mn-lt"/>
                <a:ea typeface="Consolas" panose="020B0609020204030204" pitchFamily="49" charset="0"/>
                <a:cs typeface="Consolas" panose="020B0609020204030204" pitchFamily="49" charset="0"/>
              </a:rPr>
              <a:t>return</a:t>
            </a:r>
            <a:r>
              <a:rPr lang="fr-FR" sz="1200" spc="-1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310515" algn="l">
              <a:lnSpc>
                <a:spcPts val="1220"/>
              </a:lnSpc>
              <a:spcBef>
                <a:spcPts val="200"/>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195"/>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4EC8AF"/>
                </a:solidFill>
                <a:latin typeface="+mn-lt"/>
                <a:ea typeface="Consolas" panose="020B0609020204030204" pitchFamily="49" charset="0"/>
                <a:cs typeface="Consolas" panose="020B0609020204030204" pitchFamily="49" charset="0"/>
              </a:rPr>
              <a:t>Salutation</a:t>
            </a:r>
            <a:r>
              <a:rPr lang="fr-FR" sz="1200" spc="-55" dirty="0">
                <a:solidFill>
                  <a:srgbClr val="4EC8AF"/>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nom</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"Rami"</a:t>
            </a:r>
            <a:r>
              <a:rPr lang="fr-FR" sz="1200" spc="-60" dirty="0">
                <a:solidFill>
                  <a:srgbClr val="CE9178"/>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prenom</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"Ahmed"</a:t>
            </a:r>
            <a:r>
              <a:rPr lang="fr-FR" sz="1200" spc="180" dirty="0">
                <a:solidFill>
                  <a:srgbClr val="CE9178"/>
                </a:solidFill>
                <a:latin typeface="+mn-lt"/>
                <a:ea typeface="Consolas" panose="020B0609020204030204" pitchFamily="49" charset="0"/>
                <a:cs typeface="Consolas" panose="020B0609020204030204" pitchFamily="49" charset="0"/>
              </a:rPr>
              <a:t> </a:t>
            </a:r>
            <a:r>
              <a:rPr lang="fr-FR" sz="1200" spc="-25"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200"/>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4EC8AF"/>
                </a:solidFill>
                <a:latin typeface="+mn-lt"/>
                <a:ea typeface="Consolas" panose="020B0609020204030204" pitchFamily="49" charset="0"/>
                <a:cs typeface="Consolas" panose="020B0609020204030204" pitchFamily="49" charset="0"/>
              </a:rPr>
              <a:t>Salutation</a:t>
            </a:r>
            <a:r>
              <a:rPr lang="fr-FR" sz="1200" spc="-55" dirty="0">
                <a:solidFill>
                  <a:srgbClr val="4EC8AF"/>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nom</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a:t>
            </a:r>
            <a:r>
              <a:rPr lang="fr-FR" sz="1200" dirty="0" err="1">
                <a:solidFill>
                  <a:srgbClr val="CE9178"/>
                </a:solidFill>
                <a:latin typeface="+mn-lt"/>
                <a:ea typeface="Consolas" panose="020B0609020204030204" pitchFamily="49" charset="0"/>
                <a:cs typeface="Consolas" panose="020B0609020204030204" pitchFamily="49" charset="0"/>
              </a:rPr>
              <a:t>Kamali</a:t>
            </a:r>
            <a:r>
              <a:rPr lang="fr-FR" sz="1200" dirty="0">
                <a:solidFill>
                  <a:srgbClr val="CE9178"/>
                </a:solidFill>
                <a:latin typeface="+mn-lt"/>
                <a:ea typeface="Consolas" panose="020B0609020204030204" pitchFamily="49" charset="0"/>
                <a:cs typeface="Consolas" panose="020B0609020204030204" pitchFamily="49" charset="0"/>
              </a:rPr>
              <a:t>"</a:t>
            </a:r>
            <a:r>
              <a:rPr lang="fr-FR" sz="1200" spc="-55" dirty="0">
                <a:solidFill>
                  <a:srgbClr val="CE9178"/>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prenom</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"Ali"</a:t>
            </a:r>
            <a:r>
              <a:rPr lang="fr-FR" sz="1200" spc="180" dirty="0">
                <a:solidFill>
                  <a:srgbClr val="CE9178"/>
                </a:solidFill>
                <a:latin typeface="+mn-lt"/>
                <a:ea typeface="Consolas" panose="020B0609020204030204" pitchFamily="49" charset="0"/>
                <a:cs typeface="Consolas" panose="020B0609020204030204" pitchFamily="49" charset="0"/>
              </a:rPr>
              <a:t> </a:t>
            </a:r>
            <a:r>
              <a:rPr lang="fr-FR" sz="1200" spc="-25"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603250" algn="l">
              <a:spcBef>
                <a:spcPts val="200"/>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4EC8AF"/>
                </a:solidFill>
                <a:latin typeface="+mn-lt"/>
                <a:ea typeface="Consolas" panose="020B0609020204030204" pitchFamily="49" charset="0"/>
                <a:cs typeface="Consolas" panose="020B0609020204030204" pitchFamily="49" charset="0"/>
              </a:rPr>
              <a:t>Salutation</a:t>
            </a:r>
            <a:r>
              <a:rPr lang="fr-FR" sz="1200" spc="-60" dirty="0">
                <a:solidFill>
                  <a:srgbClr val="4EC8AF"/>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nom</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a:t>
            </a:r>
            <a:r>
              <a:rPr lang="fr-FR" sz="1200" dirty="0" err="1">
                <a:solidFill>
                  <a:srgbClr val="CE9178"/>
                </a:solidFill>
                <a:latin typeface="+mn-lt"/>
                <a:ea typeface="Consolas" panose="020B0609020204030204" pitchFamily="49" charset="0"/>
                <a:cs typeface="Consolas" panose="020B0609020204030204" pitchFamily="49" charset="0"/>
              </a:rPr>
              <a:t>fahmi</a:t>
            </a:r>
            <a:r>
              <a:rPr lang="fr-FR" sz="1200" dirty="0">
                <a:solidFill>
                  <a:srgbClr val="CE9178"/>
                </a:solidFill>
                <a:latin typeface="+mn-lt"/>
                <a:ea typeface="Consolas" panose="020B0609020204030204" pitchFamily="49" charset="0"/>
                <a:cs typeface="Consolas" panose="020B0609020204030204" pitchFamily="49" charset="0"/>
              </a:rPr>
              <a:t>"</a:t>
            </a:r>
            <a:r>
              <a:rPr lang="fr-FR" sz="1200" spc="-65" dirty="0">
                <a:solidFill>
                  <a:srgbClr val="CE9178"/>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prenom</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CE9178"/>
                </a:solidFill>
                <a:latin typeface="+mn-lt"/>
                <a:ea typeface="Consolas" panose="020B0609020204030204" pitchFamily="49" charset="0"/>
                <a:cs typeface="Consolas" panose="020B0609020204030204" pitchFamily="49" charset="0"/>
              </a:rPr>
              <a:t>"Khalid"</a:t>
            </a:r>
            <a:r>
              <a:rPr lang="fr-FR" sz="1200" spc="170" dirty="0">
                <a:solidFill>
                  <a:srgbClr val="CE9178"/>
                </a:solidFill>
                <a:latin typeface="+mn-lt"/>
                <a:ea typeface="Consolas" panose="020B0609020204030204" pitchFamily="49" charset="0"/>
                <a:cs typeface="Consolas" panose="020B0609020204030204" pitchFamily="49" charset="0"/>
              </a:rPr>
              <a:t> </a:t>
            </a:r>
            <a:r>
              <a:rPr lang="fr-FR" sz="1200" spc="-25"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310515" algn="l">
              <a:spcBef>
                <a:spcPts val="5"/>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164465" algn="l">
              <a:spcBef>
                <a:spcPts val="195"/>
              </a:spcBef>
              <a:buNone/>
            </a:pPr>
            <a:r>
              <a:rPr lang="fr-FR" sz="1200" spc="-5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algn="l">
              <a:spcBef>
                <a:spcPts val="185"/>
              </a:spcBef>
              <a:buNone/>
            </a:pPr>
            <a:r>
              <a:rPr lang="fr-FR" sz="1200" spc="-10" dirty="0" err="1">
                <a:solidFill>
                  <a:srgbClr val="4FC1FF"/>
                </a:solidFill>
                <a:latin typeface="+mn-lt"/>
                <a:ea typeface="Consolas" panose="020B0609020204030204" pitchFamily="49" charset="0"/>
                <a:cs typeface="Consolas" panose="020B0609020204030204" pitchFamily="49" charset="0"/>
              </a:rPr>
              <a:t>root</a:t>
            </a:r>
            <a:r>
              <a:rPr lang="fr-FR" sz="1200" spc="-10" dirty="0" err="1">
                <a:solidFill>
                  <a:srgbClr val="D3D3D3"/>
                </a:solidFill>
                <a:latin typeface="+mn-lt"/>
                <a:ea typeface="Consolas" panose="020B0609020204030204" pitchFamily="49" charset="0"/>
                <a:cs typeface="Consolas" panose="020B0609020204030204" pitchFamily="49" charset="0"/>
              </a:rPr>
              <a:t>.</a:t>
            </a:r>
            <a:r>
              <a:rPr lang="fr-FR" sz="1200" spc="-10" dirty="0" err="1">
                <a:solidFill>
                  <a:srgbClr val="DCDCAA"/>
                </a:solidFill>
                <a:latin typeface="+mn-lt"/>
                <a:ea typeface="Consolas" panose="020B0609020204030204" pitchFamily="49" charset="0"/>
                <a:cs typeface="Consolas" panose="020B0609020204030204" pitchFamily="49" charset="0"/>
              </a:rPr>
              <a:t>render</a:t>
            </a:r>
            <a:r>
              <a:rPr lang="fr-FR" sz="1200" spc="-10" dirty="0">
                <a:solidFill>
                  <a:srgbClr val="D3D3D3"/>
                </a:solidFill>
                <a:latin typeface="+mn-lt"/>
                <a:ea typeface="Consolas" panose="020B0609020204030204" pitchFamily="49" charset="0"/>
                <a:cs typeface="Consolas" panose="020B0609020204030204" pitchFamily="49" charset="0"/>
              </a:rPr>
              <a:t>(</a:t>
            </a: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4EC8AF"/>
                </a:solidFill>
                <a:latin typeface="+mn-lt"/>
                <a:ea typeface="Consolas" panose="020B0609020204030204" pitchFamily="49" charset="0"/>
                <a:cs typeface="Consolas" panose="020B0609020204030204" pitchFamily="49" charset="0"/>
              </a:rPr>
              <a:t>App</a:t>
            </a:r>
            <a:r>
              <a:rPr lang="fr-FR" sz="1200" spc="-10" dirty="0">
                <a:solidFill>
                  <a:srgbClr val="808080"/>
                </a:solidFill>
                <a:latin typeface="+mn-lt"/>
                <a:ea typeface="Consolas" panose="020B0609020204030204" pitchFamily="49" charset="0"/>
                <a:cs typeface="Consolas" panose="020B0609020204030204" pitchFamily="49" charset="0"/>
              </a:rPr>
              <a:t>/&gt;</a:t>
            </a:r>
            <a:r>
              <a:rPr lang="fr-FR" sz="1200" spc="-1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algn="l">
              <a:spcBef>
                <a:spcPts val="185"/>
              </a:spcBef>
              <a:buNone/>
            </a:pPr>
            <a:endParaRPr lang="fr-MA" sz="1200" dirty="0">
              <a:effectLst/>
              <a:latin typeface="+mn-lt"/>
              <a:ea typeface="Consolas" panose="020B0609020204030204" pitchFamily="49" charset="0"/>
              <a:cs typeface="Consolas" panose="020B0609020204030204" pitchFamily="49" charset="0"/>
            </a:endParaRPr>
          </a:p>
        </p:txBody>
      </p:sp>
      <p:sp>
        <p:nvSpPr>
          <p:cNvPr id="17" name="ZoneTexte 16">
            <a:extLst>
              <a:ext uri="{FF2B5EF4-FFF2-40B4-BE49-F238E27FC236}">
                <a16:creationId xmlns:a16="http://schemas.microsoft.com/office/drawing/2014/main" id="{9B7C0CD8-94D6-1FE5-177E-145F6BFB0111}"/>
              </a:ext>
            </a:extLst>
          </p:cNvPr>
          <p:cNvSpPr txBox="1"/>
          <p:nvPr/>
        </p:nvSpPr>
        <p:spPr>
          <a:xfrm>
            <a:off x="328936" y="1896685"/>
            <a:ext cx="4582632"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sz="1600" b="1" dirty="0">
                <a:latin typeface="+mn-lt"/>
              </a:rPr>
              <a:t>Composant </a:t>
            </a:r>
            <a:r>
              <a:rPr lang="fr-FR" b="1" dirty="0">
                <a:latin typeface="+mn-lt"/>
              </a:rPr>
              <a:t>Salutation.js</a:t>
            </a:r>
            <a:endParaRPr lang="fr-MA" b="1" dirty="0">
              <a:latin typeface="+mn-lt"/>
            </a:endParaRPr>
          </a:p>
        </p:txBody>
      </p:sp>
      <p:sp>
        <p:nvSpPr>
          <p:cNvPr id="5" name="ZoneTexte 4">
            <a:extLst>
              <a:ext uri="{FF2B5EF4-FFF2-40B4-BE49-F238E27FC236}">
                <a16:creationId xmlns:a16="http://schemas.microsoft.com/office/drawing/2014/main" id="{5074775D-87E2-E8C9-4D1B-F5EE42AA3E62}"/>
              </a:ext>
            </a:extLst>
          </p:cNvPr>
          <p:cNvSpPr txBox="1"/>
          <p:nvPr/>
        </p:nvSpPr>
        <p:spPr>
          <a:xfrm>
            <a:off x="328936" y="4535701"/>
            <a:ext cx="4486904" cy="830997"/>
          </a:xfrm>
          <a:prstGeom prst="rect">
            <a:avLst/>
          </a:prstGeom>
          <a:noFill/>
        </p:spPr>
        <p:txBody>
          <a:bodyPr wrap="square">
            <a:spAutoFit/>
          </a:bodyPr>
          <a:lstStyle/>
          <a:p>
            <a:pPr marR="478155" algn="l">
              <a:spcBef>
                <a:spcPts val="595"/>
              </a:spcBef>
              <a:buNone/>
            </a:pPr>
            <a:r>
              <a:rPr lang="fr-FR" dirty="0">
                <a:latin typeface="Calibri" panose="020F0502020204030204" pitchFamily="34" charset="0"/>
                <a:ea typeface="Consolas" panose="020B0609020204030204" pitchFamily="49" charset="0"/>
                <a:cs typeface="Consolas" panose="020B0609020204030204" pitchFamily="49" charset="0"/>
              </a:rPr>
              <a:t>L</a:t>
            </a:r>
            <a:r>
              <a:rPr lang="fr-FR" sz="1600" dirty="0">
                <a:effectLst/>
                <a:latin typeface="Calibri" panose="020F0502020204030204" pitchFamily="34" charset="0"/>
                <a:ea typeface="Consolas" panose="020B0609020204030204" pitchFamily="49" charset="0"/>
                <a:cs typeface="Consolas" panose="020B0609020204030204" pitchFamily="49" charset="0"/>
              </a:rPr>
              <a:t>’objet</a:t>
            </a:r>
            <a:r>
              <a:rPr lang="fr-FR" sz="1600" spc="-25" dirty="0">
                <a:effectLst/>
                <a:latin typeface="Calibri" panose="020F0502020204030204" pitchFamily="34" charset="0"/>
                <a:ea typeface="Consolas" panose="020B0609020204030204" pitchFamily="49" charset="0"/>
                <a:cs typeface="Consolas" panose="020B0609020204030204" pitchFamily="49" charset="0"/>
              </a:rPr>
              <a:t> </a:t>
            </a:r>
            <a:r>
              <a:rPr lang="fr-FR" sz="1600" dirty="0" err="1">
                <a:effectLst/>
                <a:latin typeface="Calibri" panose="020F0502020204030204" pitchFamily="34" charset="0"/>
                <a:ea typeface="Consolas" panose="020B0609020204030204" pitchFamily="49" charset="0"/>
                <a:cs typeface="Consolas" panose="020B0609020204030204" pitchFamily="49" charset="0"/>
              </a:rPr>
              <a:t>props</a:t>
            </a:r>
            <a:r>
              <a:rPr lang="fr-FR" sz="1600" spc="-2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est</a:t>
            </a:r>
            <a:r>
              <a:rPr lang="fr-FR" sz="1600" spc="-15"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accessible</a:t>
            </a:r>
            <a:r>
              <a:rPr lang="fr-FR" sz="1600" spc="-25"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directement dans </a:t>
            </a:r>
            <a:r>
              <a:rPr lang="fr-FR" sz="1600" spc="-30"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l’objet Salutation, mais il ajouter le mot clé </a:t>
            </a:r>
            <a:r>
              <a:rPr lang="fr-FR" sz="1600" b="1" dirty="0" err="1">
                <a:effectLst/>
                <a:latin typeface="Calibri" panose="020F0502020204030204" pitchFamily="34" charset="0"/>
                <a:ea typeface="Consolas" panose="020B0609020204030204" pitchFamily="49" charset="0"/>
                <a:cs typeface="Consolas" panose="020B0609020204030204" pitchFamily="49" charset="0"/>
              </a:rPr>
              <a:t>this</a:t>
            </a:r>
            <a:r>
              <a:rPr lang="fr-FR" sz="1600" b="1" dirty="0">
                <a:effectLst/>
                <a:latin typeface="Calibri" panose="020F0502020204030204" pitchFamily="34" charset="0"/>
                <a:ea typeface="Consolas" panose="020B0609020204030204" pitchFamily="49" charset="0"/>
                <a:cs typeface="Consolas" panose="020B0609020204030204" pitchFamily="49" charset="0"/>
              </a:rPr>
              <a:t> </a:t>
            </a:r>
            <a:r>
              <a:rPr lang="fr-FR" sz="1600" dirty="0">
                <a:effectLst/>
                <a:latin typeface="Calibri" panose="020F0502020204030204" pitchFamily="34" charset="0"/>
                <a:ea typeface="Consolas" panose="020B0609020204030204" pitchFamily="49" charset="0"/>
                <a:cs typeface="Consolas" panose="020B0609020204030204" pitchFamily="49" charset="0"/>
              </a:rPr>
              <a:t>:</a:t>
            </a:r>
            <a:r>
              <a:rPr lang="fr-FR" sz="1600" spc="200" dirty="0">
                <a:effectLst/>
                <a:latin typeface="Calibri" panose="020F0502020204030204" pitchFamily="34" charset="0"/>
                <a:ea typeface="Consolas" panose="020B0609020204030204" pitchFamily="49" charset="0"/>
                <a:cs typeface="Consolas" panose="020B0609020204030204" pitchFamily="49" charset="0"/>
              </a:rPr>
              <a:t> </a:t>
            </a:r>
            <a:r>
              <a:rPr lang="fr-FR" sz="1600" b="1" dirty="0">
                <a:effectLst/>
                <a:latin typeface="Calibri" panose="020F0502020204030204" pitchFamily="34" charset="0"/>
                <a:ea typeface="Consolas" panose="020B0609020204030204" pitchFamily="49" charset="0"/>
                <a:cs typeface="Consolas" panose="020B0609020204030204" pitchFamily="49" charset="0"/>
              </a:rPr>
              <a:t>{</a:t>
            </a:r>
            <a:r>
              <a:rPr lang="fr-FR" sz="1600" b="1" dirty="0" err="1">
                <a:effectLst/>
                <a:latin typeface="Calibri" panose="020F0502020204030204" pitchFamily="34" charset="0"/>
                <a:ea typeface="Consolas" panose="020B0609020204030204" pitchFamily="49" charset="0"/>
                <a:cs typeface="Consolas" panose="020B0609020204030204" pitchFamily="49" charset="0"/>
              </a:rPr>
              <a:t>this.props.nom</a:t>
            </a:r>
            <a:r>
              <a:rPr lang="fr-FR" sz="1600" b="1" dirty="0">
                <a:effectLst/>
                <a:latin typeface="Calibri" panose="020F0502020204030204" pitchFamily="34" charset="0"/>
                <a:ea typeface="Consolas" panose="020B0609020204030204" pitchFamily="49" charset="0"/>
                <a:cs typeface="Consolas" panose="020B0609020204030204" pitchFamily="49" charset="0"/>
              </a:rPr>
              <a:t>}</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88F56D85-65BC-4480-28F1-3FA5E87F4B89}"/>
              </a:ext>
            </a:extLst>
          </p:cNvPr>
          <p:cNvSpPr txBox="1"/>
          <p:nvPr/>
        </p:nvSpPr>
        <p:spPr>
          <a:xfrm>
            <a:off x="4258143" y="5151643"/>
            <a:ext cx="4865537" cy="1157717"/>
          </a:xfrm>
          <a:prstGeom prst="rect">
            <a:avLst/>
          </a:prstGeom>
          <a:noFill/>
        </p:spPr>
        <p:txBody>
          <a:bodyPr wrap="none">
            <a:noAutofit/>
          </a:bodyPr>
          <a:lstStyle/>
          <a:p>
            <a:pPr algn="l">
              <a:spcBef>
                <a:spcPts val="600"/>
              </a:spcBef>
              <a:buNone/>
            </a:pPr>
            <a:r>
              <a:rPr lang="fr-FR" sz="1400" dirty="0">
                <a:effectLst/>
                <a:latin typeface="+mn-lt"/>
                <a:ea typeface="Consolas" panose="020B0609020204030204" pitchFamily="49" charset="0"/>
                <a:cs typeface="Consolas" panose="020B0609020204030204" pitchFamily="49" charset="0"/>
              </a:rPr>
              <a:t>L’écriture </a:t>
            </a:r>
            <a:r>
              <a:rPr lang="fr-FR" sz="1400" spc="-50" dirty="0">
                <a:effectLst/>
                <a:latin typeface="+mn-lt"/>
                <a:ea typeface="Consolas" panose="020B0609020204030204" pitchFamily="49" charset="0"/>
                <a:cs typeface="Consolas" panose="020B0609020204030204" pitchFamily="49" charset="0"/>
              </a:rPr>
              <a:t>:</a:t>
            </a:r>
            <a:r>
              <a:rPr lang="fr-MA" sz="1400" spc="-50" dirty="0">
                <a:latin typeface="+mn-lt"/>
                <a:ea typeface="Consolas" panose="020B0609020204030204" pitchFamily="49" charset="0"/>
                <a:cs typeface="Consolas" panose="020B0609020204030204" pitchFamily="49" charset="0"/>
              </a:rPr>
              <a:t>     </a:t>
            </a:r>
            <a:r>
              <a:rPr lang="fr-FR" sz="1400" dirty="0">
                <a:solidFill>
                  <a:srgbClr val="808080"/>
                </a:solidFill>
                <a:effectLst/>
                <a:highlight>
                  <a:srgbClr val="000000"/>
                </a:highlight>
                <a:latin typeface="+mn-lt"/>
                <a:ea typeface="Consolas" panose="020B0609020204030204" pitchFamily="49" charset="0"/>
                <a:cs typeface="Consolas" panose="020B0609020204030204" pitchFamily="49" charset="0"/>
              </a:rPr>
              <a:t>&lt;</a:t>
            </a:r>
            <a:r>
              <a:rPr lang="fr-FR" sz="1400" dirty="0">
                <a:solidFill>
                  <a:srgbClr val="4EC8AF"/>
                </a:solidFill>
                <a:effectLst/>
                <a:highlight>
                  <a:srgbClr val="000000"/>
                </a:highlight>
                <a:latin typeface="+mn-lt"/>
                <a:ea typeface="Consolas" panose="020B0609020204030204" pitchFamily="49" charset="0"/>
                <a:cs typeface="Consolas" panose="020B0609020204030204" pitchFamily="49" charset="0"/>
              </a:rPr>
              <a:t>Salutation</a:t>
            </a:r>
            <a:r>
              <a:rPr lang="fr-FR" sz="1400" spc="-45" dirty="0">
                <a:solidFill>
                  <a:srgbClr val="4EC8AF"/>
                </a:solidFill>
                <a:highlight>
                  <a:srgbClr val="000000"/>
                </a:highlight>
                <a:latin typeface="+mn-lt"/>
                <a:ea typeface="Consolas" panose="020B0609020204030204" pitchFamily="49" charset="0"/>
                <a:cs typeface="Consolas" panose="020B0609020204030204" pitchFamily="49" charset="0"/>
              </a:rPr>
              <a:t> </a:t>
            </a:r>
            <a:r>
              <a:rPr lang="fr-FR" sz="1400" spc="-10" dirty="0">
                <a:solidFill>
                  <a:srgbClr val="9CDCFD"/>
                </a:solidFill>
                <a:effectLst/>
                <a:highlight>
                  <a:srgbClr val="000000"/>
                </a:highlight>
                <a:latin typeface="+mn-lt"/>
                <a:ea typeface="Consolas" panose="020B0609020204030204" pitchFamily="49" charset="0"/>
                <a:cs typeface="Consolas" panose="020B0609020204030204" pitchFamily="49" charset="0"/>
              </a:rPr>
              <a:t>nom</a:t>
            </a:r>
            <a:r>
              <a:rPr lang="fr-FR"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fr-FR" sz="1400" spc="-10" dirty="0">
                <a:solidFill>
                  <a:srgbClr val="CE9178"/>
                </a:solidFill>
                <a:effectLst/>
                <a:highlight>
                  <a:srgbClr val="000000"/>
                </a:highlight>
                <a:latin typeface="+mn-lt"/>
                <a:ea typeface="Consolas" panose="020B0609020204030204" pitchFamily="49" charset="0"/>
                <a:cs typeface="Consolas" panose="020B0609020204030204" pitchFamily="49" charset="0"/>
              </a:rPr>
              <a:t>"Rami"</a:t>
            </a:r>
            <a:r>
              <a:rPr lang="fr-FR" sz="1400" spc="-10" dirty="0">
                <a:solidFill>
                  <a:srgbClr val="CE9178"/>
                </a:solidFill>
                <a:highlight>
                  <a:srgbClr val="000000"/>
                </a:highlight>
                <a:latin typeface="+mn-lt"/>
                <a:ea typeface="Consolas" panose="020B0609020204030204" pitchFamily="49" charset="0"/>
                <a:cs typeface="Consolas" panose="020B0609020204030204" pitchFamily="49" charset="0"/>
              </a:rPr>
              <a:t> </a:t>
            </a:r>
            <a:r>
              <a:rPr lang="fr-FR" sz="1400" spc="-10" dirty="0" err="1">
                <a:solidFill>
                  <a:srgbClr val="9CDCFD"/>
                </a:solidFill>
                <a:effectLst/>
                <a:highlight>
                  <a:srgbClr val="000000"/>
                </a:highlight>
                <a:latin typeface="+mn-lt"/>
                <a:ea typeface="Consolas" panose="020B0609020204030204" pitchFamily="49" charset="0"/>
                <a:cs typeface="Consolas" panose="020B0609020204030204" pitchFamily="49" charset="0"/>
              </a:rPr>
              <a:t>prenom</a:t>
            </a:r>
            <a:r>
              <a:rPr lang="fr-FR"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fr-FR" sz="1400" spc="-10" dirty="0">
                <a:solidFill>
                  <a:srgbClr val="CE9178"/>
                </a:solidFill>
                <a:effectLst/>
                <a:highlight>
                  <a:srgbClr val="000000"/>
                </a:highlight>
                <a:latin typeface="+mn-lt"/>
                <a:ea typeface="Consolas" panose="020B0609020204030204" pitchFamily="49" charset="0"/>
                <a:cs typeface="Consolas" panose="020B0609020204030204" pitchFamily="49" charset="0"/>
              </a:rPr>
              <a:t>"Ahmed"</a:t>
            </a:r>
            <a:r>
              <a:rPr lang="fr-FR"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/&gt;</a:t>
            </a:r>
            <a:endParaRPr lang="fr-MA" sz="1400" dirty="0">
              <a:effectLst/>
              <a:highlight>
                <a:srgbClr val="000000"/>
              </a:highlight>
              <a:latin typeface="+mn-lt"/>
              <a:ea typeface="Consolas" panose="020B0609020204030204" pitchFamily="49" charset="0"/>
              <a:cs typeface="Consolas" panose="020B0609020204030204" pitchFamily="49" charset="0"/>
            </a:endParaRPr>
          </a:p>
          <a:p>
            <a:pPr marR="478155" algn="l">
              <a:spcBef>
                <a:spcPts val="610"/>
              </a:spcBef>
              <a:buNone/>
            </a:pPr>
            <a:r>
              <a:rPr lang="fr-FR" sz="1400" dirty="0">
                <a:effectLst/>
                <a:latin typeface="+mn-lt"/>
                <a:ea typeface="Consolas" panose="020B0609020204030204" pitchFamily="49" charset="0"/>
                <a:cs typeface="Consolas" panose="020B0609020204030204" pitchFamily="49" charset="0"/>
              </a:rPr>
              <a:t>Crée</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une</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instance</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de</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la</a:t>
            </a:r>
            <a:r>
              <a:rPr lang="fr-FR" sz="1400" spc="-2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classe</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Salutation</a:t>
            </a:r>
            <a:r>
              <a:rPr lang="fr-FR" sz="1400" spc="-15" dirty="0">
                <a:effectLst/>
                <a:latin typeface="+mn-lt"/>
                <a:ea typeface="Consolas" panose="020B0609020204030204" pitchFamily="49" charset="0"/>
                <a:cs typeface="Consolas" panose="020B0609020204030204" pitchFamily="49" charset="0"/>
              </a:rPr>
              <a:t> </a:t>
            </a:r>
            <a:r>
              <a:rPr lang="fr-FR" sz="1400" dirty="0" err="1">
                <a:effectLst/>
                <a:latin typeface="+mn-lt"/>
                <a:ea typeface="Consolas" panose="020B0609020204030204" pitchFamily="49" charset="0"/>
                <a:cs typeface="Consolas" panose="020B0609020204030204" pitchFamily="49" charset="0"/>
              </a:rPr>
              <a:t>aprés</a:t>
            </a:r>
            <a:r>
              <a:rPr lang="fr-FR" sz="1400" spc="-20"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la</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création,</a:t>
            </a:r>
            <a:r>
              <a:rPr lang="fr-FR" sz="1400" spc="-15" dirty="0">
                <a:effectLst/>
                <a:latin typeface="+mn-lt"/>
                <a:ea typeface="Consolas" panose="020B0609020204030204" pitchFamily="49" charset="0"/>
                <a:cs typeface="Consolas" panose="020B0609020204030204" pitchFamily="49" charset="0"/>
              </a:rPr>
              <a:t> </a:t>
            </a:r>
          </a:p>
          <a:p>
            <a:pPr marR="478155" algn="l">
              <a:spcBef>
                <a:spcPts val="610"/>
              </a:spcBef>
              <a:buNone/>
            </a:pPr>
            <a:r>
              <a:rPr lang="fr-FR" sz="1400" dirty="0">
                <a:effectLst/>
                <a:latin typeface="+mn-lt"/>
                <a:ea typeface="Consolas" panose="020B0609020204030204" pitchFamily="49" charset="0"/>
                <a:cs typeface="Consolas" panose="020B0609020204030204" pitchFamily="49" charset="0"/>
              </a:rPr>
              <a:t>la</a:t>
            </a:r>
            <a:r>
              <a:rPr lang="fr-FR" sz="1400" spc="-2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méthode</a:t>
            </a:r>
            <a:r>
              <a:rPr lang="fr-FR" sz="1400" spc="-20" dirty="0">
                <a:effectLst/>
                <a:latin typeface="+mn-lt"/>
                <a:ea typeface="Consolas" panose="020B0609020204030204" pitchFamily="49" charset="0"/>
                <a:cs typeface="Consolas" panose="020B0609020204030204" pitchFamily="49" charset="0"/>
              </a:rPr>
              <a:t> </a:t>
            </a:r>
            <a:r>
              <a:rPr lang="fr-FR" sz="1400" dirty="0" err="1">
                <a:effectLst/>
                <a:latin typeface="+mn-lt"/>
                <a:ea typeface="Consolas" panose="020B0609020204030204" pitchFamily="49" charset="0"/>
                <a:cs typeface="Consolas" panose="020B0609020204030204" pitchFamily="49" charset="0"/>
              </a:rPr>
              <a:t>render</a:t>
            </a:r>
            <a:r>
              <a:rPr lang="fr-FR" sz="1400" spc="-15" dirty="0">
                <a:effectLst/>
                <a:latin typeface="+mn-lt"/>
                <a:ea typeface="Consolas" panose="020B0609020204030204" pitchFamily="49" charset="0"/>
                <a:cs typeface="Consolas" panose="020B0609020204030204" pitchFamily="49" charset="0"/>
              </a:rPr>
              <a:t> </a:t>
            </a:r>
            <a:r>
              <a:rPr lang="fr-FR" sz="1400" dirty="0">
                <a:effectLst/>
                <a:latin typeface="+mn-lt"/>
                <a:ea typeface="Consolas" panose="020B0609020204030204" pitchFamily="49" charset="0"/>
                <a:cs typeface="Consolas" panose="020B0609020204030204" pitchFamily="49" charset="0"/>
              </a:rPr>
              <a:t>est exécutée, elle retourne du JSX qui affiche</a:t>
            </a:r>
          </a:p>
          <a:p>
            <a:pPr marR="478155" algn="l">
              <a:spcBef>
                <a:spcPts val="610"/>
              </a:spcBef>
              <a:buNone/>
            </a:pPr>
            <a:r>
              <a:rPr lang="fr-FR" sz="1400" dirty="0">
                <a:effectLst/>
                <a:latin typeface="+mn-lt"/>
                <a:ea typeface="Consolas" panose="020B0609020204030204" pitchFamily="49" charset="0"/>
                <a:cs typeface="Consolas" panose="020B0609020204030204" pitchFamily="49" charset="0"/>
              </a:rPr>
              <a:t> le résultat</a:t>
            </a:r>
            <a:endParaRPr lang="fr-MA" sz="1400" dirty="0">
              <a:effectLst/>
              <a:latin typeface="+mn-lt"/>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00319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p:bldP spid="15" grpId="0" animBg="1"/>
      <p:bldP spid="17" grpId="0"/>
      <p:bldP spid="5" grpId="0"/>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E19C2-42F6-94D3-D94B-3467AB0A60B1}"/>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1A67A336-4533-3801-1E79-B75F08A19C18}"/>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90025E7E-25E1-52B0-A6EC-CE2AF0C03D07}"/>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AF3C1BFD-B560-6CE7-2D7E-F02BF69D5569}"/>
              </a:ext>
            </a:extLst>
          </p:cNvPr>
          <p:cNvSpPr txBox="1"/>
          <p:nvPr/>
        </p:nvSpPr>
        <p:spPr>
          <a:xfrm>
            <a:off x="328936" y="831758"/>
            <a:ext cx="7920555"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altLang="fr-FR" b="1" dirty="0">
                <a:solidFill>
                  <a:srgbClr val="2E5395"/>
                </a:solidFill>
                <a:ea typeface="Calibri" panose="020F0502020204030204" pitchFamily="34" charset="0"/>
              </a:rPr>
              <a:t>Passage d’un objet dans </a:t>
            </a:r>
            <a:r>
              <a:rPr lang="fr-FR" altLang="fr-FR" b="1" dirty="0" err="1">
                <a:solidFill>
                  <a:srgbClr val="2E5395"/>
                </a:solidFill>
                <a:ea typeface="Calibri" panose="020F0502020204030204" pitchFamily="34" charset="0"/>
              </a:rPr>
              <a:t>props</a:t>
            </a:r>
            <a:r>
              <a:rPr lang="fr-FR" altLang="fr-FR" b="1" dirty="0">
                <a:solidFill>
                  <a:srgbClr val="2E5395"/>
                </a:solidFill>
                <a:ea typeface="Calibri" panose="020F0502020204030204" pitchFamily="34" charset="0"/>
              </a:rPr>
              <a:t> dans un composant créé </a:t>
            </a:r>
            <a:r>
              <a:rPr lang="fr-FR" b="1" dirty="0">
                <a:solidFill>
                  <a:srgbClr val="2E5395"/>
                </a:solidFill>
                <a:ea typeface="Calibri" panose="020F0502020204030204" pitchFamily="34" charset="0"/>
              </a:rPr>
              <a:t>via une classe</a:t>
            </a:r>
            <a:r>
              <a:rPr lang="fr-FR" altLang="fr-FR" b="1" dirty="0">
                <a:solidFill>
                  <a:srgbClr val="2E5395"/>
                </a:solidFill>
                <a:ea typeface="Calibri" panose="020F0502020204030204" pitchFamily="34" charset="0"/>
              </a:rPr>
              <a:t> </a:t>
            </a:r>
            <a:endParaRPr lang="fr-FR" altLang="fr-FR" b="1" dirty="0">
              <a:latin typeface="+mn-lt"/>
              <a:ea typeface="Calibri" panose="020F0502020204030204" pitchFamily="34" charset="0"/>
            </a:endParaRPr>
          </a:p>
        </p:txBody>
      </p:sp>
      <p:sp>
        <p:nvSpPr>
          <p:cNvPr id="10" name="ZoneTexte 9">
            <a:extLst>
              <a:ext uri="{FF2B5EF4-FFF2-40B4-BE49-F238E27FC236}">
                <a16:creationId xmlns:a16="http://schemas.microsoft.com/office/drawing/2014/main" id="{90277652-C58C-0024-224D-B55352F12D75}"/>
              </a:ext>
            </a:extLst>
          </p:cNvPr>
          <p:cNvSpPr txBox="1"/>
          <p:nvPr/>
        </p:nvSpPr>
        <p:spPr>
          <a:xfrm>
            <a:off x="328936" y="1604001"/>
            <a:ext cx="3826504" cy="2927357"/>
          </a:xfrm>
          <a:prstGeom prst="rect">
            <a:avLst/>
          </a:prstGeom>
          <a:solidFill>
            <a:schemeClr val="tx1"/>
          </a:solidFill>
        </p:spPr>
        <p:txBody>
          <a:bodyPr wrap="none" lIns="108000">
            <a:noAutofit/>
          </a:bodyPr>
          <a:lstStyle/>
          <a:p>
            <a:pPr marL="17780" marR="2127250" algn="l">
              <a:lnSpc>
                <a:spcPct val="115000"/>
              </a:lnSpc>
              <a:spcBef>
                <a:spcPts val="195"/>
              </a:spcBef>
            </a:pPr>
            <a:r>
              <a:rPr lang="fr-FR" sz="1100" dirty="0">
                <a:solidFill>
                  <a:srgbClr val="C585C0"/>
                </a:solidFill>
                <a:latin typeface="Consolas" panose="020B0609020204030204" pitchFamily="49" charset="0"/>
                <a:ea typeface="Consolas" panose="020B0609020204030204" pitchFamily="49" charset="0"/>
                <a:cs typeface="Consolas" panose="020B0609020204030204" pitchFamily="49" charset="0"/>
              </a:rPr>
              <a:t>import</a:t>
            </a:r>
            <a:r>
              <a:rPr lang="fr-FR" sz="1100" spc="-30"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latin typeface="Consolas" panose="020B0609020204030204" pitchFamily="49" charset="0"/>
                <a:ea typeface="Consolas" panose="020B0609020204030204" pitchFamily="49" charset="0"/>
                <a:cs typeface="Consolas" panose="020B0609020204030204" pitchFamily="49" charset="0"/>
              </a:rPr>
              <a:t>React</a:t>
            </a:r>
            <a:r>
              <a:rPr lang="fr-FR" sz="1100" spc="-20" dirty="0">
                <a:solidFill>
                  <a:srgbClr val="9CDCFD"/>
                </a:solidFill>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C585C0"/>
                </a:solidFill>
                <a:latin typeface="Consolas" panose="020B0609020204030204" pitchFamily="49" charset="0"/>
                <a:ea typeface="Consolas" panose="020B0609020204030204" pitchFamily="49" charset="0"/>
                <a:cs typeface="Consolas" panose="020B0609020204030204" pitchFamily="49" charset="0"/>
              </a:rPr>
              <a:t>from</a:t>
            </a:r>
            <a:r>
              <a:rPr lang="fr-FR" sz="1100" spc="-25" dirty="0">
                <a:solidFill>
                  <a:srgbClr val="C585C0"/>
                </a:solidFill>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CE9178"/>
                </a:solidFill>
                <a:latin typeface="Consolas" panose="020B0609020204030204" pitchFamily="49" charset="0"/>
                <a:ea typeface="Consolas" panose="020B0609020204030204" pitchFamily="49" charset="0"/>
                <a:cs typeface="Consolas" panose="020B0609020204030204" pitchFamily="49" charset="0"/>
              </a:rPr>
              <a:t>react</a:t>
            </a:r>
            <a:r>
              <a:rPr lang="fr-FR" sz="1100" spc="-10" dirty="0">
                <a:solidFill>
                  <a:srgbClr val="CE9178"/>
                </a:solidFill>
                <a:latin typeface="Consolas" panose="020B0609020204030204" pitchFamily="49" charset="0"/>
                <a:ea typeface="Consolas" panose="020B0609020204030204" pitchFamily="49" charset="0"/>
                <a:cs typeface="Consolas" panose="020B0609020204030204" pitchFamily="49" charset="0"/>
              </a:rPr>
              <a:t>'</a:t>
            </a:r>
            <a:endParaRPr lang="fr-FR" sz="1100" dirty="0">
              <a:solidFill>
                <a:srgbClr val="C585C0"/>
              </a:solidFill>
              <a:latin typeface="+mn-lt"/>
              <a:ea typeface="Consolas" panose="020B0609020204030204" pitchFamily="49" charset="0"/>
              <a:cs typeface="Consolas" panose="020B0609020204030204" pitchFamily="49" charset="0"/>
            </a:endParaRPr>
          </a:p>
          <a:p>
            <a:pPr marL="17780" marR="2127250" algn="l">
              <a:lnSpc>
                <a:spcPct val="115000"/>
              </a:lnSpc>
              <a:spcBef>
                <a:spcPts val="195"/>
              </a:spcBef>
              <a:buNone/>
            </a:pPr>
            <a:r>
              <a:rPr lang="fr-FR" sz="1100" dirty="0">
                <a:solidFill>
                  <a:srgbClr val="C585C0"/>
                </a:solidFill>
                <a:latin typeface="+mn-lt"/>
                <a:ea typeface="Consolas" panose="020B0609020204030204" pitchFamily="49" charset="0"/>
                <a:cs typeface="Consolas" panose="020B0609020204030204" pitchFamily="49" charset="0"/>
              </a:rPr>
              <a:t>import</a:t>
            </a:r>
            <a:r>
              <a:rPr lang="fr-FR" sz="1100" spc="-70" dirty="0">
                <a:solidFill>
                  <a:srgbClr val="C585C0"/>
                </a:solidFill>
                <a:latin typeface="+mn-lt"/>
                <a:ea typeface="Consolas" panose="020B0609020204030204" pitchFamily="49" charset="0"/>
                <a:cs typeface="Consolas" panose="020B0609020204030204" pitchFamily="49" charset="0"/>
              </a:rPr>
              <a:t> </a:t>
            </a:r>
            <a:r>
              <a:rPr lang="fr-FR" sz="1100" dirty="0">
                <a:solidFill>
                  <a:srgbClr val="9CDCFD"/>
                </a:solidFill>
                <a:latin typeface="+mn-lt"/>
                <a:ea typeface="Consolas" panose="020B0609020204030204" pitchFamily="49" charset="0"/>
                <a:cs typeface="Consolas" panose="020B0609020204030204" pitchFamily="49" charset="0"/>
              </a:rPr>
              <a:t>Salutation</a:t>
            </a:r>
            <a:r>
              <a:rPr lang="fr-FR" sz="1100" spc="-65" dirty="0">
                <a:solidFill>
                  <a:srgbClr val="9CDCFD"/>
                </a:solidFill>
                <a:latin typeface="+mn-lt"/>
                <a:ea typeface="Consolas" panose="020B0609020204030204" pitchFamily="49" charset="0"/>
                <a:cs typeface="Consolas" panose="020B0609020204030204" pitchFamily="49" charset="0"/>
              </a:rPr>
              <a:t> </a:t>
            </a:r>
            <a:r>
              <a:rPr lang="fr-FR" sz="1100" dirty="0" err="1">
                <a:solidFill>
                  <a:srgbClr val="C585C0"/>
                </a:solidFill>
                <a:latin typeface="+mn-lt"/>
                <a:ea typeface="Consolas" panose="020B0609020204030204" pitchFamily="49" charset="0"/>
                <a:cs typeface="Consolas" panose="020B0609020204030204" pitchFamily="49" charset="0"/>
              </a:rPr>
              <a:t>from</a:t>
            </a:r>
            <a:r>
              <a:rPr lang="fr-FR" sz="1100" spc="-65" dirty="0">
                <a:solidFill>
                  <a:srgbClr val="C585C0"/>
                </a:solidFill>
                <a:latin typeface="+mn-lt"/>
                <a:ea typeface="Consolas" panose="020B0609020204030204" pitchFamily="49" charset="0"/>
                <a:cs typeface="Consolas" panose="020B0609020204030204" pitchFamily="49" charset="0"/>
              </a:rPr>
              <a:t> </a:t>
            </a:r>
            <a:r>
              <a:rPr lang="fr-FR" sz="1100" dirty="0">
                <a:solidFill>
                  <a:srgbClr val="CE9178"/>
                </a:solidFill>
                <a:latin typeface="+mn-lt"/>
                <a:ea typeface="Consolas" panose="020B0609020204030204" pitchFamily="49" charset="0"/>
                <a:cs typeface="Consolas" panose="020B0609020204030204" pitchFamily="49" charset="0"/>
              </a:rPr>
              <a:t>'./components/Salutation’</a:t>
            </a:r>
            <a:r>
              <a:rPr lang="fr-FR" sz="1100" dirty="0">
                <a:solidFill>
                  <a:srgbClr val="D3D3D3"/>
                </a:solidFill>
                <a:latin typeface="+mn-lt"/>
                <a:ea typeface="Consolas" panose="020B0609020204030204" pitchFamily="49" charset="0"/>
                <a:cs typeface="Consolas" panose="020B0609020204030204" pitchFamily="49" charset="0"/>
              </a:rPr>
              <a:t>;</a:t>
            </a:r>
          </a:p>
          <a:p>
            <a:pPr marL="17780" algn="l">
              <a:lnSpc>
                <a:spcPts val="1225"/>
              </a:lnSpc>
              <a:spcBef>
                <a:spcPts val="200"/>
              </a:spcBef>
              <a:buNone/>
            </a:pPr>
            <a:r>
              <a:rPr lang="fr-FR" sz="1100" dirty="0" err="1">
                <a:solidFill>
                  <a:srgbClr val="559CD5"/>
                </a:solidFill>
                <a:latin typeface="+mn-lt"/>
                <a:ea typeface="Consolas" panose="020B0609020204030204" pitchFamily="49" charset="0"/>
                <a:cs typeface="Consolas" panose="020B0609020204030204" pitchFamily="49" charset="0"/>
              </a:rPr>
              <a:t>function</a:t>
            </a:r>
            <a:r>
              <a:rPr lang="fr-FR" sz="1100" spc="-45" dirty="0">
                <a:solidFill>
                  <a:srgbClr val="559CD5"/>
                </a:solidFill>
                <a:latin typeface="+mn-lt"/>
                <a:ea typeface="Consolas" panose="020B0609020204030204" pitchFamily="49" charset="0"/>
                <a:cs typeface="Consolas" panose="020B0609020204030204" pitchFamily="49" charset="0"/>
              </a:rPr>
              <a:t> </a:t>
            </a:r>
            <a:r>
              <a:rPr lang="fr-FR" sz="1100" spc="-10" dirty="0">
                <a:solidFill>
                  <a:srgbClr val="DCDCAA"/>
                </a:solidFill>
                <a:latin typeface="+mn-lt"/>
                <a:ea typeface="Consolas" panose="020B0609020204030204" pitchFamily="49" charset="0"/>
                <a:cs typeface="Consolas" panose="020B0609020204030204" pitchFamily="49" charset="0"/>
              </a:rPr>
              <a:t>App</a:t>
            </a:r>
            <a:r>
              <a:rPr lang="fr-FR" sz="1100" spc="-1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164465" marR="2438400" algn="l">
              <a:lnSpc>
                <a:spcPct val="115000"/>
              </a:lnSpc>
              <a:spcBef>
                <a:spcPts val="200"/>
              </a:spcBef>
              <a:buNone/>
            </a:pPr>
            <a:r>
              <a:rPr lang="fr-FR" sz="1100" dirty="0">
                <a:solidFill>
                  <a:srgbClr val="559CD5"/>
                </a:solidFill>
                <a:latin typeface="+mn-lt"/>
                <a:ea typeface="Consolas" panose="020B0609020204030204" pitchFamily="49" charset="0"/>
                <a:cs typeface="Consolas" panose="020B0609020204030204" pitchFamily="49" charset="0"/>
              </a:rPr>
              <a:t>let </a:t>
            </a:r>
            <a:r>
              <a:rPr lang="fr-FR" sz="1100" dirty="0">
                <a:solidFill>
                  <a:srgbClr val="9CDCFD"/>
                </a:solidFill>
                <a:latin typeface="+mn-lt"/>
                <a:ea typeface="Consolas" panose="020B0609020204030204" pitchFamily="49" charset="0"/>
                <a:cs typeface="Consolas" panose="020B0609020204030204" pitchFamily="49" charset="0"/>
              </a:rPr>
              <a:t>personne1</a:t>
            </a:r>
            <a:r>
              <a:rPr lang="fr-FR" sz="1100" dirty="0">
                <a:solidFill>
                  <a:srgbClr val="D3D3D3"/>
                </a:solidFill>
                <a:latin typeface="+mn-lt"/>
                <a:ea typeface="Consolas" panose="020B0609020204030204" pitchFamily="49" charset="0"/>
                <a:cs typeface="Consolas" panose="020B0609020204030204" pitchFamily="49" charset="0"/>
              </a:rPr>
              <a:t>={</a:t>
            </a:r>
            <a:r>
              <a:rPr lang="fr-FR" sz="1100" dirty="0">
                <a:solidFill>
                  <a:srgbClr val="9CDCFD"/>
                </a:solidFill>
                <a:latin typeface="+mn-lt"/>
                <a:ea typeface="Consolas" panose="020B0609020204030204" pitchFamily="49" charset="0"/>
                <a:cs typeface="Consolas" panose="020B0609020204030204" pitchFamily="49" charset="0"/>
              </a:rPr>
              <a:t>nom:</a:t>
            </a:r>
            <a:r>
              <a:rPr lang="fr-FR" sz="1100" dirty="0">
                <a:solidFill>
                  <a:srgbClr val="CE9178"/>
                </a:solidFill>
                <a:latin typeface="+mn-lt"/>
                <a:ea typeface="Consolas" panose="020B0609020204030204" pitchFamily="49" charset="0"/>
                <a:cs typeface="Consolas" panose="020B0609020204030204" pitchFamily="49" charset="0"/>
              </a:rPr>
              <a:t>"Rami"</a:t>
            </a:r>
            <a:r>
              <a:rPr lang="fr-FR" sz="1100" dirty="0">
                <a:solidFill>
                  <a:srgbClr val="D3D3D3"/>
                </a:solidFill>
                <a:latin typeface="+mn-lt"/>
                <a:ea typeface="Consolas" panose="020B0609020204030204" pitchFamily="49" charset="0"/>
                <a:cs typeface="Consolas" panose="020B0609020204030204" pitchFamily="49" charset="0"/>
              </a:rPr>
              <a:t>,</a:t>
            </a:r>
            <a:r>
              <a:rPr lang="fr-FR" sz="1100" dirty="0" err="1">
                <a:solidFill>
                  <a:srgbClr val="9CDCFD"/>
                </a:solidFill>
                <a:latin typeface="+mn-lt"/>
                <a:ea typeface="Consolas" panose="020B0609020204030204" pitchFamily="49" charset="0"/>
                <a:cs typeface="Consolas" panose="020B0609020204030204" pitchFamily="49" charset="0"/>
              </a:rPr>
              <a:t>prenom</a:t>
            </a:r>
            <a:r>
              <a:rPr lang="fr-FR" sz="1100" dirty="0">
                <a:solidFill>
                  <a:srgbClr val="9CDCFD"/>
                </a:solidFill>
                <a:latin typeface="+mn-lt"/>
                <a:ea typeface="Consolas" panose="020B0609020204030204" pitchFamily="49" charset="0"/>
                <a:cs typeface="Consolas" panose="020B0609020204030204" pitchFamily="49" charset="0"/>
              </a:rPr>
              <a:t>:</a:t>
            </a:r>
            <a:r>
              <a:rPr lang="fr-FR" sz="1100" dirty="0">
                <a:solidFill>
                  <a:srgbClr val="CE9178"/>
                </a:solidFill>
                <a:latin typeface="+mn-lt"/>
                <a:ea typeface="Consolas" panose="020B0609020204030204" pitchFamily="49" charset="0"/>
                <a:cs typeface="Consolas" panose="020B0609020204030204" pitchFamily="49" charset="0"/>
              </a:rPr>
              <a:t>"Ahmed"</a:t>
            </a:r>
            <a:r>
              <a:rPr lang="fr-FR" sz="1100" dirty="0">
                <a:solidFill>
                  <a:srgbClr val="D3D3D3"/>
                </a:solidFill>
                <a:latin typeface="+mn-lt"/>
                <a:ea typeface="Consolas" panose="020B0609020204030204" pitchFamily="49" charset="0"/>
                <a:cs typeface="Consolas" panose="020B0609020204030204" pitchFamily="49" charset="0"/>
              </a:rPr>
              <a:t>} </a:t>
            </a:r>
          </a:p>
          <a:p>
            <a:pPr marL="164465" marR="2438400" algn="l">
              <a:lnSpc>
                <a:spcPct val="115000"/>
              </a:lnSpc>
              <a:spcBef>
                <a:spcPts val="200"/>
              </a:spcBef>
              <a:buNone/>
            </a:pPr>
            <a:r>
              <a:rPr lang="fr-FR" sz="1100" dirty="0">
                <a:solidFill>
                  <a:srgbClr val="559CD5"/>
                </a:solidFill>
                <a:latin typeface="+mn-lt"/>
                <a:ea typeface="Consolas" panose="020B0609020204030204" pitchFamily="49" charset="0"/>
                <a:cs typeface="Consolas" panose="020B0609020204030204" pitchFamily="49" charset="0"/>
              </a:rPr>
              <a:t>let </a:t>
            </a:r>
            <a:r>
              <a:rPr lang="fr-FR" sz="1100" dirty="0">
                <a:solidFill>
                  <a:srgbClr val="9CDCFD"/>
                </a:solidFill>
                <a:latin typeface="+mn-lt"/>
                <a:ea typeface="Consolas" panose="020B0609020204030204" pitchFamily="49" charset="0"/>
                <a:cs typeface="Consolas" panose="020B0609020204030204" pitchFamily="49" charset="0"/>
              </a:rPr>
              <a:t>personne2</a:t>
            </a:r>
            <a:r>
              <a:rPr lang="fr-FR" sz="1100" dirty="0">
                <a:solidFill>
                  <a:srgbClr val="D3D3D3"/>
                </a:solidFill>
                <a:latin typeface="+mn-lt"/>
                <a:ea typeface="Consolas" panose="020B0609020204030204" pitchFamily="49" charset="0"/>
                <a:cs typeface="Consolas" panose="020B0609020204030204" pitchFamily="49" charset="0"/>
              </a:rPr>
              <a:t>={</a:t>
            </a:r>
            <a:r>
              <a:rPr lang="fr-FR" sz="1100" dirty="0">
                <a:solidFill>
                  <a:srgbClr val="9CDCFD"/>
                </a:solidFill>
                <a:latin typeface="+mn-lt"/>
                <a:ea typeface="Consolas" panose="020B0609020204030204" pitchFamily="49" charset="0"/>
                <a:cs typeface="Consolas" panose="020B0609020204030204" pitchFamily="49" charset="0"/>
              </a:rPr>
              <a:t>nom:</a:t>
            </a:r>
            <a:r>
              <a:rPr lang="fr-FR" sz="1100" dirty="0">
                <a:solidFill>
                  <a:srgbClr val="CE9178"/>
                </a:solidFill>
                <a:latin typeface="+mn-lt"/>
                <a:ea typeface="Consolas" panose="020B0609020204030204" pitchFamily="49" charset="0"/>
                <a:cs typeface="Consolas" panose="020B0609020204030204" pitchFamily="49" charset="0"/>
              </a:rPr>
              <a:t>"</a:t>
            </a:r>
            <a:r>
              <a:rPr lang="fr-FR" sz="1100" dirty="0" err="1">
                <a:solidFill>
                  <a:srgbClr val="CE9178"/>
                </a:solidFill>
                <a:latin typeface="+mn-lt"/>
                <a:ea typeface="Consolas" panose="020B0609020204030204" pitchFamily="49" charset="0"/>
                <a:cs typeface="Consolas" panose="020B0609020204030204" pitchFamily="49" charset="0"/>
              </a:rPr>
              <a:t>Kamali</a:t>
            </a:r>
            <a:r>
              <a:rPr lang="fr-FR" sz="1100" dirty="0">
                <a:solidFill>
                  <a:srgbClr val="CE9178"/>
                </a:solidFill>
                <a:latin typeface="+mn-lt"/>
                <a:ea typeface="Consolas" panose="020B0609020204030204" pitchFamily="49" charset="0"/>
                <a:cs typeface="Consolas" panose="020B0609020204030204" pitchFamily="49" charset="0"/>
              </a:rPr>
              <a:t>"</a:t>
            </a:r>
            <a:r>
              <a:rPr lang="fr-FR" sz="1100" dirty="0">
                <a:solidFill>
                  <a:srgbClr val="D3D3D3"/>
                </a:solidFill>
                <a:latin typeface="+mn-lt"/>
                <a:ea typeface="Consolas" panose="020B0609020204030204" pitchFamily="49" charset="0"/>
                <a:cs typeface="Consolas" panose="020B0609020204030204" pitchFamily="49" charset="0"/>
              </a:rPr>
              <a:t>,</a:t>
            </a:r>
            <a:r>
              <a:rPr lang="fr-FR" sz="1100" dirty="0" err="1">
                <a:solidFill>
                  <a:srgbClr val="9CDCFD"/>
                </a:solidFill>
                <a:latin typeface="+mn-lt"/>
                <a:ea typeface="Consolas" panose="020B0609020204030204" pitchFamily="49" charset="0"/>
                <a:cs typeface="Consolas" panose="020B0609020204030204" pitchFamily="49" charset="0"/>
              </a:rPr>
              <a:t>prenom</a:t>
            </a:r>
            <a:r>
              <a:rPr lang="fr-FR" sz="1100" dirty="0">
                <a:solidFill>
                  <a:srgbClr val="9CDCFD"/>
                </a:solidFill>
                <a:latin typeface="+mn-lt"/>
                <a:ea typeface="Consolas" panose="020B0609020204030204" pitchFamily="49" charset="0"/>
                <a:cs typeface="Consolas" panose="020B0609020204030204" pitchFamily="49" charset="0"/>
              </a:rPr>
              <a:t>:</a:t>
            </a:r>
            <a:r>
              <a:rPr lang="fr-FR" sz="1100" dirty="0">
                <a:solidFill>
                  <a:srgbClr val="CE9178"/>
                </a:solidFill>
                <a:latin typeface="+mn-lt"/>
                <a:ea typeface="Consolas" panose="020B0609020204030204" pitchFamily="49" charset="0"/>
                <a:cs typeface="Consolas" panose="020B0609020204030204" pitchFamily="49" charset="0"/>
              </a:rPr>
              <a:t>"Ali"</a:t>
            </a:r>
            <a:r>
              <a:rPr lang="fr-FR" sz="1100" dirty="0">
                <a:solidFill>
                  <a:srgbClr val="D3D3D3"/>
                </a:solidFill>
                <a:latin typeface="+mn-lt"/>
                <a:ea typeface="Consolas" panose="020B0609020204030204" pitchFamily="49" charset="0"/>
                <a:cs typeface="Consolas" panose="020B0609020204030204" pitchFamily="49" charset="0"/>
              </a:rPr>
              <a:t>} </a:t>
            </a:r>
          </a:p>
          <a:p>
            <a:pPr marL="164465" marR="2438400" algn="l">
              <a:lnSpc>
                <a:spcPct val="115000"/>
              </a:lnSpc>
              <a:spcBef>
                <a:spcPts val="200"/>
              </a:spcBef>
              <a:buNone/>
            </a:pPr>
            <a:r>
              <a:rPr lang="fr-FR" sz="1100" dirty="0">
                <a:solidFill>
                  <a:srgbClr val="559CD5"/>
                </a:solidFill>
                <a:latin typeface="+mn-lt"/>
                <a:ea typeface="Consolas" panose="020B0609020204030204" pitchFamily="49" charset="0"/>
                <a:cs typeface="Consolas" panose="020B0609020204030204" pitchFamily="49" charset="0"/>
              </a:rPr>
              <a:t>let</a:t>
            </a:r>
            <a:r>
              <a:rPr lang="fr-FR" sz="1100" spc="-145" dirty="0">
                <a:solidFill>
                  <a:srgbClr val="559CD5"/>
                </a:solidFill>
                <a:latin typeface="+mn-lt"/>
                <a:ea typeface="Consolas" panose="020B0609020204030204" pitchFamily="49" charset="0"/>
                <a:cs typeface="Consolas" panose="020B0609020204030204" pitchFamily="49" charset="0"/>
              </a:rPr>
              <a:t> </a:t>
            </a:r>
            <a:r>
              <a:rPr lang="fr-FR" sz="1100" dirty="0">
                <a:solidFill>
                  <a:srgbClr val="9CDCFD"/>
                </a:solidFill>
                <a:latin typeface="+mn-lt"/>
                <a:ea typeface="Consolas" panose="020B0609020204030204" pitchFamily="49" charset="0"/>
                <a:cs typeface="Consolas" panose="020B0609020204030204" pitchFamily="49" charset="0"/>
              </a:rPr>
              <a:t>personne3</a:t>
            </a:r>
            <a:r>
              <a:rPr lang="fr-FR" sz="1100" dirty="0">
                <a:solidFill>
                  <a:srgbClr val="D3D3D3"/>
                </a:solidFill>
                <a:latin typeface="+mn-lt"/>
                <a:ea typeface="Consolas" panose="020B0609020204030204" pitchFamily="49" charset="0"/>
                <a:cs typeface="Consolas" panose="020B0609020204030204" pitchFamily="49" charset="0"/>
              </a:rPr>
              <a:t>={</a:t>
            </a:r>
            <a:r>
              <a:rPr lang="fr-FR" sz="1100" dirty="0">
                <a:solidFill>
                  <a:srgbClr val="9CDCFD"/>
                </a:solidFill>
                <a:latin typeface="+mn-lt"/>
                <a:ea typeface="Consolas" panose="020B0609020204030204" pitchFamily="49" charset="0"/>
                <a:cs typeface="Consolas" panose="020B0609020204030204" pitchFamily="49" charset="0"/>
              </a:rPr>
              <a:t>nom:</a:t>
            </a:r>
            <a:r>
              <a:rPr lang="fr-FR" sz="1100" dirty="0">
                <a:solidFill>
                  <a:srgbClr val="CE9178"/>
                </a:solidFill>
                <a:latin typeface="+mn-lt"/>
                <a:ea typeface="Consolas" panose="020B0609020204030204" pitchFamily="49" charset="0"/>
                <a:cs typeface="Consolas" panose="020B0609020204030204" pitchFamily="49" charset="0"/>
              </a:rPr>
              <a:t>"</a:t>
            </a:r>
            <a:r>
              <a:rPr lang="fr-FR" sz="1100" dirty="0" err="1">
                <a:solidFill>
                  <a:srgbClr val="CE9178"/>
                </a:solidFill>
                <a:latin typeface="+mn-lt"/>
                <a:ea typeface="Consolas" panose="020B0609020204030204" pitchFamily="49" charset="0"/>
                <a:cs typeface="Consolas" panose="020B0609020204030204" pitchFamily="49" charset="0"/>
              </a:rPr>
              <a:t>Fahmi</a:t>
            </a:r>
            <a:r>
              <a:rPr lang="fr-FR" sz="1100" dirty="0">
                <a:solidFill>
                  <a:srgbClr val="CE9178"/>
                </a:solidFill>
                <a:latin typeface="+mn-lt"/>
                <a:ea typeface="Consolas" panose="020B0609020204030204" pitchFamily="49" charset="0"/>
                <a:cs typeface="Consolas" panose="020B0609020204030204" pitchFamily="49" charset="0"/>
              </a:rPr>
              <a:t>"</a:t>
            </a:r>
            <a:r>
              <a:rPr lang="fr-FR" sz="1100" dirty="0">
                <a:solidFill>
                  <a:srgbClr val="D3D3D3"/>
                </a:solidFill>
                <a:latin typeface="+mn-lt"/>
                <a:ea typeface="Consolas" panose="020B0609020204030204" pitchFamily="49" charset="0"/>
                <a:cs typeface="Consolas" panose="020B0609020204030204" pitchFamily="49" charset="0"/>
              </a:rPr>
              <a:t>,</a:t>
            </a:r>
            <a:r>
              <a:rPr lang="fr-FR" sz="1100" dirty="0" err="1">
                <a:solidFill>
                  <a:srgbClr val="9CDCFD"/>
                </a:solidFill>
                <a:latin typeface="+mn-lt"/>
                <a:ea typeface="Consolas" panose="020B0609020204030204" pitchFamily="49" charset="0"/>
                <a:cs typeface="Consolas" panose="020B0609020204030204" pitchFamily="49" charset="0"/>
              </a:rPr>
              <a:t>prenom</a:t>
            </a:r>
            <a:r>
              <a:rPr lang="fr-FR" sz="1100" dirty="0">
                <a:solidFill>
                  <a:srgbClr val="9CDCFD"/>
                </a:solidFill>
                <a:latin typeface="+mn-lt"/>
                <a:ea typeface="Consolas" panose="020B0609020204030204" pitchFamily="49" charset="0"/>
                <a:cs typeface="Consolas" panose="020B0609020204030204" pitchFamily="49" charset="0"/>
              </a:rPr>
              <a:t>:</a:t>
            </a:r>
            <a:r>
              <a:rPr lang="fr-FR" sz="1100" dirty="0">
                <a:solidFill>
                  <a:srgbClr val="CE9178"/>
                </a:solidFill>
                <a:latin typeface="+mn-lt"/>
                <a:ea typeface="Consolas" panose="020B0609020204030204" pitchFamily="49" charset="0"/>
                <a:cs typeface="Consolas" panose="020B0609020204030204" pitchFamily="49" charset="0"/>
              </a:rPr>
              <a:t>"Khalid"</a:t>
            </a:r>
            <a:r>
              <a:rPr lang="fr-FR" sz="110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algn="l">
              <a:spcBef>
                <a:spcPts val="195"/>
              </a:spcBef>
              <a:buNone/>
            </a:pPr>
            <a:r>
              <a:rPr lang="fr-FR" sz="1100" dirty="0">
                <a:solidFill>
                  <a:srgbClr val="000000"/>
                </a:solidFill>
                <a:latin typeface="+mn-lt"/>
                <a:ea typeface="Consolas" panose="020B0609020204030204" pitchFamily="49" charset="0"/>
                <a:cs typeface="Consolas" panose="020B0609020204030204" pitchFamily="49" charset="0"/>
              </a:rPr>
              <a:t>            </a:t>
            </a:r>
            <a:r>
              <a:rPr lang="fr-FR" sz="1100" spc="-10" dirty="0">
                <a:solidFill>
                  <a:srgbClr val="C585C0"/>
                </a:solidFill>
                <a:latin typeface="+mn-lt"/>
                <a:ea typeface="Consolas" panose="020B0609020204030204" pitchFamily="49" charset="0"/>
                <a:cs typeface="Consolas" panose="020B0609020204030204" pitchFamily="49" charset="0"/>
              </a:rPr>
              <a:t>return</a:t>
            </a:r>
            <a:r>
              <a:rPr lang="fr-FR" sz="1100" spc="-1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R="5119370" algn="l">
              <a:spcBef>
                <a:spcPts val="185"/>
              </a:spcBef>
              <a:buNone/>
            </a:pPr>
            <a:r>
              <a:rPr lang="fr-FR" sz="1100" spc="-10" dirty="0">
                <a:solidFill>
                  <a:srgbClr val="808080"/>
                </a:solidFill>
                <a:latin typeface="+mn-lt"/>
                <a:ea typeface="Consolas" panose="020B0609020204030204" pitchFamily="49" charset="0"/>
                <a:cs typeface="Consolas" panose="020B0609020204030204" pitchFamily="49" charset="0"/>
              </a:rPr>
              <a:t>              &lt;</a:t>
            </a:r>
            <a:r>
              <a:rPr lang="fr-FR" sz="1100" spc="-10" dirty="0">
                <a:solidFill>
                  <a:srgbClr val="559CD5"/>
                </a:solidFill>
                <a:latin typeface="+mn-lt"/>
                <a:ea typeface="Consolas" panose="020B0609020204030204" pitchFamily="49" charset="0"/>
                <a:cs typeface="Consolas" panose="020B0609020204030204" pitchFamily="49" charset="0"/>
              </a:rPr>
              <a:t>div</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latin typeface="+mn-lt"/>
                <a:ea typeface="Consolas" panose="020B0609020204030204" pitchFamily="49" charset="0"/>
                <a:cs typeface="Consolas" panose="020B0609020204030204" pitchFamily="49" charset="0"/>
              </a:rPr>
              <a:t>&lt;</a:t>
            </a:r>
            <a:r>
              <a:rPr lang="fr-FR" sz="1100" dirty="0">
                <a:solidFill>
                  <a:srgbClr val="4EC8AF"/>
                </a:solidFill>
                <a:latin typeface="+mn-lt"/>
                <a:ea typeface="Consolas" panose="020B0609020204030204" pitchFamily="49" charset="0"/>
                <a:cs typeface="Consolas" panose="020B0609020204030204" pitchFamily="49" charset="0"/>
              </a:rPr>
              <a:t>Salutation</a:t>
            </a:r>
            <a:r>
              <a:rPr lang="fr-FR" sz="1100" spc="-75" dirty="0">
                <a:solidFill>
                  <a:srgbClr val="4EC8AF"/>
                </a:solidFill>
                <a:latin typeface="+mn-lt"/>
                <a:ea typeface="Consolas" panose="020B0609020204030204" pitchFamily="49" charset="0"/>
                <a:cs typeface="Consolas" panose="020B0609020204030204" pitchFamily="49" charset="0"/>
              </a:rPr>
              <a:t> </a:t>
            </a:r>
            <a:r>
              <a:rPr lang="fr-FR" sz="1100" dirty="0">
                <a:solidFill>
                  <a:srgbClr val="9CDCFD"/>
                </a:solidFill>
                <a:latin typeface="+mn-lt"/>
                <a:ea typeface="Consolas" panose="020B0609020204030204" pitchFamily="49" charset="0"/>
                <a:cs typeface="Consolas" panose="020B0609020204030204" pitchFamily="49" charset="0"/>
              </a:rPr>
              <a:t>personne</a:t>
            </a:r>
            <a:r>
              <a:rPr lang="fr-FR" sz="1100" dirty="0">
                <a:solidFill>
                  <a:srgbClr val="D3D3D3"/>
                </a:solidFill>
                <a:latin typeface="+mn-lt"/>
                <a:ea typeface="Consolas" panose="020B0609020204030204" pitchFamily="49" charset="0"/>
                <a:cs typeface="Consolas" panose="020B0609020204030204" pitchFamily="49" charset="0"/>
              </a:rPr>
              <a:t>=</a:t>
            </a:r>
            <a:r>
              <a:rPr lang="fr-FR" sz="1100" dirty="0">
                <a:solidFill>
                  <a:srgbClr val="559CD5"/>
                </a:solidFill>
                <a:latin typeface="+mn-lt"/>
                <a:ea typeface="Consolas" panose="020B0609020204030204" pitchFamily="49" charset="0"/>
                <a:cs typeface="Consolas" panose="020B0609020204030204" pitchFamily="49" charset="0"/>
              </a:rPr>
              <a:t>{</a:t>
            </a:r>
            <a:r>
              <a:rPr lang="fr-FR" sz="1100" dirty="0">
                <a:solidFill>
                  <a:srgbClr val="9CDCFD"/>
                </a:solidFill>
                <a:latin typeface="+mn-lt"/>
                <a:ea typeface="Consolas" panose="020B0609020204030204" pitchFamily="49" charset="0"/>
                <a:cs typeface="Consolas" panose="020B0609020204030204" pitchFamily="49" charset="0"/>
              </a:rPr>
              <a:t>personne1</a:t>
            </a:r>
            <a:r>
              <a:rPr lang="fr-FR" sz="1100" dirty="0">
                <a:solidFill>
                  <a:srgbClr val="559CD5"/>
                </a:solidFill>
                <a:latin typeface="+mn-lt"/>
                <a:ea typeface="Consolas" panose="020B0609020204030204" pitchFamily="49" charset="0"/>
                <a:cs typeface="Consolas" panose="020B0609020204030204" pitchFamily="49" charset="0"/>
              </a:rPr>
              <a:t>}</a:t>
            </a:r>
            <a:r>
              <a:rPr lang="fr-FR" sz="1100" spc="145" dirty="0">
                <a:solidFill>
                  <a:srgbClr val="559CD5"/>
                </a:solidFill>
                <a:latin typeface="+mn-lt"/>
                <a:ea typeface="Consolas" panose="020B0609020204030204" pitchFamily="49" charset="0"/>
                <a:cs typeface="Consolas" panose="020B0609020204030204" pitchFamily="49" charset="0"/>
              </a:rPr>
              <a:t> </a:t>
            </a:r>
            <a:r>
              <a:rPr lang="fr-FR" sz="1100" spc="-25"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latin typeface="+mn-lt"/>
                <a:ea typeface="Consolas" panose="020B0609020204030204" pitchFamily="49" charset="0"/>
                <a:cs typeface="Consolas" panose="020B0609020204030204" pitchFamily="49" charset="0"/>
              </a:rPr>
              <a:t>&lt;</a:t>
            </a:r>
            <a:r>
              <a:rPr lang="fr-FR" sz="1100" dirty="0">
                <a:solidFill>
                  <a:srgbClr val="4EC8AF"/>
                </a:solidFill>
                <a:latin typeface="+mn-lt"/>
                <a:ea typeface="Consolas" panose="020B0609020204030204" pitchFamily="49" charset="0"/>
                <a:cs typeface="Consolas" panose="020B0609020204030204" pitchFamily="49" charset="0"/>
              </a:rPr>
              <a:t>Salutation</a:t>
            </a:r>
            <a:r>
              <a:rPr lang="fr-FR" sz="1100" spc="-75" dirty="0">
                <a:solidFill>
                  <a:srgbClr val="4EC8AF"/>
                </a:solidFill>
                <a:latin typeface="+mn-lt"/>
                <a:ea typeface="Consolas" panose="020B0609020204030204" pitchFamily="49" charset="0"/>
                <a:cs typeface="Consolas" panose="020B0609020204030204" pitchFamily="49" charset="0"/>
              </a:rPr>
              <a:t> </a:t>
            </a:r>
            <a:r>
              <a:rPr lang="fr-FR" sz="1100" dirty="0">
                <a:solidFill>
                  <a:srgbClr val="9CDCFD"/>
                </a:solidFill>
                <a:latin typeface="+mn-lt"/>
                <a:ea typeface="Consolas" panose="020B0609020204030204" pitchFamily="49" charset="0"/>
                <a:cs typeface="Consolas" panose="020B0609020204030204" pitchFamily="49" charset="0"/>
              </a:rPr>
              <a:t>personne</a:t>
            </a:r>
            <a:r>
              <a:rPr lang="fr-FR" sz="1100" dirty="0">
                <a:solidFill>
                  <a:srgbClr val="D3D3D3"/>
                </a:solidFill>
                <a:latin typeface="+mn-lt"/>
                <a:ea typeface="Consolas" panose="020B0609020204030204" pitchFamily="49" charset="0"/>
                <a:cs typeface="Consolas" panose="020B0609020204030204" pitchFamily="49" charset="0"/>
              </a:rPr>
              <a:t>=</a:t>
            </a:r>
            <a:r>
              <a:rPr lang="fr-FR" sz="1100" dirty="0">
                <a:solidFill>
                  <a:srgbClr val="559CD5"/>
                </a:solidFill>
                <a:latin typeface="+mn-lt"/>
                <a:ea typeface="Consolas" panose="020B0609020204030204" pitchFamily="49" charset="0"/>
                <a:cs typeface="Consolas" panose="020B0609020204030204" pitchFamily="49" charset="0"/>
              </a:rPr>
              <a:t>{</a:t>
            </a:r>
            <a:r>
              <a:rPr lang="fr-FR" sz="1100" dirty="0">
                <a:solidFill>
                  <a:srgbClr val="9CDCFD"/>
                </a:solidFill>
                <a:latin typeface="+mn-lt"/>
                <a:ea typeface="Consolas" panose="020B0609020204030204" pitchFamily="49" charset="0"/>
                <a:cs typeface="Consolas" panose="020B0609020204030204" pitchFamily="49" charset="0"/>
              </a:rPr>
              <a:t>personne2</a:t>
            </a:r>
            <a:r>
              <a:rPr lang="fr-FR" sz="1100" dirty="0">
                <a:solidFill>
                  <a:srgbClr val="559CD5"/>
                </a:solidFill>
                <a:latin typeface="+mn-lt"/>
                <a:ea typeface="Consolas" panose="020B0609020204030204" pitchFamily="49" charset="0"/>
                <a:cs typeface="Consolas" panose="020B0609020204030204" pitchFamily="49" charset="0"/>
              </a:rPr>
              <a:t>}</a:t>
            </a:r>
            <a:r>
              <a:rPr lang="fr-FR" sz="1100" spc="145" dirty="0">
                <a:solidFill>
                  <a:srgbClr val="559CD5"/>
                </a:solidFill>
                <a:latin typeface="+mn-lt"/>
                <a:ea typeface="Consolas" panose="020B0609020204030204" pitchFamily="49" charset="0"/>
                <a:cs typeface="Consolas" panose="020B0609020204030204" pitchFamily="49" charset="0"/>
              </a:rPr>
              <a:t> </a:t>
            </a:r>
            <a:r>
              <a:rPr lang="fr-FR" sz="1100" spc="-25"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latin typeface="+mn-lt"/>
                <a:ea typeface="Consolas" panose="020B0609020204030204" pitchFamily="49" charset="0"/>
                <a:cs typeface="Consolas" panose="020B0609020204030204" pitchFamily="49" charset="0"/>
              </a:rPr>
              <a:t>&lt;</a:t>
            </a:r>
            <a:r>
              <a:rPr lang="fr-FR" sz="1100" dirty="0">
                <a:solidFill>
                  <a:srgbClr val="4EC8AF"/>
                </a:solidFill>
                <a:latin typeface="+mn-lt"/>
                <a:ea typeface="Consolas" panose="020B0609020204030204" pitchFamily="49" charset="0"/>
                <a:cs typeface="Consolas" panose="020B0609020204030204" pitchFamily="49" charset="0"/>
              </a:rPr>
              <a:t>Salutation</a:t>
            </a:r>
            <a:r>
              <a:rPr lang="fr-FR" sz="1100" spc="-115" dirty="0">
                <a:solidFill>
                  <a:srgbClr val="4EC8AF"/>
                </a:solidFill>
                <a:latin typeface="+mn-lt"/>
                <a:ea typeface="Consolas" panose="020B0609020204030204" pitchFamily="49" charset="0"/>
                <a:cs typeface="Consolas" panose="020B0609020204030204" pitchFamily="49" charset="0"/>
              </a:rPr>
              <a:t> </a:t>
            </a:r>
            <a:r>
              <a:rPr lang="fr-FR" sz="1100" dirty="0">
                <a:solidFill>
                  <a:srgbClr val="9CDCFD"/>
                </a:solidFill>
                <a:latin typeface="+mn-lt"/>
                <a:ea typeface="Consolas" panose="020B0609020204030204" pitchFamily="49" charset="0"/>
                <a:cs typeface="Consolas" panose="020B0609020204030204" pitchFamily="49" charset="0"/>
              </a:rPr>
              <a:t>personne</a:t>
            </a:r>
            <a:r>
              <a:rPr lang="fr-FR" sz="1100" dirty="0">
                <a:solidFill>
                  <a:srgbClr val="D3D3D3"/>
                </a:solidFill>
                <a:latin typeface="+mn-lt"/>
                <a:ea typeface="Consolas" panose="020B0609020204030204" pitchFamily="49" charset="0"/>
                <a:cs typeface="Consolas" panose="020B0609020204030204" pitchFamily="49" charset="0"/>
              </a:rPr>
              <a:t>=</a:t>
            </a:r>
            <a:r>
              <a:rPr lang="fr-FR" sz="1100" dirty="0">
                <a:solidFill>
                  <a:srgbClr val="559CD5"/>
                </a:solidFill>
                <a:latin typeface="+mn-lt"/>
                <a:ea typeface="Consolas" panose="020B0609020204030204" pitchFamily="49" charset="0"/>
                <a:cs typeface="Consolas" panose="020B0609020204030204" pitchFamily="49" charset="0"/>
              </a:rPr>
              <a:t>{</a:t>
            </a:r>
            <a:r>
              <a:rPr lang="fr-FR" sz="1100" dirty="0">
                <a:solidFill>
                  <a:srgbClr val="9CDCFD"/>
                </a:solidFill>
                <a:latin typeface="+mn-lt"/>
                <a:ea typeface="Consolas" panose="020B0609020204030204" pitchFamily="49" charset="0"/>
                <a:cs typeface="Consolas" panose="020B0609020204030204" pitchFamily="49" charset="0"/>
              </a:rPr>
              <a:t>personne3</a:t>
            </a:r>
            <a:r>
              <a:rPr lang="fr-FR" sz="1100" dirty="0">
                <a:solidFill>
                  <a:srgbClr val="559CD5"/>
                </a:solidFill>
                <a:latin typeface="+mn-lt"/>
                <a:ea typeface="Consolas" panose="020B0609020204030204" pitchFamily="49" charset="0"/>
                <a:cs typeface="Consolas" panose="020B0609020204030204" pitchFamily="49" charset="0"/>
              </a:rPr>
              <a:t>}</a:t>
            </a:r>
            <a:r>
              <a:rPr lang="fr-FR" sz="1100" spc="-115" dirty="0">
                <a:solidFill>
                  <a:srgbClr val="559CD5"/>
                </a:solidFill>
                <a:latin typeface="+mn-lt"/>
                <a:ea typeface="Consolas" panose="020B0609020204030204" pitchFamily="49" charset="0"/>
                <a:cs typeface="Consolas" panose="020B0609020204030204" pitchFamily="49" charset="0"/>
              </a:rPr>
              <a:t> </a:t>
            </a:r>
            <a:r>
              <a:rPr lang="fr-FR" sz="1100" spc="-25"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310515" algn="l">
              <a:spcBef>
                <a:spcPts val="185"/>
              </a:spcBef>
              <a:buNone/>
            </a:pPr>
            <a:r>
              <a:rPr lang="fr-FR" sz="1100" spc="-10" dirty="0">
                <a:solidFill>
                  <a:srgbClr val="808080"/>
                </a:solidFill>
                <a:latin typeface="+mn-lt"/>
                <a:ea typeface="Consolas" panose="020B0609020204030204" pitchFamily="49" charset="0"/>
                <a:cs typeface="Consolas" panose="020B0609020204030204" pitchFamily="49" charset="0"/>
              </a:rPr>
              <a:t> &lt;/</a:t>
            </a:r>
            <a:r>
              <a:rPr lang="fr-FR" sz="1100" spc="-10" dirty="0">
                <a:solidFill>
                  <a:srgbClr val="559CD5"/>
                </a:solidFill>
                <a:latin typeface="+mn-lt"/>
                <a:ea typeface="Consolas" panose="020B0609020204030204" pitchFamily="49" charset="0"/>
                <a:cs typeface="Consolas" panose="020B0609020204030204" pitchFamily="49" charset="0"/>
              </a:rPr>
              <a:t>div</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164465" algn="l">
              <a:spcBef>
                <a:spcPts val="200"/>
              </a:spcBef>
              <a:buNone/>
            </a:pPr>
            <a:r>
              <a:rPr lang="fr-FR" sz="1100" spc="-5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algn="l">
              <a:spcBef>
                <a:spcPts val="200"/>
              </a:spcBef>
            </a:pPr>
            <a:r>
              <a:rPr lang="fr-FR" sz="1200" dirty="0">
                <a:solidFill>
                  <a:srgbClr val="559CD5"/>
                </a:solidFill>
                <a:latin typeface="+mn-lt"/>
                <a:ea typeface="Consolas" panose="020B0609020204030204" pitchFamily="49" charset="0"/>
                <a:cs typeface="Consolas" panose="020B0609020204030204" pitchFamily="49" charset="0"/>
              </a:rPr>
              <a:t>export default </a:t>
            </a:r>
            <a:r>
              <a:rPr lang="fr-FR" sz="1200" spc="-20" dirty="0">
                <a:solidFill>
                  <a:srgbClr val="FFC000"/>
                </a:solidFill>
                <a:latin typeface="+mn-lt"/>
                <a:ea typeface="Calibri" panose="020F0502020204030204" pitchFamily="34" charset="0"/>
              </a:rPr>
              <a:t>App</a:t>
            </a:r>
            <a:r>
              <a:rPr lang="fr-FR" sz="1200" spc="-20" dirty="0">
                <a:latin typeface="+mn-lt"/>
                <a:ea typeface="Calibri" panose="020F0502020204030204" pitchFamily="34" charset="0"/>
              </a:rPr>
              <a:t>;</a:t>
            </a:r>
            <a:endParaRPr lang="fr-FR" sz="1200" dirty="0">
              <a:latin typeface="+mn-lt"/>
              <a:ea typeface="Calibri" panose="020F0502020204030204" pitchFamily="34" charset="0"/>
            </a:endParaRPr>
          </a:p>
          <a:p>
            <a:pPr marL="17780" algn="l">
              <a:spcBef>
                <a:spcPts val="200"/>
              </a:spcBef>
              <a:buNone/>
            </a:pPr>
            <a:endParaRPr lang="fr-MA" sz="1200" dirty="0">
              <a:latin typeface="+mn-lt"/>
              <a:ea typeface="Consolas" panose="020B0609020204030204" pitchFamily="49" charset="0"/>
              <a:cs typeface="Consolas" panose="020B0609020204030204" pitchFamily="49" charset="0"/>
            </a:endParaRPr>
          </a:p>
          <a:p>
            <a:pPr algn="l">
              <a:spcBef>
                <a:spcPts val="185"/>
              </a:spcBef>
              <a:buNone/>
            </a:pPr>
            <a:endParaRPr lang="fr-MA" sz="1100" dirty="0">
              <a:effectLst/>
              <a:latin typeface="+mn-lt"/>
              <a:ea typeface="Consolas" panose="020B0609020204030204" pitchFamily="49" charset="0"/>
              <a:cs typeface="Consolas" panose="020B0609020204030204" pitchFamily="49" charset="0"/>
            </a:endParaRPr>
          </a:p>
        </p:txBody>
      </p:sp>
      <p:sp>
        <p:nvSpPr>
          <p:cNvPr id="13" name="ZoneTexte 12">
            <a:extLst>
              <a:ext uri="{FF2B5EF4-FFF2-40B4-BE49-F238E27FC236}">
                <a16:creationId xmlns:a16="http://schemas.microsoft.com/office/drawing/2014/main" id="{573D6E28-E331-E7C0-6674-D0F3E816874E}"/>
              </a:ext>
            </a:extLst>
          </p:cNvPr>
          <p:cNvSpPr txBox="1"/>
          <p:nvPr/>
        </p:nvSpPr>
        <p:spPr>
          <a:xfrm>
            <a:off x="4386078" y="1265447"/>
            <a:ext cx="4582632" cy="338554"/>
          </a:xfrm>
          <a:prstGeom prst="rect">
            <a:avLst/>
          </a:prstGeom>
          <a:noFill/>
        </p:spPr>
        <p:txBody>
          <a:bodyPr wrap="square">
            <a:spAutoFit/>
          </a:bodyPr>
          <a:lstStyle/>
          <a:p>
            <a:pPr marL="285750" indent="-285750" algn="l">
              <a:spcBef>
                <a:spcPts val="600"/>
              </a:spcBef>
              <a:buFont typeface="Wingdings" panose="05000000000000000000" pitchFamily="2" charset="2"/>
              <a:buChar char="§"/>
            </a:pPr>
            <a:r>
              <a:rPr lang="fr-FR" b="1" dirty="0">
                <a:latin typeface="Calibri" panose="020F0502020204030204" pitchFamily="34" charset="0"/>
                <a:ea typeface="Consolas" panose="020B0609020204030204" pitchFamily="49" charset="0"/>
                <a:cs typeface="Consolas" panose="020B0609020204030204" pitchFamily="49" charset="0"/>
              </a:rPr>
              <a:t>Composant</a:t>
            </a:r>
            <a:r>
              <a:rPr lang="fr-FR" sz="1600" b="1" spc="-5" dirty="0">
                <a:effectLst/>
                <a:latin typeface="Calibri" panose="020F0502020204030204" pitchFamily="34" charset="0"/>
                <a:ea typeface="Consolas" panose="020B0609020204030204" pitchFamily="49" charset="0"/>
                <a:cs typeface="Consolas" panose="020B0609020204030204" pitchFamily="49" charset="0"/>
              </a:rPr>
              <a:t> </a:t>
            </a:r>
            <a:r>
              <a:rPr lang="fr-FR" b="1" spc="-10" dirty="0">
                <a:latin typeface="Calibri" panose="020F0502020204030204" pitchFamily="34" charset="0"/>
                <a:ea typeface="Consolas" panose="020B0609020204030204" pitchFamily="49" charset="0"/>
                <a:cs typeface="Consolas" panose="020B0609020204030204" pitchFamily="49" charset="0"/>
              </a:rPr>
              <a:t>salutation</a:t>
            </a:r>
            <a:r>
              <a:rPr lang="fr-FR" sz="1600" b="1" spc="-10" dirty="0">
                <a:effectLst/>
                <a:latin typeface="Calibri" panose="020F0502020204030204" pitchFamily="34" charset="0"/>
                <a:ea typeface="Consolas" panose="020B0609020204030204" pitchFamily="49" charset="0"/>
                <a:cs typeface="Consolas" panose="020B0609020204030204" pitchFamily="49" charset="0"/>
              </a:rPr>
              <a:t>.js</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C67D34A1-A7CA-A74B-D52D-0A7E9B85B343}"/>
              </a:ext>
            </a:extLst>
          </p:cNvPr>
          <p:cNvSpPr txBox="1"/>
          <p:nvPr/>
        </p:nvSpPr>
        <p:spPr>
          <a:xfrm>
            <a:off x="4386078" y="1616415"/>
            <a:ext cx="4582632" cy="2927358"/>
          </a:xfrm>
          <a:prstGeom prst="rect">
            <a:avLst/>
          </a:prstGeom>
          <a:solidFill>
            <a:schemeClr val="tx1"/>
          </a:solidFill>
        </p:spPr>
        <p:txBody>
          <a:bodyPr wrap="none">
            <a:noAutofit/>
          </a:bodyPr>
          <a:lstStyle/>
          <a:p>
            <a:pPr marL="17780" algn="l">
              <a:spcBef>
                <a:spcPts val="185"/>
              </a:spcBef>
              <a:buNone/>
            </a:pPr>
            <a:r>
              <a:rPr lang="fr-FR" sz="1100" dirty="0">
                <a:solidFill>
                  <a:srgbClr val="C585C0"/>
                </a:solidFill>
                <a:latin typeface="+mn-lt"/>
                <a:ea typeface="Consolas" panose="020B0609020204030204" pitchFamily="49" charset="0"/>
                <a:cs typeface="Consolas" panose="020B0609020204030204" pitchFamily="49" charset="0"/>
              </a:rPr>
              <a:t>import</a:t>
            </a:r>
            <a:r>
              <a:rPr lang="fr-FR" sz="1100" spc="-30" dirty="0">
                <a:solidFill>
                  <a:srgbClr val="C585C0"/>
                </a:solidFill>
                <a:latin typeface="+mn-lt"/>
                <a:ea typeface="Consolas" panose="020B0609020204030204" pitchFamily="49" charset="0"/>
                <a:cs typeface="Consolas" panose="020B0609020204030204" pitchFamily="49" charset="0"/>
              </a:rPr>
              <a:t> </a:t>
            </a:r>
            <a:r>
              <a:rPr lang="fr-FR" sz="1100" dirty="0" err="1">
                <a:solidFill>
                  <a:srgbClr val="9CDCFD"/>
                </a:solidFill>
                <a:latin typeface="+mn-lt"/>
                <a:ea typeface="Consolas" panose="020B0609020204030204" pitchFamily="49" charset="0"/>
                <a:cs typeface="Consolas" panose="020B0609020204030204" pitchFamily="49" charset="0"/>
              </a:rPr>
              <a:t>React</a:t>
            </a:r>
            <a:r>
              <a:rPr lang="fr-FR" sz="1100" spc="-20" dirty="0">
                <a:solidFill>
                  <a:srgbClr val="9CDCFD"/>
                </a:solidFill>
                <a:latin typeface="+mn-lt"/>
                <a:ea typeface="Consolas" panose="020B0609020204030204" pitchFamily="49" charset="0"/>
                <a:cs typeface="Consolas" panose="020B0609020204030204" pitchFamily="49" charset="0"/>
              </a:rPr>
              <a:t> </a:t>
            </a:r>
            <a:r>
              <a:rPr lang="fr-FR" sz="1100" dirty="0" err="1">
                <a:solidFill>
                  <a:srgbClr val="C585C0"/>
                </a:solidFill>
                <a:latin typeface="+mn-lt"/>
                <a:ea typeface="Consolas" panose="020B0609020204030204" pitchFamily="49" charset="0"/>
                <a:cs typeface="Consolas" panose="020B0609020204030204" pitchFamily="49" charset="0"/>
              </a:rPr>
              <a:t>from</a:t>
            </a:r>
            <a:r>
              <a:rPr lang="fr-FR" sz="1100" spc="-25" dirty="0">
                <a:solidFill>
                  <a:srgbClr val="C585C0"/>
                </a:solidFill>
                <a:latin typeface="+mn-lt"/>
                <a:ea typeface="Consolas" panose="020B0609020204030204" pitchFamily="49" charset="0"/>
                <a:cs typeface="Consolas" panose="020B0609020204030204" pitchFamily="49" charset="0"/>
              </a:rPr>
              <a:t> </a:t>
            </a:r>
            <a:r>
              <a:rPr lang="fr-FR" sz="1100" spc="-10" dirty="0">
                <a:solidFill>
                  <a:srgbClr val="CE9178"/>
                </a:solidFill>
                <a:latin typeface="+mn-lt"/>
                <a:ea typeface="Consolas" panose="020B0609020204030204" pitchFamily="49" charset="0"/>
                <a:cs typeface="Consolas" panose="020B0609020204030204" pitchFamily="49" charset="0"/>
              </a:rPr>
              <a:t>"</a:t>
            </a:r>
            <a:r>
              <a:rPr lang="fr-FR" sz="1100" spc="-10" dirty="0" err="1">
                <a:solidFill>
                  <a:srgbClr val="CE9178"/>
                </a:solidFill>
                <a:latin typeface="+mn-lt"/>
                <a:ea typeface="Consolas" panose="020B0609020204030204" pitchFamily="49" charset="0"/>
                <a:cs typeface="Consolas" panose="020B0609020204030204" pitchFamily="49" charset="0"/>
              </a:rPr>
              <a:t>react</a:t>
            </a:r>
            <a:r>
              <a:rPr lang="fr-FR" sz="1100" spc="-10" dirty="0">
                <a:solidFill>
                  <a:srgbClr val="CE9178"/>
                </a:solidFill>
                <a:latin typeface="+mn-lt"/>
                <a:ea typeface="Consolas" panose="020B0609020204030204" pitchFamily="49" charset="0"/>
                <a:cs typeface="Consolas" panose="020B0609020204030204" pitchFamily="49" charset="0"/>
              </a:rPr>
              <a:t>"</a:t>
            </a:r>
            <a:r>
              <a:rPr lang="fr-FR" sz="1100" spc="-1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algn="l">
              <a:spcBef>
                <a:spcPts val="395"/>
              </a:spcBef>
              <a:buNone/>
            </a:pPr>
            <a:r>
              <a:rPr lang="fr-FR" sz="1100" dirty="0">
                <a:solidFill>
                  <a:srgbClr val="000000"/>
                </a:solidFill>
                <a:latin typeface="+mn-lt"/>
                <a:ea typeface="Consolas" panose="020B0609020204030204" pitchFamily="49" charset="0"/>
                <a:cs typeface="Consolas" panose="020B0609020204030204" pitchFamily="49" charset="0"/>
              </a:rPr>
              <a:t> </a:t>
            </a:r>
            <a:endParaRPr lang="fr-MA" sz="1100" dirty="0">
              <a:latin typeface="+mn-lt"/>
              <a:ea typeface="Consolas" panose="020B0609020204030204" pitchFamily="49" charset="0"/>
              <a:cs typeface="Consolas" panose="020B0609020204030204" pitchFamily="49" charset="0"/>
            </a:endParaRPr>
          </a:p>
          <a:p>
            <a:pPr marL="164465" marR="1064260" indent="-146685" algn="l">
              <a:lnSpc>
                <a:spcPct val="115000"/>
              </a:lnSpc>
              <a:spcBef>
                <a:spcPts val="200"/>
              </a:spcBef>
              <a:buNone/>
            </a:pPr>
            <a:r>
              <a:rPr lang="fr-FR" sz="1100" dirty="0">
                <a:solidFill>
                  <a:srgbClr val="C585C0"/>
                </a:solidFill>
                <a:latin typeface="+mn-lt"/>
                <a:ea typeface="Consolas" panose="020B0609020204030204" pitchFamily="49" charset="0"/>
                <a:cs typeface="Consolas" panose="020B0609020204030204" pitchFamily="49" charset="0"/>
              </a:rPr>
              <a:t>export</a:t>
            </a:r>
            <a:r>
              <a:rPr lang="fr-FR" sz="1100" spc="-40" dirty="0">
                <a:solidFill>
                  <a:srgbClr val="C585C0"/>
                </a:solidFill>
                <a:latin typeface="+mn-lt"/>
                <a:ea typeface="Consolas" panose="020B0609020204030204" pitchFamily="49" charset="0"/>
                <a:cs typeface="Consolas" panose="020B0609020204030204" pitchFamily="49" charset="0"/>
              </a:rPr>
              <a:t> </a:t>
            </a:r>
            <a:r>
              <a:rPr lang="fr-FR" sz="1100" dirty="0">
                <a:solidFill>
                  <a:srgbClr val="C585C0"/>
                </a:solidFill>
                <a:latin typeface="+mn-lt"/>
                <a:ea typeface="Consolas" panose="020B0609020204030204" pitchFamily="49" charset="0"/>
                <a:cs typeface="Consolas" panose="020B0609020204030204" pitchFamily="49" charset="0"/>
              </a:rPr>
              <a:t>default</a:t>
            </a:r>
            <a:r>
              <a:rPr lang="fr-FR" sz="1100" spc="-35" dirty="0">
                <a:solidFill>
                  <a:srgbClr val="C585C0"/>
                </a:solidFill>
                <a:latin typeface="+mn-lt"/>
                <a:ea typeface="Consolas" panose="020B0609020204030204" pitchFamily="49" charset="0"/>
                <a:cs typeface="Consolas" panose="020B0609020204030204" pitchFamily="49" charset="0"/>
              </a:rPr>
              <a:t> </a:t>
            </a:r>
            <a:r>
              <a:rPr lang="fr-FR" sz="1100" dirty="0">
                <a:solidFill>
                  <a:srgbClr val="559CD5"/>
                </a:solidFill>
                <a:latin typeface="+mn-lt"/>
                <a:ea typeface="Consolas" panose="020B0609020204030204" pitchFamily="49" charset="0"/>
                <a:cs typeface="Consolas" panose="020B0609020204030204" pitchFamily="49" charset="0"/>
              </a:rPr>
              <a:t>class</a:t>
            </a:r>
            <a:r>
              <a:rPr lang="fr-FR" sz="1100" spc="-25" dirty="0">
                <a:solidFill>
                  <a:srgbClr val="559CD5"/>
                </a:solidFill>
                <a:latin typeface="+mn-lt"/>
                <a:ea typeface="Consolas" panose="020B0609020204030204" pitchFamily="49" charset="0"/>
                <a:cs typeface="Consolas" panose="020B0609020204030204" pitchFamily="49" charset="0"/>
              </a:rPr>
              <a:t> </a:t>
            </a:r>
            <a:r>
              <a:rPr lang="fr-FR" sz="1100" dirty="0">
                <a:solidFill>
                  <a:srgbClr val="4EC8AF"/>
                </a:solidFill>
                <a:latin typeface="+mn-lt"/>
                <a:ea typeface="Consolas" panose="020B0609020204030204" pitchFamily="49" charset="0"/>
                <a:cs typeface="Consolas" panose="020B0609020204030204" pitchFamily="49" charset="0"/>
              </a:rPr>
              <a:t>Salutation</a:t>
            </a:r>
            <a:r>
              <a:rPr lang="fr-FR" sz="1100" spc="-40" dirty="0">
                <a:solidFill>
                  <a:srgbClr val="4EC8AF"/>
                </a:solidFill>
                <a:latin typeface="+mn-lt"/>
                <a:ea typeface="Consolas" panose="020B0609020204030204" pitchFamily="49" charset="0"/>
                <a:cs typeface="Consolas" panose="020B0609020204030204" pitchFamily="49" charset="0"/>
              </a:rPr>
              <a:t> </a:t>
            </a:r>
            <a:r>
              <a:rPr lang="fr-FR" sz="1100" dirty="0" err="1">
                <a:solidFill>
                  <a:srgbClr val="559CD5"/>
                </a:solidFill>
                <a:latin typeface="+mn-lt"/>
                <a:ea typeface="Consolas" panose="020B0609020204030204" pitchFamily="49" charset="0"/>
                <a:cs typeface="Consolas" panose="020B0609020204030204" pitchFamily="49" charset="0"/>
              </a:rPr>
              <a:t>extends</a:t>
            </a:r>
            <a:r>
              <a:rPr lang="fr-FR" sz="1100" spc="-35" dirty="0">
                <a:solidFill>
                  <a:srgbClr val="559CD5"/>
                </a:solidFill>
                <a:latin typeface="+mn-lt"/>
                <a:ea typeface="Consolas" panose="020B0609020204030204" pitchFamily="49" charset="0"/>
                <a:cs typeface="Consolas" panose="020B0609020204030204" pitchFamily="49" charset="0"/>
              </a:rPr>
              <a:t> </a:t>
            </a:r>
            <a:r>
              <a:rPr lang="fr-FR" sz="1100" dirty="0" err="1">
                <a:solidFill>
                  <a:srgbClr val="4EC8AF"/>
                </a:solidFill>
                <a:latin typeface="+mn-lt"/>
                <a:ea typeface="Consolas" panose="020B0609020204030204" pitchFamily="49" charset="0"/>
                <a:cs typeface="Consolas" panose="020B0609020204030204" pitchFamily="49" charset="0"/>
              </a:rPr>
              <a:t>React</a:t>
            </a:r>
            <a:r>
              <a:rPr lang="fr-FR" sz="1100" dirty="0" err="1">
                <a:solidFill>
                  <a:srgbClr val="D3D3D3"/>
                </a:solidFill>
                <a:latin typeface="+mn-lt"/>
                <a:ea typeface="Consolas" panose="020B0609020204030204" pitchFamily="49" charset="0"/>
                <a:cs typeface="Consolas" panose="020B0609020204030204" pitchFamily="49" charset="0"/>
              </a:rPr>
              <a:t>.</a:t>
            </a:r>
            <a:r>
              <a:rPr lang="fr-FR" sz="1100" dirty="0" err="1">
                <a:solidFill>
                  <a:srgbClr val="4EC8AF"/>
                </a:solidFill>
                <a:latin typeface="+mn-lt"/>
                <a:ea typeface="Consolas" panose="020B0609020204030204" pitchFamily="49" charset="0"/>
                <a:cs typeface="Consolas" panose="020B0609020204030204" pitchFamily="49" charset="0"/>
              </a:rPr>
              <a:t>Component</a:t>
            </a:r>
            <a:r>
              <a:rPr lang="fr-FR" sz="1100" spc="-25" dirty="0">
                <a:solidFill>
                  <a:srgbClr val="4EC8AF"/>
                </a:solidFill>
                <a:latin typeface="+mn-lt"/>
                <a:ea typeface="Consolas" panose="020B0609020204030204" pitchFamily="49" charset="0"/>
                <a:cs typeface="Consolas" panose="020B0609020204030204" pitchFamily="49" charset="0"/>
              </a:rPr>
              <a:t> </a:t>
            </a:r>
            <a:r>
              <a:rPr lang="fr-FR" sz="1100" dirty="0">
                <a:solidFill>
                  <a:srgbClr val="D3D3D3"/>
                </a:solidFill>
                <a:latin typeface="+mn-lt"/>
                <a:ea typeface="Consolas" panose="020B0609020204030204" pitchFamily="49" charset="0"/>
                <a:cs typeface="Consolas" panose="020B0609020204030204" pitchFamily="49" charset="0"/>
              </a:rPr>
              <a:t>{ </a:t>
            </a:r>
          </a:p>
          <a:p>
            <a:pPr marL="164465" marR="1064260" indent="-146685" algn="l">
              <a:lnSpc>
                <a:spcPct val="115000"/>
              </a:lnSpc>
              <a:spcBef>
                <a:spcPts val="200"/>
              </a:spcBef>
              <a:buNone/>
            </a:pPr>
            <a:r>
              <a:rPr lang="fr-FR" sz="1100" dirty="0">
                <a:solidFill>
                  <a:srgbClr val="D3D3D3"/>
                </a:solidFill>
                <a:latin typeface="+mn-lt"/>
                <a:ea typeface="Consolas" panose="020B0609020204030204" pitchFamily="49" charset="0"/>
                <a:cs typeface="Consolas" panose="020B0609020204030204" pitchFamily="49" charset="0"/>
              </a:rPr>
              <a:t>  </a:t>
            </a:r>
            <a:r>
              <a:rPr lang="fr-FR" sz="1100" dirty="0" err="1">
                <a:solidFill>
                  <a:srgbClr val="DCDCAA"/>
                </a:solidFill>
                <a:latin typeface="+mn-lt"/>
                <a:ea typeface="Consolas" panose="020B0609020204030204" pitchFamily="49" charset="0"/>
                <a:cs typeface="Consolas" panose="020B0609020204030204" pitchFamily="49" charset="0"/>
              </a:rPr>
              <a:t>render</a:t>
            </a:r>
            <a:r>
              <a:rPr lang="fr-FR" sz="1100" dirty="0">
                <a:solidFill>
                  <a:srgbClr val="D3D3D3"/>
                </a:solidFill>
                <a:latin typeface="+mn-lt"/>
                <a:ea typeface="Consolas" panose="020B0609020204030204" pitchFamily="49" charset="0"/>
                <a:cs typeface="Consolas" panose="020B0609020204030204" pitchFamily="49" charset="0"/>
              </a:rPr>
              <a:t>() {</a:t>
            </a:r>
            <a:endParaRPr lang="fr-MA" sz="1100" dirty="0">
              <a:latin typeface="+mn-lt"/>
              <a:ea typeface="Consolas" panose="020B0609020204030204" pitchFamily="49" charset="0"/>
              <a:cs typeface="Consolas" panose="020B0609020204030204" pitchFamily="49" charset="0"/>
            </a:endParaRPr>
          </a:p>
          <a:p>
            <a:pPr marL="310515" marR="3549650" algn="l">
              <a:lnSpc>
                <a:spcPct val="115000"/>
              </a:lnSpc>
              <a:spcBef>
                <a:spcPts val="20"/>
              </a:spcBef>
              <a:buNone/>
            </a:pPr>
            <a:r>
              <a:rPr lang="fr-FR" sz="1100" spc="-10" dirty="0">
                <a:solidFill>
                  <a:srgbClr val="9CDCFD"/>
                </a:solidFill>
                <a:latin typeface="+mn-lt"/>
                <a:ea typeface="Consolas" panose="020B0609020204030204" pitchFamily="49" charset="0"/>
                <a:cs typeface="Consolas" panose="020B0609020204030204" pitchFamily="49" charset="0"/>
              </a:rPr>
              <a:t>console</a:t>
            </a:r>
            <a:r>
              <a:rPr lang="fr-FR" sz="1100" spc="-10" dirty="0">
                <a:solidFill>
                  <a:srgbClr val="D3D3D3"/>
                </a:solidFill>
                <a:latin typeface="+mn-lt"/>
                <a:ea typeface="Consolas" panose="020B0609020204030204" pitchFamily="49" charset="0"/>
                <a:cs typeface="Consolas" panose="020B0609020204030204" pitchFamily="49" charset="0"/>
              </a:rPr>
              <a:t>.</a:t>
            </a:r>
            <a:r>
              <a:rPr lang="fr-FR" sz="1100" spc="-10" dirty="0">
                <a:solidFill>
                  <a:srgbClr val="DCDCAA"/>
                </a:solidFill>
                <a:latin typeface="+mn-lt"/>
                <a:ea typeface="Consolas" panose="020B0609020204030204" pitchFamily="49" charset="0"/>
                <a:cs typeface="Consolas" panose="020B0609020204030204" pitchFamily="49" charset="0"/>
              </a:rPr>
              <a:t>log</a:t>
            </a:r>
            <a:r>
              <a:rPr lang="fr-FR" sz="1100" spc="-10" dirty="0">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559CD5"/>
                </a:solidFill>
                <a:latin typeface="+mn-lt"/>
                <a:ea typeface="Consolas" panose="020B0609020204030204" pitchFamily="49" charset="0"/>
                <a:cs typeface="Consolas" panose="020B0609020204030204" pitchFamily="49" charset="0"/>
              </a:rPr>
              <a:t>this</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4FC1FF"/>
                </a:solidFill>
                <a:latin typeface="+mn-lt"/>
                <a:ea typeface="Consolas" panose="020B0609020204030204" pitchFamily="49" charset="0"/>
                <a:cs typeface="Consolas" panose="020B0609020204030204" pitchFamily="49" charset="0"/>
              </a:rPr>
              <a:t>props</a:t>
            </a:r>
            <a:r>
              <a:rPr lang="fr-FR" sz="1100" spc="-10" dirty="0">
                <a:solidFill>
                  <a:srgbClr val="D3D3D3"/>
                </a:solidFill>
                <a:latin typeface="+mn-lt"/>
                <a:ea typeface="Consolas" panose="020B0609020204030204" pitchFamily="49" charset="0"/>
                <a:cs typeface="Consolas" panose="020B0609020204030204" pitchFamily="49" charset="0"/>
              </a:rPr>
              <a:t>); </a:t>
            </a:r>
          </a:p>
          <a:p>
            <a:pPr marL="310515" marR="3549650" algn="l">
              <a:lnSpc>
                <a:spcPct val="115000"/>
              </a:lnSpc>
              <a:spcBef>
                <a:spcPts val="20"/>
              </a:spcBef>
              <a:buNone/>
            </a:pPr>
            <a:r>
              <a:rPr lang="fr-FR" sz="1100" dirty="0">
                <a:solidFill>
                  <a:srgbClr val="C585C0"/>
                </a:solidFill>
                <a:latin typeface="+mn-lt"/>
                <a:ea typeface="Consolas" panose="020B0609020204030204" pitchFamily="49" charset="0"/>
                <a:cs typeface="Consolas" panose="020B0609020204030204" pitchFamily="49" charset="0"/>
              </a:rPr>
              <a:t>return </a:t>
            </a:r>
            <a:r>
              <a:rPr lang="fr-FR" sz="110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456565" algn="l">
              <a:spcBef>
                <a:spcPts val="200"/>
              </a:spcBef>
              <a:buNone/>
            </a:pP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div</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603250" algn="l">
              <a:spcBef>
                <a:spcPts val="190"/>
              </a:spcBef>
              <a:buNone/>
            </a:pPr>
            <a:r>
              <a:rPr lang="fr-FR" sz="1100" spc="-20" dirty="0">
                <a:solidFill>
                  <a:srgbClr val="808080"/>
                </a:solidFill>
                <a:latin typeface="+mn-lt"/>
                <a:ea typeface="Consolas" panose="020B0609020204030204" pitchFamily="49" charset="0"/>
                <a:cs typeface="Consolas" panose="020B0609020204030204" pitchFamily="49" charset="0"/>
              </a:rPr>
              <a:t>&lt;</a:t>
            </a:r>
            <a:r>
              <a:rPr lang="fr-FR" sz="1100" spc="-20" dirty="0">
                <a:solidFill>
                  <a:srgbClr val="559CD5"/>
                </a:solidFill>
                <a:latin typeface="+mn-lt"/>
                <a:ea typeface="Consolas" panose="020B0609020204030204" pitchFamily="49" charset="0"/>
                <a:cs typeface="Consolas" panose="020B0609020204030204" pitchFamily="49" charset="0"/>
              </a:rPr>
              <a:t>h2</a:t>
            </a:r>
            <a:r>
              <a:rPr lang="fr-FR" sz="1100" spc="-2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749300" algn="l">
              <a:spcBef>
                <a:spcPts val="195"/>
              </a:spcBef>
              <a:buNone/>
            </a:pPr>
            <a:r>
              <a:rPr lang="fr-FR" sz="1100" dirty="0">
                <a:solidFill>
                  <a:srgbClr val="D3D3D3"/>
                </a:solidFill>
                <a:latin typeface="+mn-lt"/>
                <a:ea typeface="Consolas" panose="020B0609020204030204" pitchFamily="49" charset="0"/>
                <a:cs typeface="Consolas" panose="020B0609020204030204" pitchFamily="49" charset="0"/>
              </a:rPr>
              <a:t>Salut</a:t>
            </a:r>
            <a:r>
              <a:rPr lang="fr-FR" sz="1100" spc="-90" dirty="0">
                <a:solidFill>
                  <a:srgbClr val="D3D3D3"/>
                </a:solidFill>
                <a:latin typeface="+mn-lt"/>
                <a:ea typeface="Consolas" panose="020B0609020204030204" pitchFamily="49" charset="0"/>
                <a:cs typeface="Consolas" panose="020B0609020204030204" pitchFamily="49" charset="0"/>
              </a:rPr>
              <a:t> </a:t>
            </a:r>
            <a:r>
              <a:rPr lang="fr-FR" sz="1100" dirty="0">
                <a:solidFill>
                  <a:srgbClr val="559CD5"/>
                </a:solidFill>
                <a:latin typeface="+mn-lt"/>
                <a:ea typeface="Consolas" panose="020B0609020204030204" pitchFamily="49" charset="0"/>
                <a:cs typeface="Consolas" panose="020B0609020204030204" pitchFamily="49" charset="0"/>
              </a:rPr>
              <a:t>{</a:t>
            </a:r>
            <a:r>
              <a:rPr lang="fr-FR" sz="1100" dirty="0" err="1">
                <a:solidFill>
                  <a:srgbClr val="559CD5"/>
                </a:solidFill>
                <a:latin typeface="+mn-lt"/>
                <a:ea typeface="Consolas" panose="020B0609020204030204" pitchFamily="49" charset="0"/>
                <a:cs typeface="Consolas" panose="020B0609020204030204" pitchFamily="49" charset="0"/>
              </a:rPr>
              <a:t>this</a:t>
            </a:r>
            <a:r>
              <a:rPr lang="fr-FR" sz="1100" dirty="0" err="1">
                <a:solidFill>
                  <a:srgbClr val="D3D3D3"/>
                </a:solidFill>
                <a:latin typeface="+mn-lt"/>
                <a:ea typeface="Consolas" panose="020B0609020204030204" pitchFamily="49" charset="0"/>
                <a:cs typeface="Consolas" panose="020B0609020204030204" pitchFamily="49" charset="0"/>
              </a:rPr>
              <a:t>.</a:t>
            </a:r>
            <a:r>
              <a:rPr lang="fr-FR" sz="1100" dirty="0" err="1">
                <a:solidFill>
                  <a:srgbClr val="4FC1FF"/>
                </a:solidFill>
                <a:latin typeface="+mn-lt"/>
                <a:ea typeface="Consolas" panose="020B0609020204030204" pitchFamily="49" charset="0"/>
                <a:cs typeface="Consolas" panose="020B0609020204030204" pitchFamily="49" charset="0"/>
              </a:rPr>
              <a:t>props</a:t>
            </a:r>
            <a:r>
              <a:rPr lang="fr-FR" sz="1100" dirty="0" err="1">
                <a:solidFill>
                  <a:srgbClr val="D3D3D3"/>
                </a:solidFill>
                <a:latin typeface="+mn-lt"/>
                <a:ea typeface="Consolas" panose="020B0609020204030204" pitchFamily="49" charset="0"/>
                <a:cs typeface="Consolas" panose="020B0609020204030204" pitchFamily="49" charset="0"/>
              </a:rPr>
              <a:t>.</a:t>
            </a:r>
            <a:r>
              <a:rPr lang="fr-FR" sz="1100" dirty="0" err="1">
                <a:solidFill>
                  <a:srgbClr val="9CDCFD"/>
                </a:solidFill>
                <a:latin typeface="+mn-lt"/>
                <a:ea typeface="Consolas" panose="020B0609020204030204" pitchFamily="49" charset="0"/>
                <a:cs typeface="Consolas" panose="020B0609020204030204" pitchFamily="49" charset="0"/>
              </a:rPr>
              <a:t>personne</a:t>
            </a:r>
            <a:r>
              <a:rPr lang="fr-FR" sz="1100" dirty="0" err="1">
                <a:solidFill>
                  <a:srgbClr val="D3D3D3"/>
                </a:solidFill>
                <a:latin typeface="+mn-lt"/>
                <a:ea typeface="Consolas" panose="020B0609020204030204" pitchFamily="49" charset="0"/>
                <a:cs typeface="Consolas" panose="020B0609020204030204" pitchFamily="49" charset="0"/>
              </a:rPr>
              <a:t>.</a:t>
            </a:r>
            <a:r>
              <a:rPr lang="fr-FR" sz="1100" dirty="0" err="1">
                <a:solidFill>
                  <a:srgbClr val="9CDCFD"/>
                </a:solidFill>
                <a:latin typeface="+mn-lt"/>
                <a:ea typeface="Consolas" panose="020B0609020204030204" pitchFamily="49" charset="0"/>
                <a:cs typeface="Consolas" panose="020B0609020204030204" pitchFamily="49" charset="0"/>
              </a:rPr>
              <a:t>nom</a:t>
            </a:r>
            <a:r>
              <a:rPr lang="fr-FR" sz="1100" dirty="0">
                <a:solidFill>
                  <a:srgbClr val="559CD5"/>
                </a:solidFill>
                <a:latin typeface="+mn-lt"/>
                <a:ea typeface="Consolas" panose="020B0609020204030204" pitchFamily="49" charset="0"/>
                <a:cs typeface="Consolas" panose="020B0609020204030204" pitchFamily="49" charset="0"/>
              </a:rPr>
              <a:t>}</a:t>
            </a:r>
            <a:r>
              <a:rPr lang="fr-FR" sz="1100" spc="-70" dirty="0">
                <a:solidFill>
                  <a:srgbClr val="559CD5"/>
                </a:solidFill>
                <a:latin typeface="+mn-lt"/>
                <a:ea typeface="Consolas" panose="020B0609020204030204" pitchFamily="49" charset="0"/>
                <a:cs typeface="Consolas" panose="020B0609020204030204" pitchFamily="49" charset="0"/>
              </a:rPr>
              <a:t> </a:t>
            </a:r>
            <a:r>
              <a:rPr lang="fr-FR" sz="1100" spc="-10" dirty="0">
                <a:solidFill>
                  <a:srgbClr val="559CD5"/>
                </a:solidFill>
                <a:latin typeface="+mn-lt"/>
                <a:ea typeface="Consolas" panose="020B0609020204030204" pitchFamily="49" charset="0"/>
                <a:cs typeface="Consolas" panose="020B0609020204030204" pitchFamily="49" charset="0"/>
              </a:rPr>
              <a:t>{</a:t>
            </a:r>
            <a:r>
              <a:rPr lang="fr-FR" sz="1100" spc="-10" dirty="0" err="1">
                <a:solidFill>
                  <a:srgbClr val="559CD5"/>
                </a:solidFill>
                <a:latin typeface="+mn-lt"/>
                <a:ea typeface="Consolas" panose="020B0609020204030204" pitchFamily="49" charset="0"/>
                <a:cs typeface="Consolas" panose="020B0609020204030204" pitchFamily="49" charset="0"/>
              </a:rPr>
              <a:t>this</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4FC1FF"/>
                </a:solidFill>
                <a:latin typeface="+mn-lt"/>
                <a:ea typeface="Consolas" panose="020B0609020204030204" pitchFamily="49" charset="0"/>
                <a:cs typeface="Consolas" panose="020B0609020204030204" pitchFamily="49" charset="0"/>
              </a:rPr>
              <a:t>props</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9CDCFD"/>
                </a:solidFill>
                <a:latin typeface="+mn-lt"/>
                <a:ea typeface="Consolas" panose="020B0609020204030204" pitchFamily="49" charset="0"/>
                <a:cs typeface="Consolas" panose="020B0609020204030204" pitchFamily="49" charset="0"/>
              </a:rPr>
              <a:t>personne</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9CDCFD"/>
                </a:solidFill>
                <a:latin typeface="+mn-lt"/>
                <a:ea typeface="Consolas" panose="020B0609020204030204" pitchFamily="49" charset="0"/>
                <a:cs typeface="Consolas" panose="020B0609020204030204" pitchFamily="49" charset="0"/>
              </a:rPr>
              <a:t>prenom</a:t>
            </a:r>
            <a:r>
              <a:rPr lang="fr-FR" sz="1100" spc="-10" dirty="0">
                <a:solidFill>
                  <a:srgbClr val="559CD5"/>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603250" algn="l">
              <a:spcBef>
                <a:spcPts val="200"/>
              </a:spcBef>
              <a:buNone/>
            </a:pP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h2</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latin typeface="+mn-lt"/>
                <a:ea typeface="Consolas" panose="020B0609020204030204" pitchFamily="49" charset="0"/>
                <a:cs typeface="Consolas" panose="020B0609020204030204" pitchFamily="49" charset="0"/>
              </a:rPr>
              <a:t>&lt;</a:t>
            </a:r>
            <a:r>
              <a:rPr lang="fr-FR" sz="1100" dirty="0" err="1">
                <a:solidFill>
                  <a:srgbClr val="559CD5"/>
                </a:solidFill>
                <a:latin typeface="+mn-lt"/>
                <a:ea typeface="Consolas" panose="020B0609020204030204" pitchFamily="49" charset="0"/>
                <a:cs typeface="Consolas" panose="020B0609020204030204" pitchFamily="49" charset="0"/>
              </a:rPr>
              <a:t>hr</a:t>
            </a:r>
            <a:r>
              <a:rPr lang="fr-FR" sz="1100" spc="-20" dirty="0">
                <a:solidFill>
                  <a:srgbClr val="559CD5"/>
                </a:solidFill>
                <a:latin typeface="+mn-lt"/>
                <a:ea typeface="Consolas" panose="020B0609020204030204" pitchFamily="49" charset="0"/>
                <a:cs typeface="Consolas" panose="020B0609020204030204" pitchFamily="49" charset="0"/>
              </a:rPr>
              <a:t> </a:t>
            </a:r>
            <a:r>
              <a:rPr lang="fr-FR" sz="1100" spc="-25"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456565" algn="l">
              <a:spcBef>
                <a:spcPts val="185"/>
              </a:spcBef>
              <a:buNone/>
            </a:pP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div</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310515" algn="l">
              <a:spcBef>
                <a:spcPts val="200"/>
              </a:spcBef>
              <a:buNone/>
            </a:pPr>
            <a:r>
              <a:rPr lang="fr-FR" sz="1100" spc="-25"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164465" algn="l">
              <a:spcBef>
                <a:spcPts val="200"/>
              </a:spcBef>
              <a:buNone/>
            </a:pPr>
            <a:r>
              <a:rPr lang="fr-FR" sz="1100" spc="-5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17780" algn="l">
              <a:spcBef>
                <a:spcPts val="185"/>
              </a:spcBef>
              <a:buNone/>
            </a:pPr>
            <a:endParaRPr lang="fr-MA" sz="1100" dirty="0">
              <a:effectLst/>
              <a:latin typeface="+mn-lt"/>
              <a:ea typeface="Consolas" panose="020B0609020204030204" pitchFamily="49" charset="0"/>
              <a:cs typeface="Consolas" panose="020B0609020204030204" pitchFamily="49" charset="0"/>
            </a:endParaRPr>
          </a:p>
        </p:txBody>
      </p:sp>
      <p:sp>
        <p:nvSpPr>
          <p:cNvPr id="17" name="ZoneTexte 16">
            <a:extLst>
              <a:ext uri="{FF2B5EF4-FFF2-40B4-BE49-F238E27FC236}">
                <a16:creationId xmlns:a16="http://schemas.microsoft.com/office/drawing/2014/main" id="{1CAB2B03-DCD7-C103-2161-55DFF8321FA7}"/>
              </a:ext>
            </a:extLst>
          </p:cNvPr>
          <p:cNvSpPr txBox="1"/>
          <p:nvPr/>
        </p:nvSpPr>
        <p:spPr>
          <a:xfrm>
            <a:off x="296049" y="1265447"/>
            <a:ext cx="4582632"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b="1" dirty="0">
                <a:latin typeface="+mn-lt"/>
              </a:rPr>
              <a:t>Composant App</a:t>
            </a:r>
            <a:r>
              <a:rPr lang="fr-FR" sz="1600" b="1" dirty="0">
                <a:latin typeface="+mn-lt"/>
              </a:rPr>
              <a:t>.js</a:t>
            </a:r>
            <a:endParaRPr lang="fr-MA" sz="1600" dirty="0">
              <a:latin typeface="+mn-lt"/>
            </a:endParaRPr>
          </a:p>
        </p:txBody>
      </p:sp>
      <p:sp>
        <p:nvSpPr>
          <p:cNvPr id="27" name="Rectangle 10">
            <a:extLst>
              <a:ext uri="{FF2B5EF4-FFF2-40B4-BE49-F238E27FC236}">
                <a16:creationId xmlns:a16="http://schemas.microsoft.com/office/drawing/2014/main" id="{D1D653B4-8AAB-733F-BE91-5AB3B786F23B}"/>
              </a:ext>
            </a:extLst>
          </p:cNvPr>
          <p:cNvSpPr>
            <a:spLocks noChangeArrowheads="1"/>
          </p:cNvSpPr>
          <p:nvPr/>
        </p:nvSpPr>
        <p:spPr bwMode="auto">
          <a:xfrm>
            <a:off x="0" y="4679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7899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p:bldP spid="15" grpId="0" animBg="1"/>
      <p:bldP spid="1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0CA97-35B8-63C2-2486-31C5300721F1}"/>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4D57568B-946D-622B-1488-7F338633945B}"/>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0CF3BB81-1816-6916-F7AC-00F6496E3DD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a:t>
            </a:r>
            <a:r>
              <a:rPr lang="fr-FR" sz="2400" b="1" dirty="0" err="1">
                <a:solidFill>
                  <a:schemeClr val="accent1">
                    <a:lumMod val="75000"/>
                  </a:schemeClr>
                </a:solidFill>
                <a:latin typeface="+mn-lt"/>
              </a:rPr>
              <a:t>props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CC4309CA-1970-2D1A-0132-2EEB9A4D407E}"/>
              </a:ext>
            </a:extLst>
          </p:cNvPr>
          <p:cNvSpPr txBox="1"/>
          <p:nvPr/>
        </p:nvSpPr>
        <p:spPr>
          <a:xfrm>
            <a:off x="328936" y="831758"/>
            <a:ext cx="8357864"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altLang="fr-FR" b="1" dirty="0">
                <a:solidFill>
                  <a:srgbClr val="2E5395"/>
                </a:solidFill>
                <a:ea typeface="Calibri" panose="020F0502020204030204" pitchFamily="34" charset="0"/>
              </a:rPr>
              <a:t>Passage d’une liste « </a:t>
            </a:r>
            <a:r>
              <a:rPr lang="fr-FR" altLang="fr-FR" b="1" dirty="0" err="1">
                <a:solidFill>
                  <a:srgbClr val="2E5395"/>
                </a:solidFill>
                <a:ea typeface="Calibri" panose="020F0502020204030204" pitchFamily="34" charset="0"/>
              </a:rPr>
              <a:t>Array</a:t>
            </a:r>
            <a:r>
              <a:rPr lang="fr-FR" altLang="fr-FR" b="1" dirty="0">
                <a:solidFill>
                  <a:srgbClr val="2E5395"/>
                </a:solidFill>
                <a:ea typeface="Calibri" panose="020F0502020204030204" pitchFamily="34" charset="0"/>
              </a:rPr>
              <a:t> » dans </a:t>
            </a:r>
            <a:r>
              <a:rPr lang="fr-FR" altLang="fr-FR" b="1" dirty="0" err="1">
                <a:solidFill>
                  <a:srgbClr val="2E5395"/>
                </a:solidFill>
                <a:ea typeface="Calibri" panose="020F0502020204030204" pitchFamily="34" charset="0"/>
              </a:rPr>
              <a:t>props</a:t>
            </a:r>
            <a:r>
              <a:rPr lang="fr-FR" altLang="fr-FR" b="1" dirty="0">
                <a:solidFill>
                  <a:srgbClr val="2E5395"/>
                </a:solidFill>
                <a:ea typeface="Calibri" panose="020F0502020204030204" pitchFamily="34" charset="0"/>
              </a:rPr>
              <a:t> dans un composant créé </a:t>
            </a:r>
            <a:r>
              <a:rPr lang="fr-FR" b="1" dirty="0">
                <a:solidFill>
                  <a:srgbClr val="2E5395"/>
                </a:solidFill>
                <a:ea typeface="Calibri" panose="020F0502020204030204" pitchFamily="34" charset="0"/>
              </a:rPr>
              <a:t>via une classe</a:t>
            </a:r>
            <a:r>
              <a:rPr lang="fr-FR" altLang="fr-FR" b="1" dirty="0">
                <a:solidFill>
                  <a:srgbClr val="2E5395"/>
                </a:solidFill>
                <a:ea typeface="Calibri" panose="020F0502020204030204" pitchFamily="34" charset="0"/>
              </a:rPr>
              <a:t> </a:t>
            </a:r>
            <a:endParaRPr lang="fr-FR" altLang="fr-FR" b="1" dirty="0">
              <a:latin typeface="+mn-lt"/>
              <a:ea typeface="Calibri" panose="020F0502020204030204" pitchFamily="34" charset="0"/>
            </a:endParaRPr>
          </a:p>
        </p:txBody>
      </p:sp>
      <p:sp>
        <p:nvSpPr>
          <p:cNvPr id="10" name="ZoneTexte 9">
            <a:extLst>
              <a:ext uri="{FF2B5EF4-FFF2-40B4-BE49-F238E27FC236}">
                <a16:creationId xmlns:a16="http://schemas.microsoft.com/office/drawing/2014/main" id="{C208D761-0101-0B46-1EC9-FBC81407EB08}"/>
              </a:ext>
            </a:extLst>
          </p:cNvPr>
          <p:cNvSpPr txBox="1"/>
          <p:nvPr/>
        </p:nvSpPr>
        <p:spPr>
          <a:xfrm>
            <a:off x="212402" y="1601461"/>
            <a:ext cx="4224475" cy="3524546"/>
          </a:xfrm>
          <a:prstGeom prst="rect">
            <a:avLst/>
          </a:prstGeom>
          <a:solidFill>
            <a:schemeClr val="tx1"/>
          </a:solidFill>
        </p:spPr>
        <p:txBody>
          <a:bodyPr wrap="none" lIns="108000">
            <a:noAutofit/>
          </a:bodyPr>
          <a:lstStyle/>
          <a:p>
            <a:pPr marL="18288" marR="2130552" algn="l">
              <a:lnSpc>
                <a:spcPct val="115000"/>
              </a:lnSpc>
              <a:spcBef>
                <a:spcPts val="195"/>
              </a:spcBef>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30" dirty="0">
                <a:solidFill>
                  <a:srgbClr val="C585C0"/>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React</a:t>
            </a:r>
            <a:r>
              <a:rPr lang="fr-FR" sz="1200" spc="-20"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25" dirty="0">
                <a:solidFill>
                  <a:srgbClr val="C585C0"/>
                </a:solidFill>
                <a:latin typeface="+mn-lt"/>
                <a:ea typeface="Consolas" panose="020B0609020204030204" pitchFamily="49" charset="0"/>
                <a:cs typeface="Consolas" panose="020B0609020204030204" pitchFamily="49" charset="0"/>
              </a:rPr>
              <a:t> </a:t>
            </a:r>
            <a:r>
              <a:rPr lang="fr-FR" sz="1200" spc="-10" dirty="0">
                <a:solidFill>
                  <a:srgbClr val="CE9178"/>
                </a:solidFill>
                <a:latin typeface="+mn-lt"/>
                <a:ea typeface="Consolas" panose="020B0609020204030204" pitchFamily="49" charset="0"/>
                <a:cs typeface="Consolas" panose="020B0609020204030204" pitchFamily="49" charset="0"/>
              </a:rPr>
              <a:t>'</a:t>
            </a:r>
            <a:r>
              <a:rPr lang="fr-FR" sz="1200" spc="-10" dirty="0" err="1">
                <a:solidFill>
                  <a:srgbClr val="CE9178"/>
                </a:solidFill>
                <a:latin typeface="+mn-lt"/>
                <a:ea typeface="Consolas" panose="020B0609020204030204" pitchFamily="49" charset="0"/>
                <a:cs typeface="Consolas" panose="020B0609020204030204" pitchFamily="49" charset="0"/>
              </a:rPr>
              <a:t>react</a:t>
            </a:r>
            <a:r>
              <a:rPr lang="fr-FR" sz="1200" spc="-10" dirty="0">
                <a:solidFill>
                  <a:srgbClr val="CE9178"/>
                </a:solidFill>
                <a:latin typeface="+mn-lt"/>
                <a:ea typeface="Consolas" panose="020B0609020204030204" pitchFamily="49" charset="0"/>
                <a:cs typeface="Consolas" panose="020B0609020204030204" pitchFamily="49" charset="0"/>
              </a:rPr>
              <a:t>'</a:t>
            </a:r>
            <a:endParaRPr lang="fr-MA" sz="1200" dirty="0">
              <a:latin typeface="+mn-lt"/>
            </a:endParaRPr>
          </a:p>
          <a:p>
            <a:pPr marL="18288" marR="2130552" algn="l">
              <a:lnSpc>
                <a:spcPct val="115000"/>
              </a:lnSpc>
              <a:spcBef>
                <a:spcPts val="195"/>
              </a:spcBef>
            </a:pPr>
            <a:r>
              <a:rPr lang="fr-FR" sz="1200" dirty="0">
                <a:solidFill>
                  <a:srgbClr val="C585C0"/>
                </a:solidFill>
                <a:latin typeface="+mn-lt"/>
                <a:ea typeface="Consolas" panose="020B0609020204030204" pitchFamily="49" charset="0"/>
                <a:cs typeface="Consolas" panose="020B0609020204030204" pitchFamily="49" charset="0"/>
              </a:rPr>
              <a:t>import</a:t>
            </a:r>
            <a:r>
              <a:rPr lang="fr-FR" sz="1200" spc="-70" dirty="0">
                <a:solidFill>
                  <a:srgbClr val="C585C0"/>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Salutation</a:t>
            </a:r>
            <a:r>
              <a:rPr lang="fr-FR" sz="1200" spc="-65" dirty="0">
                <a:solidFill>
                  <a:srgbClr val="9CDCFD"/>
                </a:solidFill>
                <a:latin typeface="+mn-lt"/>
                <a:ea typeface="Consolas" panose="020B0609020204030204" pitchFamily="49" charset="0"/>
                <a:cs typeface="Consolas" panose="020B0609020204030204" pitchFamily="49" charset="0"/>
              </a:rPr>
              <a:t> </a:t>
            </a:r>
            <a:r>
              <a:rPr lang="fr-FR" sz="1200" dirty="0" err="1">
                <a:solidFill>
                  <a:srgbClr val="C585C0"/>
                </a:solidFill>
                <a:latin typeface="+mn-lt"/>
                <a:ea typeface="Consolas" panose="020B0609020204030204" pitchFamily="49" charset="0"/>
                <a:cs typeface="Consolas" panose="020B0609020204030204" pitchFamily="49" charset="0"/>
              </a:rPr>
              <a:t>from</a:t>
            </a:r>
            <a:r>
              <a:rPr lang="fr-FR" sz="1200" spc="-65" dirty="0">
                <a:solidFill>
                  <a:srgbClr val="C585C0"/>
                </a:solidFill>
                <a:latin typeface="+mn-lt"/>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'./components/Salutation’</a:t>
            </a:r>
            <a:r>
              <a:rPr lang="fr-FR" sz="120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ndParaRPr>
          </a:p>
          <a:p>
            <a:pPr marL="18288" algn="l">
              <a:lnSpc>
                <a:spcPts val="1225"/>
              </a:lnSpc>
              <a:spcBef>
                <a:spcPts val="200"/>
              </a:spcBef>
            </a:pPr>
            <a:r>
              <a:rPr lang="fr-FR" sz="1200" dirty="0" err="1">
                <a:solidFill>
                  <a:srgbClr val="559CD5"/>
                </a:solidFill>
                <a:latin typeface="+mn-lt"/>
                <a:ea typeface="Consolas" panose="020B0609020204030204" pitchFamily="49" charset="0"/>
                <a:cs typeface="Consolas" panose="020B0609020204030204" pitchFamily="49" charset="0"/>
              </a:rPr>
              <a:t>function</a:t>
            </a:r>
            <a:r>
              <a:rPr lang="fr-FR" sz="1200" spc="-45" dirty="0">
                <a:solidFill>
                  <a:srgbClr val="559CD5"/>
                </a:solidFill>
                <a:latin typeface="+mn-lt"/>
                <a:ea typeface="Consolas" panose="020B0609020204030204" pitchFamily="49" charset="0"/>
                <a:cs typeface="Consolas" panose="020B0609020204030204" pitchFamily="49" charset="0"/>
              </a:rPr>
              <a:t> </a:t>
            </a:r>
            <a:r>
              <a:rPr lang="fr-FR" sz="1200" spc="-10" dirty="0">
                <a:solidFill>
                  <a:srgbClr val="DCDCAA"/>
                </a:solidFill>
                <a:latin typeface="+mn-lt"/>
                <a:ea typeface="Consolas" panose="020B0609020204030204" pitchFamily="49" charset="0"/>
                <a:cs typeface="Consolas" panose="020B0609020204030204" pitchFamily="49" charset="0"/>
              </a:rPr>
              <a:t>App</a:t>
            </a:r>
            <a:r>
              <a:rPr lang="fr-FR" sz="1200" spc="-1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ndParaRPr>
          </a:p>
          <a:p>
            <a:pPr marL="17780" marR="2438400" algn="l">
              <a:lnSpc>
                <a:spcPct val="115000"/>
              </a:lnSpc>
              <a:spcBef>
                <a:spcPts val="200"/>
              </a:spcBef>
              <a:buNone/>
            </a:pPr>
            <a:endParaRPr lang="fr-FR" sz="1200" dirty="0">
              <a:solidFill>
                <a:srgbClr val="559CD5"/>
              </a:solidFill>
              <a:latin typeface="+mn-lt"/>
              <a:ea typeface="Consolas" panose="020B0609020204030204" pitchFamily="49" charset="0"/>
              <a:cs typeface="Consolas" panose="020B0609020204030204" pitchFamily="49" charset="0"/>
            </a:endParaRPr>
          </a:p>
          <a:p>
            <a:pPr marL="164465" marR="1980565" algn="l">
              <a:lnSpc>
                <a:spcPct val="115000"/>
              </a:lnSpc>
              <a:spcBef>
                <a:spcPts val="200"/>
              </a:spcBef>
              <a:buNone/>
            </a:pPr>
            <a:r>
              <a:rPr lang="fr-FR" sz="1200" dirty="0">
                <a:solidFill>
                  <a:srgbClr val="559CD5"/>
                </a:solidFill>
                <a:latin typeface="+mn-lt"/>
                <a:ea typeface="Consolas" panose="020B0609020204030204" pitchFamily="49" charset="0"/>
                <a:cs typeface="Consolas" panose="020B0609020204030204" pitchFamily="49" charset="0"/>
              </a:rPr>
              <a:t>let</a:t>
            </a:r>
            <a:r>
              <a:rPr lang="fr-FR" sz="1200" spc="-30" dirty="0">
                <a:solidFill>
                  <a:srgbClr val="559CD5"/>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personne1</a:t>
            </a:r>
            <a:r>
              <a:rPr lang="fr-FR" sz="1200" spc="-25" dirty="0">
                <a:solidFill>
                  <a:srgbClr val="9CDCFD"/>
                </a:solidFill>
                <a:latin typeface="+mn-lt"/>
                <a:ea typeface="Consolas" panose="020B0609020204030204" pitchFamily="49" charset="0"/>
                <a:cs typeface="Consolas" panose="020B0609020204030204" pitchFamily="49" charset="0"/>
              </a:rPr>
              <a:t> </a:t>
            </a:r>
            <a:r>
              <a:rPr lang="fr-FR" sz="1200" dirty="0">
                <a:solidFill>
                  <a:srgbClr val="D3D3D3"/>
                </a:solidFill>
                <a:latin typeface="+mn-lt"/>
                <a:ea typeface="Consolas" panose="020B0609020204030204" pitchFamily="49" charset="0"/>
                <a:cs typeface="Consolas" panose="020B0609020204030204" pitchFamily="49" charset="0"/>
              </a:rPr>
              <a:t>=</a:t>
            </a:r>
            <a:r>
              <a:rPr lang="fr-FR" sz="1200" spc="-30" dirty="0">
                <a:solidFill>
                  <a:srgbClr val="D3D3D3"/>
                </a:solidFill>
                <a:latin typeface="+mn-lt"/>
                <a:ea typeface="Consolas" panose="020B0609020204030204" pitchFamily="49" charset="0"/>
                <a:cs typeface="Consolas" panose="020B0609020204030204" pitchFamily="49" charset="0"/>
              </a:rPr>
              <a:t> </a:t>
            </a:r>
            <a:r>
              <a:rPr lang="fr-FR" sz="1200" dirty="0">
                <a:solidFill>
                  <a:srgbClr val="D3D3D3"/>
                </a:solidFill>
                <a:latin typeface="+mn-lt"/>
                <a:ea typeface="Consolas" panose="020B0609020204030204" pitchFamily="49" charset="0"/>
                <a:cs typeface="Consolas" panose="020B0609020204030204" pitchFamily="49" charset="0"/>
              </a:rPr>
              <a:t>{</a:t>
            </a:r>
            <a:r>
              <a:rPr lang="fr-FR" sz="1200" spc="-25" dirty="0">
                <a:solidFill>
                  <a:srgbClr val="D3D3D3"/>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nom:</a:t>
            </a:r>
            <a:r>
              <a:rPr lang="fr-FR" sz="1200" spc="-25" dirty="0">
                <a:solidFill>
                  <a:srgbClr val="9CDCFD"/>
                </a:solidFill>
                <a:latin typeface="+mn-lt"/>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"Rami"</a:t>
            </a:r>
            <a:r>
              <a:rPr lang="fr-FR" sz="1200" dirty="0">
                <a:solidFill>
                  <a:srgbClr val="D3D3D3"/>
                </a:solidFill>
                <a:latin typeface="+mn-lt"/>
                <a:ea typeface="Consolas" panose="020B0609020204030204" pitchFamily="49" charset="0"/>
                <a:cs typeface="Consolas" panose="020B0609020204030204" pitchFamily="49" charset="0"/>
              </a:rPr>
              <a:t>,</a:t>
            </a:r>
            <a:r>
              <a:rPr lang="fr-FR" sz="1200" spc="-30" dirty="0">
                <a:solidFill>
                  <a:srgbClr val="D3D3D3"/>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prenom</a:t>
            </a:r>
            <a:r>
              <a:rPr lang="fr-FR" sz="1200" dirty="0">
                <a:solidFill>
                  <a:srgbClr val="9CDCFD"/>
                </a:solidFill>
                <a:latin typeface="+mn-lt"/>
                <a:ea typeface="Consolas" panose="020B0609020204030204" pitchFamily="49" charset="0"/>
                <a:cs typeface="Consolas" panose="020B0609020204030204" pitchFamily="49" charset="0"/>
              </a:rPr>
              <a:t>:</a:t>
            </a:r>
            <a:r>
              <a:rPr lang="fr-FR" sz="1200" spc="-25" dirty="0">
                <a:solidFill>
                  <a:srgbClr val="9CDCFD"/>
                </a:solidFill>
                <a:latin typeface="+mn-lt"/>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"Ahmed"</a:t>
            </a:r>
            <a:r>
              <a:rPr lang="fr-FR" sz="1200" spc="-25" dirty="0">
                <a:solidFill>
                  <a:srgbClr val="CE9178"/>
                </a:solidFill>
                <a:latin typeface="+mn-lt"/>
                <a:ea typeface="Consolas" panose="020B0609020204030204" pitchFamily="49" charset="0"/>
                <a:cs typeface="Consolas" panose="020B0609020204030204" pitchFamily="49" charset="0"/>
              </a:rPr>
              <a:t> </a:t>
            </a:r>
            <a:r>
              <a:rPr lang="fr-FR" sz="1200" dirty="0">
                <a:solidFill>
                  <a:srgbClr val="D3D3D3"/>
                </a:solidFill>
                <a:latin typeface="+mn-lt"/>
                <a:ea typeface="Consolas" panose="020B0609020204030204" pitchFamily="49" charset="0"/>
                <a:cs typeface="Consolas" panose="020B0609020204030204" pitchFamily="49" charset="0"/>
              </a:rPr>
              <a:t>}; </a:t>
            </a:r>
            <a:r>
              <a:rPr lang="fr-FR" sz="1200" dirty="0">
                <a:solidFill>
                  <a:srgbClr val="559CD5"/>
                </a:solidFill>
                <a:latin typeface="+mn-lt"/>
                <a:ea typeface="Consolas" panose="020B0609020204030204" pitchFamily="49" charset="0"/>
                <a:cs typeface="Consolas" panose="020B0609020204030204" pitchFamily="49" charset="0"/>
              </a:rPr>
              <a:t>l</a:t>
            </a:r>
          </a:p>
          <a:p>
            <a:pPr marL="164465" marR="1980565" algn="l">
              <a:lnSpc>
                <a:spcPct val="115000"/>
              </a:lnSpc>
              <a:spcBef>
                <a:spcPts val="200"/>
              </a:spcBef>
              <a:buNone/>
            </a:pPr>
            <a:r>
              <a:rPr lang="fr-FR" sz="1200" dirty="0">
                <a:solidFill>
                  <a:srgbClr val="559CD5"/>
                </a:solidFill>
                <a:latin typeface="+mn-lt"/>
                <a:ea typeface="Consolas" panose="020B0609020204030204" pitchFamily="49" charset="0"/>
                <a:cs typeface="Consolas" panose="020B0609020204030204" pitchFamily="49" charset="0"/>
              </a:rPr>
              <a:t>et </a:t>
            </a:r>
            <a:r>
              <a:rPr lang="fr-FR" sz="1200" dirty="0" err="1">
                <a:solidFill>
                  <a:srgbClr val="9CDCFD"/>
                </a:solidFill>
                <a:latin typeface="+mn-lt"/>
                <a:ea typeface="Consolas" panose="020B0609020204030204" pitchFamily="49" charset="0"/>
                <a:cs typeface="Consolas" panose="020B0609020204030204" pitchFamily="49" charset="0"/>
              </a:rPr>
              <a:t>diplomes</a:t>
            </a:r>
            <a:r>
              <a:rPr lang="fr-FR" sz="1200" dirty="0">
                <a:solidFill>
                  <a:srgbClr val="9CDCFD"/>
                </a:solidFill>
                <a:latin typeface="+mn-lt"/>
                <a:ea typeface="Consolas" panose="020B0609020204030204" pitchFamily="49" charset="0"/>
                <a:cs typeface="Consolas" panose="020B0609020204030204" pitchFamily="49" charset="0"/>
              </a:rPr>
              <a:t> </a:t>
            </a:r>
            <a:r>
              <a:rPr lang="fr-FR" sz="1200" dirty="0">
                <a:solidFill>
                  <a:srgbClr val="D3D3D3"/>
                </a:solidFill>
                <a:latin typeface="+mn-lt"/>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"Bac"</a:t>
            </a:r>
            <a:r>
              <a:rPr lang="fr-FR" sz="1200" dirty="0">
                <a:solidFill>
                  <a:srgbClr val="D3D3D3"/>
                </a:solidFill>
                <a:latin typeface="+mn-lt"/>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"Licence"</a:t>
            </a:r>
            <a:r>
              <a:rPr lang="fr-FR" sz="1200" dirty="0">
                <a:solidFill>
                  <a:srgbClr val="D3D3D3"/>
                </a:solidFill>
                <a:latin typeface="+mn-lt"/>
                <a:ea typeface="Consolas" panose="020B0609020204030204" pitchFamily="49" charset="0"/>
                <a:cs typeface="Consolas" panose="020B0609020204030204" pitchFamily="49" charset="0"/>
              </a:rPr>
              <a:t>, </a:t>
            </a:r>
            <a:r>
              <a:rPr lang="fr-FR" sz="1200" dirty="0">
                <a:solidFill>
                  <a:srgbClr val="CE9178"/>
                </a:solidFill>
                <a:latin typeface="+mn-lt"/>
                <a:ea typeface="Consolas" panose="020B0609020204030204" pitchFamily="49" charset="0"/>
                <a:cs typeface="Consolas" panose="020B0609020204030204" pitchFamily="49" charset="0"/>
              </a:rPr>
              <a:t>"Master"</a:t>
            </a:r>
            <a:r>
              <a:rPr lang="fr-FR" sz="1200" dirty="0">
                <a:solidFill>
                  <a:srgbClr val="D3D3D3"/>
                </a:solidFill>
                <a:latin typeface="+mn-lt"/>
                <a:ea typeface="Consolas" panose="020B0609020204030204" pitchFamily="49" charset="0"/>
                <a:cs typeface="Consolas" panose="020B0609020204030204" pitchFamily="49" charset="0"/>
              </a:rPr>
              <a:t>]; </a:t>
            </a:r>
          </a:p>
          <a:p>
            <a:pPr marL="164465" marR="1980565" algn="l">
              <a:lnSpc>
                <a:spcPct val="115000"/>
              </a:lnSpc>
              <a:spcBef>
                <a:spcPts val="200"/>
              </a:spcBef>
              <a:buNone/>
            </a:pPr>
            <a:r>
              <a:rPr lang="fr-FR" sz="1200" dirty="0">
                <a:solidFill>
                  <a:srgbClr val="C585C0"/>
                </a:solidFill>
                <a:latin typeface="+mn-lt"/>
                <a:ea typeface="Consolas" panose="020B0609020204030204" pitchFamily="49" charset="0"/>
                <a:cs typeface="Consolas" panose="020B0609020204030204" pitchFamily="49" charset="0"/>
              </a:rPr>
              <a:t>return </a:t>
            </a:r>
            <a:r>
              <a:rPr lang="fr-FR" sz="120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310515" algn="l">
              <a:lnSpc>
                <a:spcPts val="1225"/>
              </a:lnSpc>
              <a:spcBef>
                <a:spcPts val="200"/>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456565" algn="l">
              <a:spcBef>
                <a:spcPts val="195"/>
              </a:spcBef>
              <a:buNone/>
            </a:pPr>
            <a:r>
              <a:rPr lang="fr-FR" sz="1200" dirty="0">
                <a:solidFill>
                  <a:srgbClr val="808080"/>
                </a:solidFill>
                <a:latin typeface="+mn-lt"/>
                <a:ea typeface="Consolas" panose="020B0609020204030204" pitchFamily="49" charset="0"/>
                <a:cs typeface="Consolas" panose="020B0609020204030204" pitchFamily="49" charset="0"/>
              </a:rPr>
              <a:t>&lt;</a:t>
            </a:r>
            <a:r>
              <a:rPr lang="fr-FR" sz="1200" dirty="0">
                <a:solidFill>
                  <a:srgbClr val="4EC8AF"/>
                </a:solidFill>
                <a:latin typeface="+mn-lt"/>
                <a:ea typeface="Consolas" panose="020B0609020204030204" pitchFamily="49" charset="0"/>
                <a:cs typeface="Consolas" panose="020B0609020204030204" pitchFamily="49" charset="0"/>
              </a:rPr>
              <a:t>Salutation</a:t>
            </a:r>
            <a:r>
              <a:rPr lang="fr-FR" sz="1200" spc="-130" dirty="0">
                <a:solidFill>
                  <a:srgbClr val="4EC8AF"/>
                </a:solidFill>
                <a:latin typeface="+mn-lt"/>
                <a:ea typeface="Consolas" panose="020B0609020204030204" pitchFamily="49" charset="0"/>
                <a:cs typeface="Consolas" panose="020B0609020204030204" pitchFamily="49" charset="0"/>
              </a:rPr>
              <a:t> </a:t>
            </a:r>
            <a:r>
              <a:rPr lang="fr-FR" sz="1200" dirty="0">
                <a:solidFill>
                  <a:srgbClr val="9CDCFD"/>
                </a:solidFill>
                <a:latin typeface="+mn-lt"/>
                <a:ea typeface="Consolas" panose="020B0609020204030204" pitchFamily="49" charset="0"/>
                <a:cs typeface="Consolas" panose="020B0609020204030204" pitchFamily="49" charset="0"/>
              </a:rPr>
              <a:t>personne</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559CD5"/>
                </a:solidFill>
                <a:latin typeface="+mn-lt"/>
                <a:ea typeface="Consolas" panose="020B0609020204030204" pitchFamily="49" charset="0"/>
                <a:cs typeface="Consolas" panose="020B0609020204030204" pitchFamily="49" charset="0"/>
              </a:rPr>
              <a:t>{</a:t>
            </a:r>
            <a:r>
              <a:rPr lang="fr-FR" sz="1200" dirty="0">
                <a:solidFill>
                  <a:srgbClr val="9CDCFD"/>
                </a:solidFill>
                <a:latin typeface="+mn-lt"/>
                <a:ea typeface="Consolas" panose="020B0609020204030204" pitchFamily="49" charset="0"/>
                <a:cs typeface="Consolas" panose="020B0609020204030204" pitchFamily="49" charset="0"/>
              </a:rPr>
              <a:t>personne1</a:t>
            </a:r>
            <a:r>
              <a:rPr lang="fr-FR" sz="1200" dirty="0">
                <a:solidFill>
                  <a:srgbClr val="559CD5"/>
                </a:solidFill>
                <a:latin typeface="+mn-lt"/>
                <a:ea typeface="Consolas" panose="020B0609020204030204" pitchFamily="49" charset="0"/>
                <a:cs typeface="Consolas" panose="020B0609020204030204" pitchFamily="49" charset="0"/>
              </a:rPr>
              <a:t>}</a:t>
            </a:r>
            <a:r>
              <a:rPr lang="fr-FR" sz="1200" spc="-125" dirty="0">
                <a:solidFill>
                  <a:srgbClr val="559CD5"/>
                </a:solidFill>
                <a:latin typeface="+mn-lt"/>
                <a:ea typeface="Consolas" panose="020B0609020204030204" pitchFamily="49" charset="0"/>
                <a:cs typeface="Consolas" panose="020B0609020204030204" pitchFamily="49" charset="0"/>
              </a:rPr>
              <a:t> </a:t>
            </a:r>
            <a:r>
              <a:rPr lang="fr-FR" sz="1200" dirty="0" err="1">
                <a:solidFill>
                  <a:srgbClr val="9CDCFD"/>
                </a:solidFill>
                <a:latin typeface="+mn-lt"/>
                <a:ea typeface="Consolas" panose="020B0609020204030204" pitchFamily="49" charset="0"/>
                <a:cs typeface="Consolas" panose="020B0609020204030204" pitchFamily="49" charset="0"/>
              </a:rPr>
              <a:t>diplomes</a:t>
            </a:r>
            <a:r>
              <a:rPr lang="fr-FR" sz="1200" dirty="0">
                <a:solidFill>
                  <a:srgbClr val="D3D3D3"/>
                </a:solidFill>
                <a:latin typeface="+mn-lt"/>
                <a:ea typeface="Consolas" panose="020B0609020204030204" pitchFamily="49" charset="0"/>
                <a:cs typeface="Consolas" panose="020B0609020204030204" pitchFamily="49" charset="0"/>
              </a:rPr>
              <a:t>=</a:t>
            </a:r>
            <a:r>
              <a:rPr lang="fr-FR" sz="1200" dirty="0">
                <a:solidFill>
                  <a:srgbClr val="559CD5"/>
                </a:solidFill>
                <a:latin typeface="+mn-lt"/>
                <a:ea typeface="Consolas" panose="020B0609020204030204" pitchFamily="49" charset="0"/>
                <a:cs typeface="Consolas" panose="020B0609020204030204" pitchFamily="49" charset="0"/>
              </a:rPr>
              <a:t>{</a:t>
            </a:r>
            <a:r>
              <a:rPr lang="fr-FR" sz="1200" dirty="0" err="1">
                <a:solidFill>
                  <a:srgbClr val="9CDCFD"/>
                </a:solidFill>
                <a:latin typeface="+mn-lt"/>
                <a:ea typeface="Consolas" panose="020B0609020204030204" pitchFamily="49" charset="0"/>
                <a:cs typeface="Consolas" panose="020B0609020204030204" pitchFamily="49" charset="0"/>
              </a:rPr>
              <a:t>diplomes</a:t>
            </a:r>
            <a:r>
              <a:rPr lang="fr-FR" sz="1200" dirty="0">
                <a:solidFill>
                  <a:srgbClr val="559CD5"/>
                </a:solidFill>
                <a:latin typeface="+mn-lt"/>
                <a:ea typeface="Consolas" panose="020B0609020204030204" pitchFamily="49" charset="0"/>
                <a:cs typeface="Consolas" panose="020B0609020204030204" pitchFamily="49" charset="0"/>
              </a:rPr>
              <a:t>}</a:t>
            </a:r>
            <a:r>
              <a:rPr lang="fr-FR" sz="1200" spc="-120" dirty="0">
                <a:solidFill>
                  <a:srgbClr val="559CD5"/>
                </a:solidFill>
                <a:latin typeface="+mn-lt"/>
                <a:ea typeface="Consolas" panose="020B0609020204030204" pitchFamily="49" charset="0"/>
                <a:cs typeface="Consolas" panose="020B0609020204030204" pitchFamily="49" charset="0"/>
              </a:rPr>
              <a:t> </a:t>
            </a:r>
            <a:r>
              <a:rPr lang="fr-FR" sz="1200" spc="-25"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310515" algn="l">
              <a:spcBef>
                <a:spcPts val="185"/>
              </a:spcBef>
              <a:buNone/>
            </a:pPr>
            <a:r>
              <a:rPr lang="fr-FR" sz="1200" spc="-10" dirty="0">
                <a:solidFill>
                  <a:srgbClr val="808080"/>
                </a:solidFill>
                <a:latin typeface="+mn-lt"/>
                <a:ea typeface="Consolas" panose="020B0609020204030204" pitchFamily="49" charset="0"/>
                <a:cs typeface="Consolas" panose="020B0609020204030204" pitchFamily="49" charset="0"/>
              </a:rPr>
              <a:t>&lt;/</a:t>
            </a:r>
            <a:r>
              <a:rPr lang="fr-FR" sz="1200" spc="-10" dirty="0">
                <a:solidFill>
                  <a:srgbClr val="559CD5"/>
                </a:solidFill>
                <a:latin typeface="+mn-lt"/>
                <a:ea typeface="Consolas" panose="020B0609020204030204" pitchFamily="49" charset="0"/>
                <a:cs typeface="Consolas" panose="020B0609020204030204" pitchFamily="49" charset="0"/>
              </a:rPr>
              <a:t>div</a:t>
            </a:r>
            <a:r>
              <a:rPr lang="fr-FR" sz="1200" spc="-10" dirty="0">
                <a:solidFill>
                  <a:srgbClr val="808080"/>
                </a:solidFill>
                <a:latin typeface="+mn-lt"/>
                <a:ea typeface="Consolas" panose="020B0609020204030204" pitchFamily="49" charset="0"/>
                <a:cs typeface="Consolas" panose="020B0609020204030204" pitchFamily="49" charset="0"/>
              </a:rPr>
              <a:t>&gt;</a:t>
            </a:r>
            <a:endParaRPr lang="fr-MA" sz="1200" dirty="0">
              <a:latin typeface="+mn-lt"/>
              <a:ea typeface="Consolas" panose="020B0609020204030204" pitchFamily="49" charset="0"/>
              <a:cs typeface="Consolas" panose="020B0609020204030204" pitchFamily="49" charset="0"/>
            </a:endParaRPr>
          </a:p>
          <a:p>
            <a:pPr marL="164465" algn="l">
              <a:spcBef>
                <a:spcPts val="200"/>
              </a:spcBef>
              <a:buNone/>
            </a:pPr>
            <a:r>
              <a:rPr lang="fr-FR" sz="1200" spc="-25"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marL="17780" algn="l">
              <a:spcBef>
                <a:spcPts val="200"/>
              </a:spcBef>
              <a:buNone/>
            </a:pPr>
            <a:r>
              <a:rPr lang="fr-FR" sz="1200" spc="-50" dirty="0">
                <a:solidFill>
                  <a:srgbClr val="D3D3D3"/>
                </a:solidFill>
                <a:latin typeface="+mn-lt"/>
                <a:ea typeface="Consolas" panose="020B0609020204030204" pitchFamily="49" charset="0"/>
                <a:cs typeface="Consolas" panose="020B0609020204030204" pitchFamily="49" charset="0"/>
              </a:rPr>
              <a:t>}</a:t>
            </a:r>
            <a:endParaRPr lang="fr-MA" sz="1200" dirty="0">
              <a:latin typeface="+mn-lt"/>
              <a:ea typeface="Consolas" panose="020B0609020204030204" pitchFamily="49" charset="0"/>
              <a:cs typeface="Consolas" panose="020B0609020204030204" pitchFamily="49" charset="0"/>
            </a:endParaRPr>
          </a:p>
          <a:p>
            <a:pPr algn="l">
              <a:spcBef>
                <a:spcPts val="185"/>
              </a:spcBef>
            </a:pPr>
            <a:r>
              <a:rPr lang="fr-FR" sz="1200" dirty="0">
                <a:solidFill>
                  <a:srgbClr val="559CD5"/>
                </a:solidFill>
                <a:latin typeface="+mn-lt"/>
                <a:ea typeface="Consolas" panose="020B0609020204030204" pitchFamily="49" charset="0"/>
                <a:cs typeface="Consolas" panose="020B0609020204030204" pitchFamily="49" charset="0"/>
              </a:rPr>
              <a:t>export default </a:t>
            </a:r>
            <a:r>
              <a:rPr lang="fr-FR" sz="1200" spc="-20" dirty="0">
                <a:solidFill>
                  <a:srgbClr val="FFC000"/>
                </a:solidFill>
                <a:latin typeface="+mn-lt"/>
                <a:ea typeface="Calibri" panose="020F0502020204030204" pitchFamily="34" charset="0"/>
              </a:rPr>
              <a:t>App</a:t>
            </a:r>
            <a:r>
              <a:rPr lang="fr-FR" sz="1200" spc="-20" dirty="0">
                <a:latin typeface="+mn-lt"/>
                <a:ea typeface="Calibri" panose="020F0502020204030204" pitchFamily="34" charset="0"/>
              </a:rPr>
              <a:t>;</a:t>
            </a:r>
            <a:endParaRPr lang="fr-FR" sz="1200" dirty="0">
              <a:latin typeface="+mn-lt"/>
              <a:ea typeface="Calibri" panose="020F0502020204030204" pitchFamily="34" charset="0"/>
            </a:endParaRPr>
          </a:p>
        </p:txBody>
      </p:sp>
      <p:sp>
        <p:nvSpPr>
          <p:cNvPr id="13" name="ZoneTexte 12">
            <a:extLst>
              <a:ext uri="{FF2B5EF4-FFF2-40B4-BE49-F238E27FC236}">
                <a16:creationId xmlns:a16="http://schemas.microsoft.com/office/drawing/2014/main" id="{B16D7601-5595-E991-4295-EDE190AE629A}"/>
              </a:ext>
            </a:extLst>
          </p:cNvPr>
          <p:cNvSpPr txBox="1"/>
          <p:nvPr/>
        </p:nvSpPr>
        <p:spPr>
          <a:xfrm>
            <a:off x="4386078" y="1265447"/>
            <a:ext cx="4582632" cy="338554"/>
          </a:xfrm>
          <a:prstGeom prst="rect">
            <a:avLst/>
          </a:prstGeom>
          <a:noFill/>
        </p:spPr>
        <p:txBody>
          <a:bodyPr wrap="square">
            <a:spAutoFit/>
          </a:bodyPr>
          <a:lstStyle/>
          <a:p>
            <a:pPr marL="285750" indent="-285750" algn="l">
              <a:spcBef>
                <a:spcPts val="600"/>
              </a:spcBef>
              <a:buFont typeface="Wingdings" panose="05000000000000000000" pitchFamily="2" charset="2"/>
              <a:buChar char="§"/>
            </a:pPr>
            <a:r>
              <a:rPr lang="fr-FR" sz="1600" b="1" dirty="0">
                <a:effectLst/>
                <a:latin typeface="Calibri" panose="020F0502020204030204" pitchFamily="34" charset="0"/>
                <a:ea typeface="Consolas" panose="020B0609020204030204" pitchFamily="49" charset="0"/>
                <a:cs typeface="Consolas" panose="020B0609020204030204" pitchFamily="49" charset="0"/>
              </a:rPr>
              <a:t>Composant</a:t>
            </a:r>
            <a:r>
              <a:rPr lang="fr-FR" sz="1600" b="1" spc="-5" dirty="0">
                <a:effectLst/>
                <a:latin typeface="Calibri" panose="020F0502020204030204" pitchFamily="34" charset="0"/>
                <a:ea typeface="Consolas" panose="020B0609020204030204" pitchFamily="49" charset="0"/>
                <a:cs typeface="Consolas" panose="020B0609020204030204" pitchFamily="49" charset="0"/>
              </a:rPr>
              <a:t> </a:t>
            </a:r>
            <a:r>
              <a:rPr lang="fr-FR" b="1" spc="-10" dirty="0">
                <a:latin typeface="Calibri" panose="020F0502020204030204" pitchFamily="34" charset="0"/>
                <a:ea typeface="Consolas" panose="020B0609020204030204" pitchFamily="49" charset="0"/>
                <a:cs typeface="Consolas" panose="020B0609020204030204" pitchFamily="49" charset="0"/>
              </a:rPr>
              <a:t>salutation</a:t>
            </a:r>
            <a:r>
              <a:rPr lang="fr-FR" sz="1600" b="1" spc="-10" dirty="0">
                <a:effectLst/>
                <a:latin typeface="Calibri" panose="020F0502020204030204" pitchFamily="34" charset="0"/>
                <a:ea typeface="Consolas" panose="020B0609020204030204" pitchFamily="49" charset="0"/>
                <a:cs typeface="Consolas" panose="020B0609020204030204" pitchFamily="49" charset="0"/>
              </a:rPr>
              <a:t>.js</a:t>
            </a:r>
            <a:endParaRPr lang="fr-MA"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DDA1DF1E-F363-A4EB-5B7B-FCD7C1AF9B06}"/>
              </a:ext>
            </a:extLst>
          </p:cNvPr>
          <p:cNvSpPr txBox="1"/>
          <p:nvPr/>
        </p:nvSpPr>
        <p:spPr>
          <a:xfrm>
            <a:off x="4568958" y="1616414"/>
            <a:ext cx="4582632" cy="3524546"/>
          </a:xfrm>
          <a:prstGeom prst="rect">
            <a:avLst/>
          </a:prstGeom>
          <a:solidFill>
            <a:schemeClr val="tx1"/>
          </a:solidFill>
        </p:spPr>
        <p:txBody>
          <a:bodyPr wrap="none">
            <a:noAutofit/>
          </a:bodyPr>
          <a:lstStyle/>
          <a:p>
            <a:pPr marL="17780" algn="l">
              <a:spcBef>
                <a:spcPts val="185"/>
              </a:spcBef>
              <a:buNone/>
            </a:pPr>
            <a:r>
              <a:rPr lang="fr-FR" sz="1100" dirty="0">
                <a:solidFill>
                  <a:srgbClr val="C585C0"/>
                </a:solidFill>
                <a:latin typeface="+mn-lt"/>
                <a:ea typeface="Consolas" panose="020B0609020204030204" pitchFamily="49" charset="0"/>
                <a:cs typeface="Consolas" panose="020B0609020204030204" pitchFamily="49" charset="0"/>
              </a:rPr>
              <a:t>import</a:t>
            </a:r>
            <a:r>
              <a:rPr lang="fr-FR" sz="1100" spc="-30" dirty="0">
                <a:solidFill>
                  <a:srgbClr val="C585C0"/>
                </a:solidFill>
                <a:latin typeface="+mn-lt"/>
                <a:ea typeface="Consolas" panose="020B0609020204030204" pitchFamily="49" charset="0"/>
                <a:cs typeface="Consolas" panose="020B0609020204030204" pitchFamily="49" charset="0"/>
              </a:rPr>
              <a:t> </a:t>
            </a:r>
            <a:r>
              <a:rPr lang="fr-FR" sz="1100" dirty="0" err="1">
                <a:solidFill>
                  <a:srgbClr val="9CDCFD"/>
                </a:solidFill>
                <a:latin typeface="+mn-lt"/>
                <a:ea typeface="Consolas" panose="020B0609020204030204" pitchFamily="49" charset="0"/>
                <a:cs typeface="Consolas" panose="020B0609020204030204" pitchFamily="49" charset="0"/>
              </a:rPr>
              <a:t>React</a:t>
            </a:r>
            <a:r>
              <a:rPr lang="fr-FR" sz="1100" spc="-20" dirty="0">
                <a:solidFill>
                  <a:srgbClr val="9CDCFD"/>
                </a:solidFill>
                <a:latin typeface="+mn-lt"/>
                <a:ea typeface="Consolas" panose="020B0609020204030204" pitchFamily="49" charset="0"/>
                <a:cs typeface="Consolas" panose="020B0609020204030204" pitchFamily="49" charset="0"/>
              </a:rPr>
              <a:t> </a:t>
            </a:r>
            <a:r>
              <a:rPr lang="fr-FR" sz="1100" dirty="0" err="1">
                <a:solidFill>
                  <a:srgbClr val="C585C0"/>
                </a:solidFill>
                <a:latin typeface="+mn-lt"/>
                <a:ea typeface="Consolas" panose="020B0609020204030204" pitchFamily="49" charset="0"/>
                <a:cs typeface="Consolas" panose="020B0609020204030204" pitchFamily="49" charset="0"/>
              </a:rPr>
              <a:t>from</a:t>
            </a:r>
            <a:r>
              <a:rPr lang="fr-FR" sz="1100" spc="-25" dirty="0">
                <a:solidFill>
                  <a:srgbClr val="C585C0"/>
                </a:solidFill>
                <a:latin typeface="+mn-lt"/>
                <a:ea typeface="Consolas" panose="020B0609020204030204" pitchFamily="49" charset="0"/>
                <a:cs typeface="Consolas" panose="020B0609020204030204" pitchFamily="49" charset="0"/>
              </a:rPr>
              <a:t> </a:t>
            </a:r>
            <a:r>
              <a:rPr lang="fr-FR" sz="1100" spc="-10" dirty="0">
                <a:solidFill>
                  <a:srgbClr val="CE9178"/>
                </a:solidFill>
                <a:latin typeface="+mn-lt"/>
                <a:ea typeface="Consolas" panose="020B0609020204030204" pitchFamily="49" charset="0"/>
                <a:cs typeface="Consolas" panose="020B0609020204030204" pitchFamily="49" charset="0"/>
              </a:rPr>
              <a:t>"</a:t>
            </a:r>
            <a:r>
              <a:rPr lang="fr-FR" sz="1100" spc="-10" dirty="0" err="1">
                <a:solidFill>
                  <a:srgbClr val="CE9178"/>
                </a:solidFill>
                <a:latin typeface="+mn-lt"/>
                <a:ea typeface="Consolas" panose="020B0609020204030204" pitchFamily="49" charset="0"/>
                <a:cs typeface="Consolas" panose="020B0609020204030204" pitchFamily="49" charset="0"/>
              </a:rPr>
              <a:t>react</a:t>
            </a:r>
            <a:r>
              <a:rPr lang="fr-FR" sz="1100" spc="-10" dirty="0">
                <a:solidFill>
                  <a:srgbClr val="CE9178"/>
                </a:solidFill>
                <a:latin typeface="+mn-lt"/>
                <a:ea typeface="Consolas" panose="020B0609020204030204" pitchFamily="49" charset="0"/>
                <a:cs typeface="Consolas" panose="020B0609020204030204" pitchFamily="49" charset="0"/>
              </a:rPr>
              <a:t>"</a:t>
            </a:r>
            <a:r>
              <a:rPr lang="fr-FR" sz="1100" spc="-1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algn="l">
              <a:spcBef>
                <a:spcPts val="395"/>
              </a:spcBef>
              <a:buNone/>
            </a:pPr>
            <a:r>
              <a:rPr lang="fr-FR" sz="1100" dirty="0">
                <a:solidFill>
                  <a:srgbClr val="000000"/>
                </a:solidFill>
                <a:latin typeface="+mn-lt"/>
                <a:ea typeface="Consolas" panose="020B0609020204030204" pitchFamily="49" charset="0"/>
                <a:cs typeface="Consolas" panose="020B0609020204030204" pitchFamily="49" charset="0"/>
              </a:rPr>
              <a:t> </a:t>
            </a:r>
            <a:endParaRPr lang="fr-MA" sz="1100" dirty="0">
              <a:latin typeface="+mn-lt"/>
              <a:ea typeface="Consolas" panose="020B0609020204030204" pitchFamily="49" charset="0"/>
              <a:cs typeface="Consolas" panose="020B0609020204030204" pitchFamily="49" charset="0"/>
            </a:endParaRPr>
          </a:p>
          <a:p>
            <a:pPr marL="164465" marR="1064260" indent="-146685" algn="l">
              <a:lnSpc>
                <a:spcPct val="115000"/>
              </a:lnSpc>
              <a:spcBef>
                <a:spcPts val="200"/>
              </a:spcBef>
              <a:buNone/>
            </a:pPr>
            <a:r>
              <a:rPr lang="fr-FR" sz="1100" dirty="0">
                <a:solidFill>
                  <a:srgbClr val="C585C0"/>
                </a:solidFill>
                <a:latin typeface="+mn-lt"/>
                <a:ea typeface="Consolas" panose="020B0609020204030204" pitchFamily="49" charset="0"/>
                <a:cs typeface="Consolas" panose="020B0609020204030204" pitchFamily="49" charset="0"/>
              </a:rPr>
              <a:t>export</a:t>
            </a:r>
            <a:r>
              <a:rPr lang="fr-FR" sz="1100" spc="-40" dirty="0">
                <a:solidFill>
                  <a:srgbClr val="C585C0"/>
                </a:solidFill>
                <a:latin typeface="+mn-lt"/>
                <a:ea typeface="Consolas" panose="020B0609020204030204" pitchFamily="49" charset="0"/>
                <a:cs typeface="Consolas" panose="020B0609020204030204" pitchFamily="49" charset="0"/>
              </a:rPr>
              <a:t> </a:t>
            </a:r>
            <a:r>
              <a:rPr lang="fr-FR" sz="1100" dirty="0">
                <a:solidFill>
                  <a:srgbClr val="C585C0"/>
                </a:solidFill>
                <a:latin typeface="+mn-lt"/>
                <a:ea typeface="Consolas" panose="020B0609020204030204" pitchFamily="49" charset="0"/>
                <a:cs typeface="Consolas" panose="020B0609020204030204" pitchFamily="49" charset="0"/>
              </a:rPr>
              <a:t>default</a:t>
            </a:r>
            <a:r>
              <a:rPr lang="fr-FR" sz="1100" spc="-35" dirty="0">
                <a:solidFill>
                  <a:srgbClr val="C585C0"/>
                </a:solidFill>
                <a:latin typeface="+mn-lt"/>
                <a:ea typeface="Consolas" panose="020B0609020204030204" pitchFamily="49" charset="0"/>
                <a:cs typeface="Consolas" panose="020B0609020204030204" pitchFamily="49" charset="0"/>
              </a:rPr>
              <a:t> </a:t>
            </a:r>
            <a:r>
              <a:rPr lang="fr-FR" sz="1100" dirty="0">
                <a:solidFill>
                  <a:srgbClr val="559CD5"/>
                </a:solidFill>
                <a:latin typeface="+mn-lt"/>
                <a:ea typeface="Consolas" panose="020B0609020204030204" pitchFamily="49" charset="0"/>
                <a:cs typeface="Consolas" panose="020B0609020204030204" pitchFamily="49" charset="0"/>
              </a:rPr>
              <a:t>class</a:t>
            </a:r>
            <a:r>
              <a:rPr lang="fr-FR" sz="1100" spc="-25" dirty="0">
                <a:solidFill>
                  <a:srgbClr val="559CD5"/>
                </a:solidFill>
                <a:latin typeface="+mn-lt"/>
                <a:ea typeface="Consolas" panose="020B0609020204030204" pitchFamily="49" charset="0"/>
                <a:cs typeface="Consolas" panose="020B0609020204030204" pitchFamily="49" charset="0"/>
              </a:rPr>
              <a:t> </a:t>
            </a:r>
            <a:r>
              <a:rPr lang="fr-FR" sz="1100" dirty="0">
                <a:solidFill>
                  <a:srgbClr val="4EC8AF"/>
                </a:solidFill>
                <a:latin typeface="+mn-lt"/>
                <a:ea typeface="Consolas" panose="020B0609020204030204" pitchFamily="49" charset="0"/>
                <a:cs typeface="Consolas" panose="020B0609020204030204" pitchFamily="49" charset="0"/>
              </a:rPr>
              <a:t>Salutation</a:t>
            </a:r>
            <a:r>
              <a:rPr lang="fr-FR" sz="1100" spc="-40" dirty="0">
                <a:solidFill>
                  <a:srgbClr val="4EC8AF"/>
                </a:solidFill>
                <a:latin typeface="+mn-lt"/>
                <a:ea typeface="Consolas" panose="020B0609020204030204" pitchFamily="49" charset="0"/>
                <a:cs typeface="Consolas" panose="020B0609020204030204" pitchFamily="49" charset="0"/>
              </a:rPr>
              <a:t> </a:t>
            </a:r>
            <a:r>
              <a:rPr lang="fr-FR" sz="1100" dirty="0" err="1">
                <a:solidFill>
                  <a:srgbClr val="559CD5"/>
                </a:solidFill>
                <a:latin typeface="+mn-lt"/>
                <a:ea typeface="Consolas" panose="020B0609020204030204" pitchFamily="49" charset="0"/>
                <a:cs typeface="Consolas" panose="020B0609020204030204" pitchFamily="49" charset="0"/>
              </a:rPr>
              <a:t>extends</a:t>
            </a:r>
            <a:r>
              <a:rPr lang="fr-FR" sz="1100" spc="-35" dirty="0">
                <a:solidFill>
                  <a:srgbClr val="559CD5"/>
                </a:solidFill>
                <a:latin typeface="+mn-lt"/>
                <a:ea typeface="Consolas" panose="020B0609020204030204" pitchFamily="49" charset="0"/>
                <a:cs typeface="Consolas" panose="020B0609020204030204" pitchFamily="49" charset="0"/>
              </a:rPr>
              <a:t> </a:t>
            </a:r>
            <a:r>
              <a:rPr lang="fr-FR" sz="1100" dirty="0" err="1">
                <a:solidFill>
                  <a:srgbClr val="4EC8AF"/>
                </a:solidFill>
                <a:latin typeface="+mn-lt"/>
                <a:ea typeface="Consolas" panose="020B0609020204030204" pitchFamily="49" charset="0"/>
                <a:cs typeface="Consolas" panose="020B0609020204030204" pitchFamily="49" charset="0"/>
              </a:rPr>
              <a:t>React</a:t>
            </a:r>
            <a:r>
              <a:rPr lang="fr-FR" sz="1100" dirty="0" err="1">
                <a:solidFill>
                  <a:srgbClr val="D3D3D3"/>
                </a:solidFill>
                <a:latin typeface="+mn-lt"/>
                <a:ea typeface="Consolas" panose="020B0609020204030204" pitchFamily="49" charset="0"/>
                <a:cs typeface="Consolas" panose="020B0609020204030204" pitchFamily="49" charset="0"/>
              </a:rPr>
              <a:t>.</a:t>
            </a:r>
            <a:r>
              <a:rPr lang="fr-FR" sz="1100" dirty="0" err="1">
                <a:solidFill>
                  <a:srgbClr val="4EC8AF"/>
                </a:solidFill>
                <a:latin typeface="+mn-lt"/>
                <a:ea typeface="Consolas" panose="020B0609020204030204" pitchFamily="49" charset="0"/>
                <a:cs typeface="Consolas" panose="020B0609020204030204" pitchFamily="49" charset="0"/>
              </a:rPr>
              <a:t>Component</a:t>
            </a:r>
            <a:r>
              <a:rPr lang="fr-FR" sz="1100" spc="-25" dirty="0">
                <a:solidFill>
                  <a:srgbClr val="4EC8AF"/>
                </a:solidFill>
                <a:latin typeface="+mn-lt"/>
                <a:ea typeface="Consolas" panose="020B0609020204030204" pitchFamily="49" charset="0"/>
                <a:cs typeface="Consolas" panose="020B0609020204030204" pitchFamily="49" charset="0"/>
              </a:rPr>
              <a:t> </a:t>
            </a:r>
            <a:r>
              <a:rPr lang="fr-FR" sz="1100" dirty="0">
                <a:solidFill>
                  <a:srgbClr val="D3D3D3"/>
                </a:solidFill>
                <a:latin typeface="+mn-lt"/>
                <a:ea typeface="Consolas" panose="020B0609020204030204" pitchFamily="49" charset="0"/>
                <a:cs typeface="Consolas" panose="020B0609020204030204" pitchFamily="49" charset="0"/>
              </a:rPr>
              <a:t>{ </a:t>
            </a:r>
          </a:p>
          <a:p>
            <a:pPr marL="164465" marR="1064260" indent="-146685" algn="l">
              <a:lnSpc>
                <a:spcPct val="115000"/>
              </a:lnSpc>
              <a:spcBef>
                <a:spcPts val="200"/>
              </a:spcBef>
              <a:buNone/>
            </a:pPr>
            <a:r>
              <a:rPr lang="fr-FR" sz="1100" dirty="0" err="1">
                <a:solidFill>
                  <a:srgbClr val="DCDCAA"/>
                </a:solidFill>
                <a:latin typeface="+mn-lt"/>
                <a:ea typeface="Consolas" panose="020B0609020204030204" pitchFamily="49" charset="0"/>
                <a:cs typeface="Consolas" panose="020B0609020204030204" pitchFamily="49" charset="0"/>
              </a:rPr>
              <a:t>render</a:t>
            </a:r>
            <a:r>
              <a:rPr lang="fr-FR" sz="1100" dirty="0">
                <a:solidFill>
                  <a:srgbClr val="D3D3D3"/>
                </a:solidFill>
                <a:latin typeface="+mn-lt"/>
                <a:ea typeface="Consolas" panose="020B0609020204030204" pitchFamily="49" charset="0"/>
                <a:cs typeface="Consolas" panose="020B0609020204030204" pitchFamily="49" charset="0"/>
              </a:rPr>
              <a:t>() {</a:t>
            </a:r>
            <a:endParaRPr lang="fr-MA" sz="1100" dirty="0">
              <a:latin typeface="+mn-lt"/>
              <a:ea typeface="Consolas" panose="020B0609020204030204" pitchFamily="49" charset="0"/>
              <a:cs typeface="Consolas" panose="020B0609020204030204" pitchFamily="49" charset="0"/>
            </a:endParaRPr>
          </a:p>
          <a:p>
            <a:pPr marL="310515" marR="3549650" algn="l">
              <a:lnSpc>
                <a:spcPct val="115000"/>
              </a:lnSpc>
              <a:spcBef>
                <a:spcPts val="20"/>
              </a:spcBef>
              <a:buNone/>
            </a:pPr>
            <a:r>
              <a:rPr lang="fr-FR" sz="1100" spc="-10" dirty="0">
                <a:solidFill>
                  <a:srgbClr val="9CDCFD"/>
                </a:solidFill>
                <a:latin typeface="+mn-lt"/>
                <a:ea typeface="Consolas" panose="020B0609020204030204" pitchFamily="49" charset="0"/>
                <a:cs typeface="Consolas" panose="020B0609020204030204" pitchFamily="49" charset="0"/>
              </a:rPr>
              <a:t>console</a:t>
            </a:r>
            <a:r>
              <a:rPr lang="fr-FR" sz="1100" spc="-10" dirty="0">
                <a:solidFill>
                  <a:srgbClr val="D3D3D3"/>
                </a:solidFill>
                <a:latin typeface="+mn-lt"/>
                <a:ea typeface="Consolas" panose="020B0609020204030204" pitchFamily="49" charset="0"/>
                <a:cs typeface="Consolas" panose="020B0609020204030204" pitchFamily="49" charset="0"/>
              </a:rPr>
              <a:t>.</a:t>
            </a:r>
            <a:r>
              <a:rPr lang="fr-FR" sz="1100" spc="-10" dirty="0">
                <a:solidFill>
                  <a:srgbClr val="DCDCAA"/>
                </a:solidFill>
                <a:latin typeface="+mn-lt"/>
                <a:ea typeface="Consolas" panose="020B0609020204030204" pitchFamily="49" charset="0"/>
                <a:cs typeface="Consolas" panose="020B0609020204030204" pitchFamily="49" charset="0"/>
              </a:rPr>
              <a:t>log</a:t>
            </a:r>
            <a:r>
              <a:rPr lang="fr-FR" sz="1100" spc="-10" dirty="0">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559CD5"/>
                </a:solidFill>
                <a:latin typeface="+mn-lt"/>
                <a:ea typeface="Consolas" panose="020B0609020204030204" pitchFamily="49" charset="0"/>
                <a:cs typeface="Consolas" panose="020B0609020204030204" pitchFamily="49" charset="0"/>
              </a:rPr>
              <a:t>this</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4FC1FF"/>
                </a:solidFill>
                <a:latin typeface="+mn-lt"/>
                <a:ea typeface="Consolas" panose="020B0609020204030204" pitchFamily="49" charset="0"/>
                <a:cs typeface="Consolas" panose="020B0609020204030204" pitchFamily="49" charset="0"/>
              </a:rPr>
              <a:t>props</a:t>
            </a:r>
            <a:r>
              <a:rPr lang="fr-FR" sz="1100" spc="-10" dirty="0">
                <a:solidFill>
                  <a:srgbClr val="D3D3D3"/>
                </a:solidFill>
                <a:latin typeface="+mn-lt"/>
                <a:ea typeface="Consolas" panose="020B0609020204030204" pitchFamily="49" charset="0"/>
                <a:cs typeface="Consolas" panose="020B0609020204030204" pitchFamily="49" charset="0"/>
              </a:rPr>
              <a:t>);</a:t>
            </a:r>
          </a:p>
          <a:p>
            <a:pPr marL="310515" marR="3549650" algn="l">
              <a:lnSpc>
                <a:spcPct val="115000"/>
              </a:lnSpc>
              <a:spcBef>
                <a:spcPts val="20"/>
              </a:spcBef>
              <a:buNone/>
            </a:pPr>
            <a:r>
              <a:rPr lang="fr-FR" sz="1100" spc="-10" dirty="0">
                <a:solidFill>
                  <a:srgbClr val="D3D3D3"/>
                </a:solidFill>
                <a:latin typeface="+mn-lt"/>
                <a:ea typeface="Consolas" panose="020B0609020204030204" pitchFamily="49" charset="0"/>
                <a:cs typeface="Consolas" panose="020B0609020204030204" pitchFamily="49" charset="0"/>
              </a:rPr>
              <a:t> </a:t>
            </a:r>
            <a:r>
              <a:rPr lang="fr-FR" sz="1100" dirty="0">
                <a:solidFill>
                  <a:srgbClr val="C585C0"/>
                </a:solidFill>
                <a:latin typeface="+mn-lt"/>
                <a:ea typeface="Consolas" panose="020B0609020204030204" pitchFamily="49" charset="0"/>
                <a:cs typeface="Consolas" panose="020B0609020204030204" pitchFamily="49" charset="0"/>
              </a:rPr>
              <a:t>return </a:t>
            </a:r>
            <a:r>
              <a:rPr lang="fr-FR" sz="110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456565" algn="l">
              <a:spcBef>
                <a:spcPts val="5"/>
              </a:spcBef>
              <a:buNone/>
            </a:pP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div</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603250" algn="l">
              <a:spcBef>
                <a:spcPts val="185"/>
              </a:spcBef>
              <a:buNone/>
            </a:pPr>
            <a:r>
              <a:rPr lang="fr-FR" sz="1100" spc="-20" dirty="0">
                <a:solidFill>
                  <a:srgbClr val="808080"/>
                </a:solidFill>
                <a:latin typeface="+mn-lt"/>
                <a:ea typeface="Consolas" panose="020B0609020204030204" pitchFamily="49" charset="0"/>
                <a:cs typeface="Consolas" panose="020B0609020204030204" pitchFamily="49" charset="0"/>
              </a:rPr>
              <a:t>&lt;</a:t>
            </a:r>
            <a:r>
              <a:rPr lang="fr-FR" sz="1100" spc="-20" dirty="0">
                <a:solidFill>
                  <a:srgbClr val="559CD5"/>
                </a:solidFill>
                <a:latin typeface="+mn-lt"/>
                <a:ea typeface="Consolas" panose="020B0609020204030204" pitchFamily="49" charset="0"/>
                <a:cs typeface="Consolas" panose="020B0609020204030204" pitchFamily="49" charset="0"/>
              </a:rPr>
              <a:t>h2</a:t>
            </a:r>
            <a:r>
              <a:rPr lang="fr-FR" sz="1100" spc="-2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749300" algn="l">
              <a:spcBef>
                <a:spcPts val="200"/>
              </a:spcBef>
              <a:buNone/>
            </a:pPr>
            <a:r>
              <a:rPr lang="fr-FR" sz="1100" dirty="0">
                <a:solidFill>
                  <a:srgbClr val="D3D3D3"/>
                </a:solidFill>
                <a:latin typeface="+mn-lt"/>
                <a:ea typeface="Consolas" panose="020B0609020204030204" pitchFamily="49" charset="0"/>
                <a:cs typeface="Consolas" panose="020B0609020204030204" pitchFamily="49" charset="0"/>
              </a:rPr>
              <a:t>Salut</a:t>
            </a:r>
            <a:r>
              <a:rPr lang="fr-FR" sz="1100" spc="-90" dirty="0">
                <a:solidFill>
                  <a:srgbClr val="D3D3D3"/>
                </a:solidFill>
                <a:latin typeface="+mn-lt"/>
                <a:ea typeface="Consolas" panose="020B0609020204030204" pitchFamily="49" charset="0"/>
                <a:cs typeface="Consolas" panose="020B0609020204030204" pitchFamily="49" charset="0"/>
              </a:rPr>
              <a:t> </a:t>
            </a:r>
            <a:r>
              <a:rPr lang="fr-FR" sz="1100" dirty="0">
                <a:solidFill>
                  <a:srgbClr val="559CD5"/>
                </a:solidFill>
                <a:latin typeface="+mn-lt"/>
                <a:ea typeface="Consolas" panose="020B0609020204030204" pitchFamily="49" charset="0"/>
                <a:cs typeface="Consolas" panose="020B0609020204030204" pitchFamily="49" charset="0"/>
              </a:rPr>
              <a:t>{</a:t>
            </a:r>
            <a:r>
              <a:rPr lang="fr-FR" sz="1100" dirty="0" err="1">
                <a:solidFill>
                  <a:srgbClr val="559CD5"/>
                </a:solidFill>
                <a:latin typeface="+mn-lt"/>
                <a:ea typeface="Consolas" panose="020B0609020204030204" pitchFamily="49" charset="0"/>
                <a:cs typeface="Consolas" panose="020B0609020204030204" pitchFamily="49" charset="0"/>
              </a:rPr>
              <a:t>this</a:t>
            </a:r>
            <a:r>
              <a:rPr lang="fr-FR" sz="1100" dirty="0" err="1">
                <a:solidFill>
                  <a:srgbClr val="D3D3D3"/>
                </a:solidFill>
                <a:latin typeface="+mn-lt"/>
                <a:ea typeface="Consolas" panose="020B0609020204030204" pitchFamily="49" charset="0"/>
                <a:cs typeface="Consolas" panose="020B0609020204030204" pitchFamily="49" charset="0"/>
              </a:rPr>
              <a:t>.</a:t>
            </a:r>
            <a:r>
              <a:rPr lang="fr-FR" sz="1100" dirty="0" err="1">
                <a:solidFill>
                  <a:srgbClr val="4FC1FF"/>
                </a:solidFill>
                <a:latin typeface="+mn-lt"/>
                <a:ea typeface="Consolas" panose="020B0609020204030204" pitchFamily="49" charset="0"/>
                <a:cs typeface="Consolas" panose="020B0609020204030204" pitchFamily="49" charset="0"/>
              </a:rPr>
              <a:t>props</a:t>
            </a:r>
            <a:r>
              <a:rPr lang="fr-FR" sz="1100" dirty="0" err="1">
                <a:solidFill>
                  <a:srgbClr val="D3D3D3"/>
                </a:solidFill>
                <a:latin typeface="+mn-lt"/>
                <a:ea typeface="Consolas" panose="020B0609020204030204" pitchFamily="49" charset="0"/>
                <a:cs typeface="Consolas" panose="020B0609020204030204" pitchFamily="49" charset="0"/>
              </a:rPr>
              <a:t>.</a:t>
            </a:r>
            <a:r>
              <a:rPr lang="fr-FR" sz="1100" dirty="0" err="1">
                <a:solidFill>
                  <a:srgbClr val="9CDCFD"/>
                </a:solidFill>
                <a:latin typeface="+mn-lt"/>
                <a:ea typeface="Consolas" panose="020B0609020204030204" pitchFamily="49" charset="0"/>
                <a:cs typeface="Consolas" panose="020B0609020204030204" pitchFamily="49" charset="0"/>
              </a:rPr>
              <a:t>personne</a:t>
            </a:r>
            <a:r>
              <a:rPr lang="fr-FR" sz="1100" dirty="0" err="1">
                <a:solidFill>
                  <a:srgbClr val="D3D3D3"/>
                </a:solidFill>
                <a:latin typeface="+mn-lt"/>
                <a:ea typeface="Consolas" panose="020B0609020204030204" pitchFamily="49" charset="0"/>
                <a:cs typeface="Consolas" panose="020B0609020204030204" pitchFamily="49" charset="0"/>
              </a:rPr>
              <a:t>.</a:t>
            </a:r>
            <a:r>
              <a:rPr lang="fr-FR" sz="1100" dirty="0" err="1">
                <a:solidFill>
                  <a:srgbClr val="9CDCFD"/>
                </a:solidFill>
                <a:latin typeface="+mn-lt"/>
                <a:ea typeface="Consolas" panose="020B0609020204030204" pitchFamily="49" charset="0"/>
                <a:cs typeface="Consolas" panose="020B0609020204030204" pitchFamily="49" charset="0"/>
              </a:rPr>
              <a:t>nom</a:t>
            </a:r>
            <a:r>
              <a:rPr lang="fr-FR" sz="1100" dirty="0">
                <a:solidFill>
                  <a:srgbClr val="559CD5"/>
                </a:solidFill>
                <a:latin typeface="+mn-lt"/>
                <a:ea typeface="Consolas" panose="020B0609020204030204" pitchFamily="49" charset="0"/>
                <a:cs typeface="Consolas" panose="020B0609020204030204" pitchFamily="49" charset="0"/>
              </a:rPr>
              <a:t>}</a:t>
            </a:r>
            <a:r>
              <a:rPr lang="fr-FR" sz="1100" spc="-70" dirty="0">
                <a:solidFill>
                  <a:srgbClr val="559CD5"/>
                </a:solidFill>
                <a:latin typeface="+mn-lt"/>
                <a:ea typeface="Consolas" panose="020B0609020204030204" pitchFamily="49" charset="0"/>
                <a:cs typeface="Consolas" panose="020B0609020204030204" pitchFamily="49" charset="0"/>
              </a:rPr>
              <a:t> </a:t>
            </a:r>
            <a:r>
              <a:rPr lang="fr-FR" sz="1100" spc="-10" dirty="0">
                <a:solidFill>
                  <a:srgbClr val="559CD5"/>
                </a:solidFill>
                <a:latin typeface="+mn-lt"/>
                <a:ea typeface="Consolas" panose="020B0609020204030204" pitchFamily="49" charset="0"/>
                <a:cs typeface="Consolas" panose="020B0609020204030204" pitchFamily="49" charset="0"/>
              </a:rPr>
              <a:t>{</a:t>
            </a:r>
            <a:r>
              <a:rPr lang="fr-FR" sz="1100" spc="-10" dirty="0" err="1">
                <a:solidFill>
                  <a:srgbClr val="559CD5"/>
                </a:solidFill>
                <a:latin typeface="+mn-lt"/>
                <a:ea typeface="Consolas" panose="020B0609020204030204" pitchFamily="49" charset="0"/>
                <a:cs typeface="Consolas" panose="020B0609020204030204" pitchFamily="49" charset="0"/>
              </a:rPr>
              <a:t>this</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4FC1FF"/>
                </a:solidFill>
                <a:latin typeface="+mn-lt"/>
                <a:ea typeface="Consolas" panose="020B0609020204030204" pitchFamily="49" charset="0"/>
                <a:cs typeface="Consolas" panose="020B0609020204030204" pitchFamily="49" charset="0"/>
              </a:rPr>
              <a:t>props</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9CDCFD"/>
                </a:solidFill>
                <a:latin typeface="+mn-lt"/>
                <a:ea typeface="Consolas" panose="020B0609020204030204" pitchFamily="49" charset="0"/>
                <a:cs typeface="Consolas" panose="020B0609020204030204" pitchFamily="49" charset="0"/>
              </a:rPr>
              <a:t>personne</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9CDCFD"/>
                </a:solidFill>
                <a:latin typeface="+mn-lt"/>
                <a:ea typeface="Consolas" panose="020B0609020204030204" pitchFamily="49" charset="0"/>
                <a:cs typeface="Consolas" panose="020B0609020204030204" pitchFamily="49" charset="0"/>
              </a:rPr>
              <a:t>prenom</a:t>
            </a:r>
            <a:r>
              <a:rPr lang="fr-FR" sz="1100" spc="-10" dirty="0">
                <a:solidFill>
                  <a:srgbClr val="559CD5"/>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603250" algn="l">
              <a:spcBef>
                <a:spcPts val="195"/>
              </a:spcBef>
              <a:buNone/>
            </a:pP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h2</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603250" algn="l">
              <a:spcBef>
                <a:spcPts val="200"/>
              </a:spcBef>
              <a:buNone/>
            </a:pP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h3</a:t>
            </a:r>
            <a:r>
              <a:rPr lang="fr-FR" sz="1100" spc="-10" dirty="0">
                <a:solidFill>
                  <a:srgbClr val="808080"/>
                </a:solidFill>
                <a:latin typeface="+mn-lt"/>
                <a:ea typeface="Consolas" panose="020B0609020204030204" pitchFamily="49" charset="0"/>
                <a:cs typeface="Consolas" panose="020B0609020204030204" pitchFamily="49" charset="0"/>
              </a:rPr>
              <a:t>&gt;</a:t>
            </a:r>
            <a:r>
              <a:rPr lang="fr-FR" sz="1100" spc="-10" dirty="0" err="1">
                <a:solidFill>
                  <a:srgbClr val="D3D3D3"/>
                </a:solidFill>
                <a:latin typeface="+mn-lt"/>
                <a:ea typeface="Consolas" panose="020B0609020204030204" pitchFamily="49" charset="0"/>
                <a:cs typeface="Consolas" panose="020B0609020204030204" pitchFamily="49" charset="0"/>
              </a:rPr>
              <a:t>Diplomes</a:t>
            </a: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h3</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603250" algn="l">
              <a:spcBef>
                <a:spcPts val="185"/>
              </a:spcBef>
              <a:buNone/>
            </a:pP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p</a:t>
            </a:r>
            <a:r>
              <a:rPr lang="fr-FR" sz="1100" spc="-10" dirty="0">
                <a:solidFill>
                  <a:srgbClr val="808080"/>
                </a:solidFill>
                <a:latin typeface="+mn-lt"/>
                <a:ea typeface="Consolas" panose="020B0609020204030204" pitchFamily="49" charset="0"/>
                <a:cs typeface="Consolas" panose="020B0609020204030204" pitchFamily="49" charset="0"/>
              </a:rPr>
              <a:t>&gt;</a:t>
            </a:r>
            <a:r>
              <a:rPr lang="fr-FR" sz="1100" spc="-10" dirty="0">
                <a:solidFill>
                  <a:srgbClr val="559CD5"/>
                </a:solidFill>
                <a:latin typeface="+mn-lt"/>
                <a:ea typeface="Consolas" panose="020B0609020204030204" pitchFamily="49" charset="0"/>
                <a:cs typeface="Consolas" panose="020B0609020204030204" pitchFamily="49" charset="0"/>
              </a:rPr>
              <a:t>{</a:t>
            </a:r>
            <a:r>
              <a:rPr lang="fr-FR" sz="1100" spc="-10" dirty="0" err="1">
                <a:solidFill>
                  <a:srgbClr val="559CD5"/>
                </a:solidFill>
                <a:latin typeface="+mn-lt"/>
                <a:ea typeface="Consolas" panose="020B0609020204030204" pitchFamily="49" charset="0"/>
                <a:cs typeface="Consolas" panose="020B0609020204030204" pitchFamily="49" charset="0"/>
              </a:rPr>
              <a:t>this</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4FC1FF"/>
                </a:solidFill>
                <a:latin typeface="+mn-lt"/>
                <a:ea typeface="Consolas" panose="020B0609020204030204" pitchFamily="49" charset="0"/>
                <a:cs typeface="Consolas" panose="020B0609020204030204" pitchFamily="49" charset="0"/>
              </a:rPr>
              <a:t>props</a:t>
            </a:r>
            <a:r>
              <a:rPr lang="fr-FR" sz="1100" spc="-10" dirty="0" err="1">
                <a:solidFill>
                  <a:srgbClr val="D3D3D3"/>
                </a:solidFill>
                <a:latin typeface="+mn-lt"/>
                <a:ea typeface="Consolas" panose="020B0609020204030204" pitchFamily="49" charset="0"/>
                <a:cs typeface="Consolas" panose="020B0609020204030204" pitchFamily="49" charset="0"/>
              </a:rPr>
              <a:t>.</a:t>
            </a:r>
            <a:r>
              <a:rPr lang="fr-FR" sz="1100" spc="-10" dirty="0" err="1">
                <a:solidFill>
                  <a:srgbClr val="9CDCFD"/>
                </a:solidFill>
                <a:latin typeface="+mn-lt"/>
                <a:ea typeface="Consolas" panose="020B0609020204030204" pitchFamily="49" charset="0"/>
                <a:cs typeface="Consolas" panose="020B0609020204030204" pitchFamily="49" charset="0"/>
              </a:rPr>
              <a:t>diplomes</a:t>
            </a:r>
            <a:r>
              <a:rPr lang="fr-FR" sz="1100" spc="-10" dirty="0">
                <a:solidFill>
                  <a:srgbClr val="559CD5"/>
                </a:solidFill>
                <a:latin typeface="+mn-lt"/>
                <a:ea typeface="Consolas" panose="020B0609020204030204" pitchFamily="49" charset="0"/>
                <a:cs typeface="Consolas" panose="020B0609020204030204" pitchFamily="49" charset="0"/>
              </a:rPr>
              <a:t>}</a:t>
            </a: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p</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603250" algn="l">
              <a:spcBef>
                <a:spcPts val="200"/>
              </a:spcBef>
              <a:buNone/>
            </a:pPr>
            <a:r>
              <a:rPr lang="fr-FR" sz="1100" dirty="0">
                <a:solidFill>
                  <a:srgbClr val="808080"/>
                </a:solidFill>
                <a:latin typeface="+mn-lt"/>
                <a:ea typeface="Consolas" panose="020B0609020204030204" pitchFamily="49" charset="0"/>
                <a:cs typeface="Consolas" panose="020B0609020204030204" pitchFamily="49" charset="0"/>
              </a:rPr>
              <a:t>&lt;</a:t>
            </a:r>
            <a:r>
              <a:rPr lang="fr-FR" sz="1100" dirty="0" err="1">
                <a:solidFill>
                  <a:srgbClr val="559CD5"/>
                </a:solidFill>
                <a:latin typeface="+mn-lt"/>
                <a:ea typeface="Consolas" panose="020B0609020204030204" pitchFamily="49" charset="0"/>
                <a:cs typeface="Consolas" panose="020B0609020204030204" pitchFamily="49" charset="0"/>
              </a:rPr>
              <a:t>hr</a:t>
            </a:r>
            <a:r>
              <a:rPr lang="fr-FR" sz="1100" spc="-20" dirty="0">
                <a:solidFill>
                  <a:srgbClr val="559CD5"/>
                </a:solidFill>
                <a:latin typeface="+mn-lt"/>
                <a:ea typeface="Consolas" panose="020B0609020204030204" pitchFamily="49" charset="0"/>
                <a:cs typeface="Consolas" panose="020B0609020204030204" pitchFamily="49" charset="0"/>
              </a:rPr>
              <a:t> </a:t>
            </a:r>
            <a:r>
              <a:rPr lang="fr-FR" sz="1100" spc="-25"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456565" algn="l">
              <a:spcBef>
                <a:spcPts val="200"/>
              </a:spcBef>
              <a:buNone/>
            </a:pPr>
            <a:r>
              <a:rPr lang="fr-FR" sz="1100" spc="-10" dirty="0">
                <a:solidFill>
                  <a:srgbClr val="808080"/>
                </a:solidFill>
                <a:latin typeface="+mn-lt"/>
                <a:ea typeface="Consolas" panose="020B0609020204030204" pitchFamily="49" charset="0"/>
                <a:cs typeface="Consolas" panose="020B0609020204030204" pitchFamily="49" charset="0"/>
              </a:rPr>
              <a:t>&lt;/</a:t>
            </a:r>
            <a:r>
              <a:rPr lang="fr-FR" sz="1100" spc="-10" dirty="0">
                <a:solidFill>
                  <a:srgbClr val="559CD5"/>
                </a:solidFill>
                <a:latin typeface="+mn-lt"/>
                <a:ea typeface="Consolas" panose="020B0609020204030204" pitchFamily="49" charset="0"/>
                <a:cs typeface="Consolas" panose="020B0609020204030204" pitchFamily="49" charset="0"/>
              </a:rPr>
              <a:t>div</a:t>
            </a:r>
            <a:r>
              <a:rPr lang="fr-FR" sz="1100" spc="-10" dirty="0">
                <a:solidFill>
                  <a:srgbClr val="808080"/>
                </a:solidFill>
                <a:latin typeface="+mn-lt"/>
                <a:ea typeface="Consolas" panose="020B0609020204030204" pitchFamily="49" charset="0"/>
                <a:cs typeface="Consolas" panose="020B0609020204030204" pitchFamily="49" charset="0"/>
              </a:rPr>
              <a:t>&gt;</a:t>
            </a:r>
            <a:endParaRPr lang="fr-MA" sz="1100" dirty="0">
              <a:latin typeface="+mn-lt"/>
              <a:ea typeface="Consolas" panose="020B0609020204030204" pitchFamily="49" charset="0"/>
              <a:cs typeface="Consolas" panose="020B0609020204030204" pitchFamily="49" charset="0"/>
            </a:endParaRPr>
          </a:p>
          <a:p>
            <a:pPr marL="310515" algn="l">
              <a:spcBef>
                <a:spcPts val="200"/>
              </a:spcBef>
              <a:buNone/>
            </a:pPr>
            <a:r>
              <a:rPr lang="fr-FR" sz="1100" spc="-25"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164465" algn="l">
              <a:spcBef>
                <a:spcPts val="185"/>
              </a:spcBef>
              <a:buNone/>
            </a:pPr>
            <a:r>
              <a:rPr lang="fr-FR" sz="1100" spc="-5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17780" algn="l">
              <a:spcBef>
                <a:spcPts val="200"/>
              </a:spcBef>
              <a:buNone/>
            </a:pPr>
            <a:r>
              <a:rPr lang="fr-FR" sz="1100" spc="-50" dirty="0">
                <a:solidFill>
                  <a:srgbClr val="D3D3D3"/>
                </a:solidFill>
                <a:latin typeface="+mn-lt"/>
                <a:ea typeface="Consolas" panose="020B0609020204030204" pitchFamily="49" charset="0"/>
                <a:cs typeface="Consolas" panose="020B0609020204030204" pitchFamily="49" charset="0"/>
              </a:rPr>
              <a:t>}</a:t>
            </a:r>
            <a:endParaRPr lang="fr-MA" sz="1100" dirty="0">
              <a:latin typeface="+mn-lt"/>
              <a:ea typeface="Consolas" panose="020B0609020204030204" pitchFamily="49" charset="0"/>
              <a:cs typeface="Consolas" panose="020B0609020204030204" pitchFamily="49" charset="0"/>
            </a:endParaRPr>
          </a:p>
          <a:p>
            <a:pPr marL="17780" algn="l">
              <a:spcBef>
                <a:spcPts val="185"/>
              </a:spcBef>
              <a:buNone/>
            </a:pPr>
            <a:endParaRPr lang="fr-MA" sz="1100" dirty="0">
              <a:effectLst/>
              <a:latin typeface="+mn-lt"/>
              <a:ea typeface="Consolas" panose="020B0609020204030204" pitchFamily="49" charset="0"/>
              <a:cs typeface="Consolas" panose="020B0609020204030204" pitchFamily="49" charset="0"/>
            </a:endParaRPr>
          </a:p>
        </p:txBody>
      </p:sp>
      <p:sp>
        <p:nvSpPr>
          <p:cNvPr id="17" name="ZoneTexte 16">
            <a:extLst>
              <a:ext uri="{FF2B5EF4-FFF2-40B4-BE49-F238E27FC236}">
                <a16:creationId xmlns:a16="http://schemas.microsoft.com/office/drawing/2014/main" id="{1907AA8E-9D57-5B2A-A838-45B173F3F345}"/>
              </a:ext>
            </a:extLst>
          </p:cNvPr>
          <p:cNvSpPr txBox="1"/>
          <p:nvPr/>
        </p:nvSpPr>
        <p:spPr>
          <a:xfrm>
            <a:off x="296049" y="1265447"/>
            <a:ext cx="4582632" cy="338554"/>
          </a:xfrm>
          <a:prstGeom prst="rect">
            <a:avLst/>
          </a:prstGeom>
          <a:noFill/>
        </p:spPr>
        <p:txBody>
          <a:bodyPr wrap="square">
            <a:spAutoFit/>
          </a:bodyPr>
          <a:lstStyle/>
          <a:p>
            <a:pPr marL="285750" indent="-285750" algn="l">
              <a:spcBef>
                <a:spcPts val="595"/>
              </a:spcBef>
              <a:buFont typeface="Wingdings" panose="05000000000000000000" pitchFamily="2" charset="2"/>
              <a:buChar char="§"/>
            </a:pPr>
            <a:r>
              <a:rPr lang="fr-FR" b="1" dirty="0">
                <a:latin typeface="+mn-lt"/>
              </a:rPr>
              <a:t>Composant App</a:t>
            </a:r>
            <a:r>
              <a:rPr lang="fr-FR" sz="1600" b="1" dirty="0">
                <a:latin typeface="+mn-lt"/>
              </a:rPr>
              <a:t>.js</a:t>
            </a:r>
            <a:endParaRPr lang="fr-MA" sz="1600" dirty="0">
              <a:latin typeface="+mn-lt"/>
            </a:endParaRPr>
          </a:p>
        </p:txBody>
      </p:sp>
    </p:spTree>
    <p:extLst>
      <p:ext uri="{BB962C8B-B14F-4D97-AF65-F5344CB8AC3E}">
        <p14:creationId xmlns:p14="http://schemas.microsoft.com/office/powerpoint/2010/main" val="372093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p:bldP spid="15" grpId="0" animBg="1"/>
      <p:bldP spid="1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AEE3F-1B61-CE0E-DBB1-3ED36B9E59C7}"/>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0C5C8F40-CA14-2077-836D-9442A0271A54}"/>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9F85CA8-5B6A-F12A-AA2F-E948655AC8D8}"/>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state</a:t>
            </a:r>
          </a:p>
        </p:txBody>
      </p:sp>
      <p:sp>
        <p:nvSpPr>
          <p:cNvPr id="3" name="ZoneTexte 2">
            <a:extLst>
              <a:ext uri="{FF2B5EF4-FFF2-40B4-BE49-F238E27FC236}">
                <a16:creationId xmlns:a16="http://schemas.microsoft.com/office/drawing/2014/main" id="{09095D37-E7E1-378E-51A1-BBCF0FDF0151}"/>
              </a:ext>
            </a:extLst>
          </p:cNvPr>
          <p:cNvSpPr txBox="1"/>
          <p:nvPr/>
        </p:nvSpPr>
        <p:spPr>
          <a:xfrm>
            <a:off x="328936" y="831758"/>
            <a:ext cx="8571224" cy="1569660"/>
          </a:xfrm>
          <a:prstGeom prst="rect">
            <a:avLst/>
          </a:prstGeom>
          <a:noFill/>
        </p:spPr>
        <p:txBody>
          <a:bodyPr wrap="square">
            <a:spAutoFit/>
          </a:bodyPr>
          <a:lstStyle/>
          <a:p>
            <a:pPr marL="285750" lvl="0" indent="-285750" algn="l">
              <a:buFont typeface="Wingdings" panose="05000000000000000000" pitchFamily="2" charset="2"/>
              <a:buChar char="§"/>
            </a:pPr>
            <a:r>
              <a:rPr lang="fr-FR" altLang="fr-FR" b="1" dirty="0">
                <a:latin typeface="+mn-lt"/>
              </a:rPr>
              <a:t>Définition</a:t>
            </a:r>
            <a:r>
              <a:rPr lang="fr-FR" altLang="fr-FR" dirty="0">
                <a:latin typeface="+mn-lt"/>
              </a:rPr>
              <a:t> : Le </a:t>
            </a:r>
            <a:r>
              <a:rPr lang="fr-FR" altLang="fr-FR" i="1" dirty="0">
                <a:latin typeface="+mn-lt"/>
              </a:rPr>
              <a:t>state</a:t>
            </a:r>
            <a:r>
              <a:rPr lang="fr-FR" altLang="fr-FR" dirty="0">
                <a:latin typeface="+mn-lt"/>
              </a:rPr>
              <a:t> est un objet interne au composant qui stocke des données dynamiques.</a:t>
            </a:r>
          </a:p>
          <a:p>
            <a:pPr marL="285750" lvl="0" indent="-285750" algn="l">
              <a:buFont typeface="Wingdings" panose="05000000000000000000" pitchFamily="2" charset="2"/>
              <a:buChar char="§"/>
            </a:pPr>
            <a:endParaRPr lang="fr-FR" altLang="fr-FR" dirty="0">
              <a:latin typeface="+mn-lt"/>
            </a:endParaRPr>
          </a:p>
          <a:p>
            <a:pPr marL="285750" lvl="0" indent="-285750" algn="l">
              <a:buFont typeface="Wingdings" panose="05000000000000000000" pitchFamily="2" charset="2"/>
              <a:buChar char="§"/>
            </a:pPr>
            <a:r>
              <a:rPr lang="fr-FR" altLang="fr-FR" b="1" dirty="0">
                <a:latin typeface="+mn-lt"/>
              </a:rPr>
              <a:t>Caractéristiques</a:t>
            </a:r>
            <a:r>
              <a:rPr lang="fr-FR" altLang="fr-FR" dirty="0">
                <a:latin typeface="+mn-lt"/>
              </a:rPr>
              <a:t> :</a:t>
            </a:r>
          </a:p>
          <a:p>
            <a:pPr marL="630238" lvl="0" indent="-285750" algn="l">
              <a:buFont typeface="Courier New" panose="02070309020205020404" pitchFamily="49" charset="0"/>
              <a:buChar char="o"/>
            </a:pPr>
            <a:r>
              <a:rPr lang="fr-FR" altLang="fr-FR" dirty="0">
                <a:latin typeface="+mn-lt"/>
              </a:rPr>
              <a:t>Modifiable par le composant lui-même via </a:t>
            </a:r>
            <a:r>
              <a:rPr lang="fr-FR" altLang="fr-FR" dirty="0" err="1">
                <a:latin typeface="+mn-lt"/>
              </a:rPr>
              <a:t>setState</a:t>
            </a:r>
            <a:r>
              <a:rPr lang="fr-FR" altLang="fr-FR" dirty="0">
                <a:latin typeface="+mn-lt"/>
              </a:rPr>
              <a:t> (class components) ou </a:t>
            </a:r>
            <a:r>
              <a:rPr lang="fr-FR" altLang="fr-FR" dirty="0" err="1">
                <a:latin typeface="+mn-lt"/>
              </a:rPr>
              <a:t>useState</a:t>
            </a:r>
            <a:r>
              <a:rPr lang="fr-FR" altLang="fr-FR" dirty="0">
                <a:latin typeface="+mn-lt"/>
              </a:rPr>
              <a:t> (</a:t>
            </a:r>
            <a:r>
              <a:rPr lang="fr-FR" altLang="fr-FR" dirty="0" err="1">
                <a:latin typeface="+mn-lt"/>
              </a:rPr>
              <a:t>hooks</a:t>
            </a:r>
            <a:r>
              <a:rPr lang="fr-FR" altLang="fr-FR" dirty="0">
                <a:latin typeface="+mn-lt"/>
              </a:rPr>
              <a:t>).</a:t>
            </a:r>
          </a:p>
          <a:p>
            <a:pPr marL="630238" lvl="0" indent="-285750" algn="l">
              <a:buFont typeface="Courier New" panose="02070309020205020404" pitchFamily="49" charset="0"/>
              <a:buChar char="o"/>
            </a:pPr>
            <a:r>
              <a:rPr lang="fr-FR" altLang="fr-FR" dirty="0">
                <a:latin typeface="+mn-lt"/>
              </a:rPr>
              <a:t>Déclenche un </a:t>
            </a:r>
            <a:r>
              <a:rPr lang="fr-FR" altLang="fr-FR" i="1" dirty="0">
                <a:latin typeface="+mn-lt"/>
              </a:rPr>
              <a:t>re-</a:t>
            </a:r>
            <a:r>
              <a:rPr lang="fr-FR" altLang="fr-FR" i="1" dirty="0" err="1">
                <a:latin typeface="+mn-lt"/>
              </a:rPr>
              <a:t>render</a:t>
            </a:r>
            <a:r>
              <a:rPr lang="fr-FR" altLang="fr-FR" dirty="0">
                <a:latin typeface="+mn-lt"/>
              </a:rPr>
              <a:t> du composant quand il change.</a:t>
            </a:r>
          </a:p>
          <a:p>
            <a:pPr marL="552450" lvl="0" indent="-285750" algn="l">
              <a:buFont typeface="Courier New" panose="02070309020205020404" pitchFamily="49" charset="0"/>
              <a:buChar char="o"/>
            </a:pPr>
            <a:endParaRPr lang="fr-FR" altLang="fr-FR" dirty="0">
              <a:latin typeface="+mn-lt"/>
            </a:endParaRPr>
          </a:p>
        </p:txBody>
      </p:sp>
      <p:sp>
        <p:nvSpPr>
          <p:cNvPr id="14" name="ZoneTexte 13">
            <a:extLst>
              <a:ext uri="{FF2B5EF4-FFF2-40B4-BE49-F238E27FC236}">
                <a16:creationId xmlns:a16="http://schemas.microsoft.com/office/drawing/2014/main" id="{6D78024C-C4A2-B001-ACE1-A61FE66ABB06}"/>
              </a:ext>
            </a:extLst>
          </p:cNvPr>
          <p:cNvSpPr txBox="1"/>
          <p:nvPr/>
        </p:nvSpPr>
        <p:spPr>
          <a:xfrm>
            <a:off x="2288540" y="2220070"/>
            <a:ext cx="4592320" cy="3683060"/>
          </a:xfrm>
          <a:prstGeom prst="rect">
            <a:avLst/>
          </a:prstGeom>
          <a:solidFill>
            <a:schemeClr val="tx1"/>
          </a:solidFill>
        </p:spPr>
        <p:txBody>
          <a:bodyPr wrap="square">
            <a:spAutoFit/>
          </a:bodyPr>
          <a:lstStyle/>
          <a:p>
            <a:pPr algn="l">
              <a:lnSpc>
                <a:spcPts val="1425"/>
              </a:lnSpc>
              <a:buNone/>
            </a:pPr>
            <a:r>
              <a:rPr lang="fr-MA" sz="1200" b="0" dirty="0">
                <a:solidFill>
                  <a:srgbClr val="C586C0"/>
                </a:solidFill>
                <a:effectLst/>
                <a:latin typeface="+mn-lt"/>
              </a:rPr>
              <a:t>import</a:t>
            </a:r>
            <a:r>
              <a:rPr lang="fr-MA" sz="1200" b="0" dirty="0">
                <a:solidFill>
                  <a:srgbClr val="CCCCCC"/>
                </a:solidFill>
                <a:effectLst/>
                <a:latin typeface="+mn-lt"/>
              </a:rPr>
              <a:t> </a:t>
            </a:r>
            <a:r>
              <a:rPr lang="fr-MA" sz="1200" b="0" dirty="0" err="1">
                <a:solidFill>
                  <a:srgbClr val="9CDCFE"/>
                </a:solidFill>
                <a:effectLst/>
                <a:latin typeface="+mn-lt"/>
              </a:rPr>
              <a:t>React</a:t>
            </a:r>
            <a:r>
              <a:rPr lang="fr-MA" sz="1200" b="0" dirty="0">
                <a:solidFill>
                  <a:srgbClr val="CCCCCC"/>
                </a:solidFill>
                <a:effectLst/>
                <a:latin typeface="+mn-lt"/>
              </a:rPr>
              <a:t> </a:t>
            </a:r>
            <a:r>
              <a:rPr lang="fr-MA" sz="1200" b="0" dirty="0" err="1">
                <a:solidFill>
                  <a:srgbClr val="C586C0"/>
                </a:solidFill>
                <a:effectLst/>
                <a:latin typeface="+mn-lt"/>
              </a:rPr>
              <a:t>from</a:t>
            </a:r>
            <a:r>
              <a:rPr lang="fr-MA" sz="1200" b="0" dirty="0">
                <a:solidFill>
                  <a:srgbClr val="CCCCCC"/>
                </a:solidFill>
                <a:effectLst/>
                <a:latin typeface="+mn-lt"/>
              </a:rPr>
              <a:t> </a:t>
            </a:r>
            <a:r>
              <a:rPr lang="fr-MA" sz="1200" b="0" dirty="0">
                <a:solidFill>
                  <a:srgbClr val="CE9178"/>
                </a:solidFill>
                <a:effectLst/>
                <a:latin typeface="+mn-lt"/>
              </a:rPr>
              <a:t>"</a:t>
            </a:r>
            <a:r>
              <a:rPr lang="fr-MA" sz="1200" b="0" dirty="0" err="1">
                <a:solidFill>
                  <a:srgbClr val="CE9178"/>
                </a:solidFill>
                <a:effectLst/>
                <a:latin typeface="+mn-lt"/>
              </a:rPr>
              <a:t>react</a:t>
            </a:r>
            <a:r>
              <a:rPr lang="fr-MA" sz="1200" b="0" dirty="0">
                <a:solidFill>
                  <a:srgbClr val="CE9178"/>
                </a:solidFill>
                <a:effectLst/>
                <a:latin typeface="+mn-lt"/>
              </a:rPr>
              <a:t>"</a:t>
            </a:r>
            <a:r>
              <a:rPr lang="fr-MA" sz="1200" b="0" dirty="0">
                <a:solidFill>
                  <a:srgbClr val="CCCCCC"/>
                </a:solidFill>
                <a:effectLst/>
                <a:latin typeface="+mn-lt"/>
              </a:rPr>
              <a:t>;</a:t>
            </a:r>
          </a:p>
          <a:p>
            <a:pPr algn="l">
              <a:lnSpc>
                <a:spcPts val="1425"/>
              </a:lnSpc>
              <a:buNone/>
            </a:pPr>
            <a:r>
              <a:rPr lang="fr-MA" sz="1200" b="0" dirty="0">
                <a:solidFill>
                  <a:srgbClr val="569CD6"/>
                </a:solidFill>
                <a:effectLst/>
                <a:latin typeface="+mn-lt"/>
              </a:rPr>
              <a:t>class</a:t>
            </a:r>
            <a:r>
              <a:rPr lang="fr-MA" sz="1200" b="0" dirty="0">
                <a:solidFill>
                  <a:srgbClr val="CCCCCC"/>
                </a:solidFill>
                <a:effectLst/>
                <a:latin typeface="+mn-lt"/>
              </a:rPr>
              <a:t> </a:t>
            </a:r>
            <a:r>
              <a:rPr lang="fr-MA" sz="1200" b="0" dirty="0" err="1">
                <a:solidFill>
                  <a:srgbClr val="4EC9B0"/>
                </a:solidFill>
                <a:effectLst/>
                <a:latin typeface="+mn-lt"/>
              </a:rPr>
              <a:t>SimpleCounter</a:t>
            </a:r>
            <a:r>
              <a:rPr lang="fr-MA" sz="1200" b="0" dirty="0">
                <a:solidFill>
                  <a:srgbClr val="CCCCCC"/>
                </a:solidFill>
                <a:effectLst/>
                <a:latin typeface="+mn-lt"/>
              </a:rPr>
              <a:t> </a:t>
            </a:r>
            <a:r>
              <a:rPr lang="fr-MA" sz="1200" b="0" dirty="0" err="1">
                <a:solidFill>
                  <a:srgbClr val="569CD6"/>
                </a:solidFill>
                <a:effectLst/>
                <a:latin typeface="+mn-lt"/>
              </a:rPr>
              <a:t>extends</a:t>
            </a:r>
            <a:r>
              <a:rPr lang="fr-MA" sz="1200" b="0" dirty="0">
                <a:solidFill>
                  <a:srgbClr val="CCCCCC"/>
                </a:solidFill>
                <a:effectLst/>
                <a:latin typeface="+mn-lt"/>
              </a:rPr>
              <a:t> </a:t>
            </a:r>
            <a:r>
              <a:rPr lang="fr-MA" sz="1200" b="0" dirty="0" err="1">
                <a:solidFill>
                  <a:srgbClr val="4EC9B0"/>
                </a:solidFill>
                <a:effectLst/>
                <a:latin typeface="+mn-lt"/>
              </a:rPr>
              <a:t>React</a:t>
            </a:r>
            <a:r>
              <a:rPr lang="fr-MA" sz="1200" b="0" dirty="0" err="1">
                <a:solidFill>
                  <a:srgbClr val="CCCCCC"/>
                </a:solidFill>
                <a:effectLst/>
                <a:latin typeface="+mn-lt"/>
              </a:rPr>
              <a:t>.</a:t>
            </a:r>
            <a:r>
              <a:rPr lang="fr-MA" sz="1200" b="0" dirty="0" err="1">
                <a:solidFill>
                  <a:srgbClr val="4EC9B0"/>
                </a:solidFill>
                <a:effectLst/>
                <a:latin typeface="+mn-lt"/>
              </a:rPr>
              <a:t>Component</a:t>
            </a:r>
            <a:r>
              <a:rPr lang="fr-MA" sz="1200" b="0" dirty="0">
                <a:solidFill>
                  <a:srgbClr val="CCCCCC"/>
                </a:solidFill>
                <a:effectLst/>
                <a:latin typeface="+mn-lt"/>
              </a:rPr>
              <a:t> {</a:t>
            </a:r>
          </a:p>
          <a:p>
            <a:pPr algn="l">
              <a:lnSpc>
                <a:spcPts val="1425"/>
              </a:lnSpc>
              <a:buNone/>
            </a:pPr>
            <a:r>
              <a:rPr lang="fr-MA" sz="1200" b="0" dirty="0">
                <a:solidFill>
                  <a:srgbClr val="CCCCCC"/>
                </a:solidFill>
                <a:effectLst/>
                <a:latin typeface="+mn-lt"/>
              </a:rPr>
              <a:t>  </a:t>
            </a:r>
            <a:r>
              <a:rPr lang="fr-MA" sz="1200" b="0" dirty="0" err="1">
                <a:solidFill>
                  <a:srgbClr val="569CD6"/>
                </a:solidFill>
                <a:effectLst/>
                <a:latin typeface="+mn-lt"/>
              </a:rPr>
              <a:t>constructor</a:t>
            </a:r>
            <a:r>
              <a:rPr lang="fr-MA" sz="1200" b="0" dirty="0">
                <a:solidFill>
                  <a:srgbClr val="CCCCCC"/>
                </a:solidFill>
                <a:effectLst/>
                <a:latin typeface="+mn-lt"/>
              </a:rPr>
              <a:t>() {</a:t>
            </a:r>
          </a:p>
          <a:p>
            <a:pPr algn="l">
              <a:lnSpc>
                <a:spcPts val="1425"/>
              </a:lnSpc>
              <a:buNone/>
            </a:pPr>
            <a:r>
              <a:rPr lang="fr-MA" sz="1200" b="0" dirty="0">
                <a:solidFill>
                  <a:srgbClr val="CCCCCC"/>
                </a:solidFill>
                <a:effectLst/>
                <a:latin typeface="+mn-lt"/>
              </a:rPr>
              <a:t>    </a:t>
            </a:r>
            <a:r>
              <a:rPr lang="fr-MA" sz="1200" b="0" dirty="0">
                <a:solidFill>
                  <a:srgbClr val="569CD6"/>
                </a:solidFill>
                <a:effectLst/>
                <a:latin typeface="+mn-lt"/>
              </a:rPr>
              <a:t>super</a:t>
            </a:r>
            <a:r>
              <a:rPr lang="fr-MA" sz="1200" b="0" dirty="0">
                <a:solidFill>
                  <a:srgbClr val="CCCCCC"/>
                </a:solidFill>
                <a:effectLst/>
                <a:latin typeface="+mn-lt"/>
              </a:rPr>
              <a:t>();</a:t>
            </a:r>
          </a:p>
          <a:p>
            <a:pPr algn="l">
              <a:lnSpc>
                <a:spcPts val="1425"/>
              </a:lnSpc>
              <a:buNone/>
            </a:pPr>
            <a:r>
              <a:rPr lang="fr-MA" sz="1200" b="0" dirty="0">
                <a:solidFill>
                  <a:srgbClr val="CCCCCC"/>
                </a:solidFill>
                <a:effectLst/>
                <a:latin typeface="+mn-lt"/>
              </a:rPr>
              <a:t>    </a:t>
            </a:r>
            <a:r>
              <a:rPr lang="fr-MA" sz="1200" b="0" dirty="0">
                <a:solidFill>
                  <a:srgbClr val="6A9955"/>
                </a:solidFill>
                <a:effectLst/>
                <a:latin typeface="+mn-lt"/>
              </a:rPr>
              <a:t>// état initial</a:t>
            </a:r>
            <a:endParaRPr lang="fr-MA" sz="1200" b="0" dirty="0">
              <a:solidFill>
                <a:srgbClr val="CCCCCC"/>
              </a:solidFill>
              <a:effectLst/>
              <a:latin typeface="+mn-lt"/>
            </a:endParaRPr>
          </a:p>
          <a:p>
            <a:pPr algn="l">
              <a:lnSpc>
                <a:spcPts val="1425"/>
              </a:lnSpc>
              <a:buNone/>
            </a:pPr>
            <a:r>
              <a:rPr lang="fr-MA" sz="1200" b="0" dirty="0">
                <a:solidFill>
                  <a:srgbClr val="CCCCCC"/>
                </a:solidFill>
                <a:effectLst/>
                <a:latin typeface="+mn-lt"/>
              </a:rPr>
              <a:t>    </a:t>
            </a:r>
            <a:r>
              <a:rPr lang="fr-MA" sz="1200" b="0" dirty="0" err="1">
                <a:solidFill>
                  <a:srgbClr val="569CD6"/>
                </a:solidFill>
                <a:effectLst/>
                <a:latin typeface="+mn-lt"/>
              </a:rPr>
              <a:t>this</a:t>
            </a:r>
            <a:r>
              <a:rPr lang="fr-MA" sz="1200" b="0" dirty="0" err="1">
                <a:solidFill>
                  <a:srgbClr val="CCCCCC"/>
                </a:solidFill>
                <a:effectLst/>
                <a:latin typeface="+mn-lt"/>
              </a:rPr>
              <a:t>.</a:t>
            </a:r>
            <a:r>
              <a:rPr lang="fr-MA" sz="1200" b="0" dirty="0" err="1">
                <a:solidFill>
                  <a:srgbClr val="9CDCFE"/>
                </a:solidFill>
                <a:effectLst/>
                <a:latin typeface="+mn-lt"/>
              </a:rPr>
              <a:t>state</a:t>
            </a:r>
            <a:r>
              <a:rPr lang="fr-MA" sz="1200" b="0" dirty="0">
                <a:solidFill>
                  <a:srgbClr val="CCCCCC"/>
                </a:solidFill>
                <a:effectLst/>
                <a:latin typeface="+mn-lt"/>
              </a:rPr>
              <a:t> </a:t>
            </a:r>
            <a:r>
              <a:rPr lang="fr-MA" sz="1200" b="0" dirty="0">
                <a:solidFill>
                  <a:srgbClr val="D4D4D4"/>
                </a:solidFill>
                <a:effectLst/>
                <a:latin typeface="+mn-lt"/>
              </a:rPr>
              <a:t>=</a:t>
            </a:r>
            <a:r>
              <a:rPr lang="fr-MA" sz="1200" b="0" dirty="0">
                <a:solidFill>
                  <a:srgbClr val="CCCCCC"/>
                </a:solidFill>
                <a:effectLst/>
                <a:latin typeface="+mn-lt"/>
              </a:rPr>
              <a:t> {</a:t>
            </a:r>
            <a:r>
              <a:rPr lang="fr-MA" sz="1200" b="0" dirty="0">
                <a:solidFill>
                  <a:srgbClr val="9CDCFE"/>
                </a:solidFill>
                <a:effectLst/>
                <a:latin typeface="+mn-lt"/>
              </a:rPr>
              <a:t>count:</a:t>
            </a:r>
            <a:r>
              <a:rPr lang="fr-MA" sz="1200" b="0" dirty="0">
                <a:solidFill>
                  <a:srgbClr val="CCCCCC"/>
                </a:solidFill>
                <a:effectLst/>
                <a:latin typeface="+mn-lt"/>
              </a:rPr>
              <a:t> </a:t>
            </a:r>
            <a:r>
              <a:rPr lang="fr-MA" sz="1200" b="0" dirty="0">
                <a:solidFill>
                  <a:srgbClr val="B5CEA8"/>
                </a:solidFill>
                <a:effectLst/>
                <a:latin typeface="+mn-lt"/>
              </a:rPr>
              <a:t>0</a:t>
            </a:r>
            <a:r>
              <a:rPr lang="fr-MA" sz="1200" b="0" dirty="0">
                <a:solidFill>
                  <a:srgbClr val="CCCCCC"/>
                </a:solidFill>
                <a:effectLst/>
                <a:latin typeface="+mn-lt"/>
              </a:rPr>
              <a:t>};}</a:t>
            </a:r>
          </a:p>
          <a:p>
            <a:pPr algn="l">
              <a:lnSpc>
                <a:spcPts val="1425"/>
              </a:lnSpc>
              <a:buNone/>
            </a:pPr>
            <a:r>
              <a:rPr lang="fr-MA" sz="1200" b="0" dirty="0">
                <a:solidFill>
                  <a:srgbClr val="CCCCCC"/>
                </a:solidFill>
                <a:effectLst/>
                <a:latin typeface="+mn-lt"/>
              </a:rPr>
              <a:t>  </a:t>
            </a:r>
            <a:r>
              <a:rPr lang="fr-MA" sz="1200" b="0" dirty="0">
                <a:solidFill>
                  <a:srgbClr val="6A9955"/>
                </a:solidFill>
                <a:effectLst/>
                <a:latin typeface="+mn-lt"/>
              </a:rPr>
              <a:t>// méthode pour mettre à jour le state</a:t>
            </a:r>
            <a:endParaRPr lang="fr-MA" sz="1200" b="0" dirty="0">
              <a:solidFill>
                <a:srgbClr val="CCCCCC"/>
              </a:solidFill>
              <a:effectLst/>
              <a:latin typeface="+mn-lt"/>
            </a:endParaRPr>
          </a:p>
          <a:p>
            <a:pPr algn="l">
              <a:lnSpc>
                <a:spcPts val="1425"/>
              </a:lnSpc>
              <a:buNone/>
            </a:pPr>
            <a:r>
              <a:rPr lang="fr-MA" sz="1200" b="0" dirty="0">
                <a:solidFill>
                  <a:srgbClr val="CCCCCC"/>
                </a:solidFill>
                <a:effectLst/>
                <a:latin typeface="+mn-lt"/>
              </a:rPr>
              <a:t>  </a:t>
            </a:r>
            <a:r>
              <a:rPr lang="fr-MA" sz="1200" b="0" dirty="0" err="1">
                <a:solidFill>
                  <a:srgbClr val="DCDCAA"/>
                </a:solidFill>
                <a:effectLst/>
                <a:latin typeface="+mn-lt"/>
              </a:rPr>
              <a:t>increment</a:t>
            </a:r>
            <a:r>
              <a:rPr lang="fr-MA" sz="1200" b="0" dirty="0">
                <a:solidFill>
                  <a:srgbClr val="CCCCCC"/>
                </a:solidFill>
                <a:effectLst/>
                <a:latin typeface="+mn-lt"/>
              </a:rPr>
              <a:t> </a:t>
            </a:r>
            <a:r>
              <a:rPr lang="fr-MA" sz="1200" b="0" dirty="0">
                <a:solidFill>
                  <a:srgbClr val="D4D4D4"/>
                </a:solidFill>
                <a:effectLst/>
                <a:latin typeface="+mn-lt"/>
              </a:rPr>
              <a:t>=</a:t>
            </a:r>
            <a:r>
              <a:rPr lang="fr-MA" sz="1200" b="0" dirty="0">
                <a:solidFill>
                  <a:srgbClr val="CCCCCC"/>
                </a:solidFill>
                <a:effectLst/>
                <a:latin typeface="+mn-lt"/>
              </a:rPr>
              <a:t> () </a:t>
            </a:r>
            <a:r>
              <a:rPr lang="fr-MA" sz="1200" b="0" dirty="0">
                <a:solidFill>
                  <a:srgbClr val="569CD6"/>
                </a:solidFill>
                <a:effectLst/>
                <a:latin typeface="+mn-lt"/>
              </a:rPr>
              <a:t>=&gt;</a:t>
            </a:r>
            <a:r>
              <a:rPr lang="fr-MA" sz="1200" b="0" dirty="0">
                <a:solidFill>
                  <a:srgbClr val="CCCCCC"/>
                </a:solidFill>
                <a:effectLst/>
                <a:latin typeface="+mn-lt"/>
              </a:rPr>
              <a:t> {</a:t>
            </a:r>
          </a:p>
          <a:p>
            <a:pPr algn="l">
              <a:lnSpc>
                <a:spcPts val="1425"/>
              </a:lnSpc>
              <a:buNone/>
            </a:pPr>
            <a:r>
              <a:rPr lang="fr-MA" sz="1200" b="0" dirty="0">
                <a:solidFill>
                  <a:srgbClr val="CCCCCC"/>
                </a:solidFill>
                <a:effectLst/>
                <a:latin typeface="+mn-lt"/>
              </a:rPr>
              <a:t>    </a:t>
            </a:r>
            <a:r>
              <a:rPr lang="fr-MA" sz="1200" b="0" dirty="0" err="1">
                <a:solidFill>
                  <a:srgbClr val="569CD6"/>
                </a:solidFill>
                <a:effectLst/>
                <a:latin typeface="+mn-lt"/>
              </a:rPr>
              <a:t>this</a:t>
            </a:r>
            <a:r>
              <a:rPr lang="fr-MA" sz="1200" b="0" dirty="0" err="1">
                <a:solidFill>
                  <a:srgbClr val="CCCCCC"/>
                </a:solidFill>
                <a:effectLst/>
                <a:latin typeface="+mn-lt"/>
              </a:rPr>
              <a:t>.</a:t>
            </a:r>
            <a:r>
              <a:rPr lang="fr-MA" sz="1200" b="0" dirty="0" err="1">
                <a:solidFill>
                  <a:srgbClr val="DCDCAA"/>
                </a:solidFill>
                <a:effectLst/>
                <a:latin typeface="+mn-lt"/>
              </a:rPr>
              <a:t>setState</a:t>
            </a:r>
            <a:r>
              <a:rPr lang="fr-MA" sz="1200" b="0" dirty="0">
                <a:solidFill>
                  <a:srgbClr val="CCCCCC"/>
                </a:solidFill>
                <a:effectLst/>
                <a:latin typeface="+mn-lt"/>
              </a:rPr>
              <a:t>({ </a:t>
            </a:r>
            <a:r>
              <a:rPr lang="fr-MA" sz="1200" b="0" dirty="0">
                <a:solidFill>
                  <a:srgbClr val="9CDCFE"/>
                </a:solidFill>
                <a:effectLst/>
                <a:latin typeface="+mn-lt"/>
              </a:rPr>
              <a:t>count:</a:t>
            </a:r>
            <a:r>
              <a:rPr lang="fr-MA" sz="1200" b="0" dirty="0">
                <a:solidFill>
                  <a:srgbClr val="CCCCCC"/>
                </a:solidFill>
                <a:effectLst/>
                <a:latin typeface="+mn-lt"/>
              </a:rPr>
              <a:t> </a:t>
            </a:r>
            <a:r>
              <a:rPr lang="fr-MA" sz="1200" b="0" dirty="0" err="1">
                <a:solidFill>
                  <a:srgbClr val="569CD6"/>
                </a:solidFill>
                <a:effectLst/>
                <a:latin typeface="+mn-lt"/>
              </a:rPr>
              <a:t>this</a:t>
            </a:r>
            <a:r>
              <a:rPr lang="fr-MA" sz="1200" b="0" dirty="0" err="1">
                <a:solidFill>
                  <a:srgbClr val="CCCCCC"/>
                </a:solidFill>
                <a:effectLst/>
                <a:latin typeface="+mn-lt"/>
              </a:rPr>
              <a:t>.</a:t>
            </a:r>
            <a:r>
              <a:rPr lang="fr-MA" sz="1200" b="0" dirty="0" err="1">
                <a:solidFill>
                  <a:srgbClr val="9CDCFE"/>
                </a:solidFill>
                <a:effectLst/>
                <a:latin typeface="+mn-lt"/>
              </a:rPr>
              <a:t>state</a:t>
            </a:r>
            <a:r>
              <a:rPr lang="fr-MA" sz="1200" b="0" dirty="0" err="1">
                <a:solidFill>
                  <a:srgbClr val="CCCCCC"/>
                </a:solidFill>
                <a:effectLst/>
                <a:latin typeface="+mn-lt"/>
              </a:rPr>
              <a:t>.</a:t>
            </a:r>
            <a:r>
              <a:rPr lang="fr-MA" sz="1200" b="0" dirty="0" err="1">
                <a:solidFill>
                  <a:srgbClr val="9CDCFE"/>
                </a:solidFill>
                <a:effectLst/>
                <a:latin typeface="+mn-lt"/>
              </a:rPr>
              <a:t>count</a:t>
            </a:r>
            <a:r>
              <a:rPr lang="fr-MA" sz="1200" b="0" dirty="0">
                <a:solidFill>
                  <a:srgbClr val="CCCCCC"/>
                </a:solidFill>
                <a:effectLst/>
                <a:latin typeface="+mn-lt"/>
              </a:rPr>
              <a:t> </a:t>
            </a:r>
            <a:r>
              <a:rPr lang="fr-MA" sz="1200" b="0" dirty="0">
                <a:solidFill>
                  <a:srgbClr val="D4D4D4"/>
                </a:solidFill>
                <a:effectLst/>
                <a:latin typeface="+mn-lt"/>
              </a:rPr>
              <a:t>+</a:t>
            </a:r>
            <a:r>
              <a:rPr lang="fr-MA" sz="1200" b="0" dirty="0">
                <a:solidFill>
                  <a:srgbClr val="CCCCCC"/>
                </a:solidFill>
                <a:effectLst/>
                <a:latin typeface="+mn-lt"/>
              </a:rPr>
              <a:t> </a:t>
            </a:r>
            <a:r>
              <a:rPr lang="fr-MA" sz="1200" b="0" dirty="0">
                <a:solidFill>
                  <a:srgbClr val="B5CEA8"/>
                </a:solidFill>
                <a:effectLst/>
                <a:latin typeface="+mn-lt"/>
              </a:rPr>
              <a:t>1</a:t>
            </a:r>
            <a:r>
              <a:rPr lang="fr-MA" sz="1200" b="0" dirty="0">
                <a:solidFill>
                  <a:srgbClr val="CCCCCC"/>
                </a:solidFill>
                <a:effectLst/>
                <a:latin typeface="+mn-lt"/>
              </a:rPr>
              <a:t> });</a:t>
            </a:r>
          </a:p>
          <a:p>
            <a:pPr algn="l">
              <a:lnSpc>
                <a:spcPts val="1425"/>
              </a:lnSpc>
              <a:buNone/>
            </a:pPr>
            <a:r>
              <a:rPr lang="fr-MA" sz="1200" b="0" dirty="0">
                <a:solidFill>
                  <a:srgbClr val="CCCCCC"/>
                </a:solidFill>
                <a:effectLst/>
                <a:latin typeface="+mn-lt"/>
              </a:rPr>
              <a:t>  };</a:t>
            </a:r>
          </a:p>
          <a:p>
            <a:pPr algn="l">
              <a:lnSpc>
                <a:spcPts val="1425"/>
              </a:lnSpc>
              <a:buNone/>
            </a:pPr>
            <a:r>
              <a:rPr lang="fr-MA" sz="1200" b="0" dirty="0">
                <a:solidFill>
                  <a:srgbClr val="CCCCCC"/>
                </a:solidFill>
                <a:effectLst/>
                <a:latin typeface="+mn-lt"/>
              </a:rPr>
              <a:t>  </a:t>
            </a:r>
            <a:r>
              <a:rPr lang="fr-MA" sz="1200" b="0" dirty="0" err="1">
                <a:solidFill>
                  <a:srgbClr val="DCDCAA"/>
                </a:solidFill>
                <a:effectLst/>
                <a:latin typeface="+mn-lt"/>
              </a:rPr>
              <a:t>render</a:t>
            </a:r>
            <a:r>
              <a:rPr lang="fr-MA" sz="1200" b="0" dirty="0">
                <a:solidFill>
                  <a:srgbClr val="CCCCCC"/>
                </a:solidFill>
                <a:effectLst/>
                <a:latin typeface="+mn-lt"/>
              </a:rPr>
              <a:t>() {</a:t>
            </a:r>
          </a:p>
          <a:p>
            <a:pPr algn="l">
              <a:lnSpc>
                <a:spcPts val="1425"/>
              </a:lnSpc>
              <a:buNone/>
            </a:pPr>
            <a:r>
              <a:rPr lang="fr-MA" sz="1200" b="0" dirty="0">
                <a:solidFill>
                  <a:srgbClr val="CCCCCC"/>
                </a:solidFill>
                <a:effectLst/>
                <a:latin typeface="+mn-lt"/>
              </a:rPr>
              <a:t>    </a:t>
            </a:r>
            <a:r>
              <a:rPr lang="fr-MA" sz="1200" b="0" dirty="0">
                <a:solidFill>
                  <a:srgbClr val="C586C0"/>
                </a:solidFill>
                <a:effectLst/>
                <a:latin typeface="+mn-lt"/>
              </a:rPr>
              <a:t>return</a:t>
            </a:r>
            <a:r>
              <a:rPr lang="fr-MA" sz="1200" b="0" dirty="0">
                <a:solidFill>
                  <a:srgbClr val="CCCCCC"/>
                </a:solidFill>
                <a:effectLst/>
                <a:latin typeface="+mn-lt"/>
              </a:rPr>
              <a:t> (</a:t>
            </a:r>
          </a:p>
          <a:p>
            <a:pPr algn="l">
              <a:lnSpc>
                <a:spcPts val="1425"/>
              </a:lnSpc>
              <a:buNone/>
            </a:pPr>
            <a:r>
              <a:rPr lang="fr-MA" sz="1200" b="0" dirty="0">
                <a:solidFill>
                  <a:srgbClr val="CCCCCC"/>
                </a:solidFill>
                <a:effectLst/>
                <a:latin typeface="+mn-lt"/>
              </a:rPr>
              <a:t>      </a:t>
            </a:r>
            <a:r>
              <a:rPr lang="fr-MA" sz="1200" b="0" dirty="0">
                <a:solidFill>
                  <a:srgbClr val="808080"/>
                </a:solidFill>
                <a:effectLst/>
                <a:latin typeface="+mn-lt"/>
              </a:rPr>
              <a:t>&lt;</a:t>
            </a:r>
            <a:r>
              <a:rPr lang="fr-MA" sz="1200" b="0" dirty="0">
                <a:solidFill>
                  <a:srgbClr val="569CD6"/>
                </a:solidFill>
                <a:effectLst/>
                <a:latin typeface="+mn-lt"/>
              </a:rPr>
              <a:t>div</a:t>
            </a:r>
            <a:r>
              <a:rPr lang="fr-MA" sz="1200" b="0" dirty="0">
                <a:solidFill>
                  <a:srgbClr val="808080"/>
                </a:solidFill>
                <a:effectLst/>
                <a:latin typeface="+mn-lt"/>
              </a:rPr>
              <a:t>&gt;</a:t>
            </a:r>
            <a:endParaRPr lang="fr-MA" sz="1200" b="0" dirty="0">
              <a:solidFill>
                <a:srgbClr val="CCCCCC"/>
              </a:solidFill>
              <a:effectLst/>
              <a:latin typeface="+mn-lt"/>
            </a:endParaRPr>
          </a:p>
          <a:p>
            <a:pPr algn="l">
              <a:lnSpc>
                <a:spcPts val="1425"/>
              </a:lnSpc>
              <a:buNone/>
            </a:pPr>
            <a:r>
              <a:rPr lang="fr-MA" sz="1200" b="0" dirty="0">
                <a:solidFill>
                  <a:srgbClr val="CCCCCC"/>
                </a:solidFill>
                <a:effectLst/>
                <a:latin typeface="+mn-lt"/>
              </a:rPr>
              <a:t>        </a:t>
            </a:r>
            <a:r>
              <a:rPr lang="fr-MA" sz="1200" b="0" dirty="0">
                <a:solidFill>
                  <a:srgbClr val="808080"/>
                </a:solidFill>
                <a:effectLst/>
                <a:latin typeface="+mn-lt"/>
              </a:rPr>
              <a:t>&lt;</a:t>
            </a:r>
            <a:r>
              <a:rPr lang="fr-MA" sz="1200" b="0" dirty="0">
                <a:solidFill>
                  <a:srgbClr val="569CD6"/>
                </a:solidFill>
                <a:effectLst/>
                <a:latin typeface="+mn-lt"/>
              </a:rPr>
              <a:t>h2</a:t>
            </a:r>
            <a:r>
              <a:rPr lang="fr-MA" sz="1200" b="0" dirty="0">
                <a:solidFill>
                  <a:srgbClr val="808080"/>
                </a:solidFill>
                <a:effectLst/>
                <a:latin typeface="+mn-lt"/>
              </a:rPr>
              <a:t>&gt;</a:t>
            </a:r>
            <a:r>
              <a:rPr lang="fr-MA" sz="1200" b="0" dirty="0">
                <a:solidFill>
                  <a:srgbClr val="CCCCCC"/>
                </a:solidFill>
                <a:effectLst/>
                <a:latin typeface="+mn-lt"/>
              </a:rPr>
              <a:t>Compteur : </a:t>
            </a:r>
            <a:r>
              <a:rPr lang="fr-MA" sz="1200" b="0" dirty="0">
                <a:solidFill>
                  <a:srgbClr val="569CD6"/>
                </a:solidFill>
                <a:effectLst/>
                <a:latin typeface="+mn-lt"/>
              </a:rPr>
              <a:t>{</a:t>
            </a:r>
            <a:r>
              <a:rPr lang="fr-MA" sz="1200" b="0" dirty="0" err="1">
                <a:solidFill>
                  <a:srgbClr val="569CD6"/>
                </a:solidFill>
                <a:effectLst/>
                <a:latin typeface="+mn-lt"/>
              </a:rPr>
              <a:t>this</a:t>
            </a:r>
            <a:r>
              <a:rPr lang="fr-MA" sz="1200" b="0" dirty="0" err="1">
                <a:solidFill>
                  <a:srgbClr val="D4D4D4"/>
                </a:solidFill>
                <a:effectLst/>
                <a:latin typeface="+mn-lt"/>
              </a:rPr>
              <a:t>.</a:t>
            </a:r>
            <a:r>
              <a:rPr lang="fr-MA" sz="1200" b="0" dirty="0" err="1">
                <a:solidFill>
                  <a:srgbClr val="9CDCFE"/>
                </a:solidFill>
                <a:effectLst/>
                <a:latin typeface="+mn-lt"/>
              </a:rPr>
              <a:t>state</a:t>
            </a:r>
            <a:r>
              <a:rPr lang="fr-MA" sz="1200" b="0" dirty="0" err="1">
                <a:solidFill>
                  <a:srgbClr val="D4D4D4"/>
                </a:solidFill>
                <a:effectLst/>
                <a:latin typeface="+mn-lt"/>
              </a:rPr>
              <a:t>.</a:t>
            </a:r>
            <a:r>
              <a:rPr lang="fr-MA" sz="1200" b="0" dirty="0" err="1">
                <a:solidFill>
                  <a:srgbClr val="9CDCFE"/>
                </a:solidFill>
                <a:effectLst/>
                <a:latin typeface="+mn-lt"/>
              </a:rPr>
              <a:t>count</a:t>
            </a:r>
            <a:r>
              <a:rPr lang="fr-MA" sz="1200" b="0" dirty="0">
                <a:solidFill>
                  <a:srgbClr val="569CD6"/>
                </a:solidFill>
                <a:effectLst/>
                <a:latin typeface="+mn-lt"/>
              </a:rPr>
              <a:t>}</a:t>
            </a:r>
            <a:r>
              <a:rPr lang="fr-MA" sz="1200" b="0" dirty="0">
                <a:solidFill>
                  <a:srgbClr val="808080"/>
                </a:solidFill>
                <a:effectLst/>
                <a:latin typeface="+mn-lt"/>
              </a:rPr>
              <a:t>&lt;/</a:t>
            </a:r>
            <a:r>
              <a:rPr lang="fr-MA" sz="1200" b="0" dirty="0">
                <a:solidFill>
                  <a:srgbClr val="569CD6"/>
                </a:solidFill>
                <a:effectLst/>
                <a:latin typeface="+mn-lt"/>
              </a:rPr>
              <a:t>h2</a:t>
            </a:r>
            <a:r>
              <a:rPr lang="fr-MA" sz="1200" b="0" dirty="0">
                <a:solidFill>
                  <a:srgbClr val="808080"/>
                </a:solidFill>
                <a:effectLst/>
                <a:latin typeface="+mn-lt"/>
              </a:rPr>
              <a:t>&gt;</a:t>
            </a:r>
            <a:endParaRPr lang="fr-MA" sz="1200" b="0" dirty="0">
              <a:solidFill>
                <a:srgbClr val="CCCCCC"/>
              </a:solidFill>
              <a:effectLst/>
              <a:latin typeface="+mn-lt"/>
            </a:endParaRPr>
          </a:p>
          <a:p>
            <a:pPr algn="l">
              <a:lnSpc>
                <a:spcPts val="1425"/>
              </a:lnSpc>
              <a:buNone/>
            </a:pPr>
            <a:r>
              <a:rPr lang="fr-MA" sz="1200" b="0" dirty="0">
                <a:solidFill>
                  <a:srgbClr val="CCCCCC"/>
                </a:solidFill>
                <a:effectLst/>
                <a:latin typeface="+mn-lt"/>
              </a:rPr>
              <a:t>        </a:t>
            </a:r>
            <a:r>
              <a:rPr lang="fr-MA" sz="1200" b="0" dirty="0">
                <a:solidFill>
                  <a:srgbClr val="808080"/>
                </a:solidFill>
                <a:effectLst/>
                <a:latin typeface="+mn-lt"/>
              </a:rPr>
              <a:t>&lt;</a:t>
            </a:r>
            <a:r>
              <a:rPr lang="fr-MA" sz="1200" b="0" dirty="0" err="1">
                <a:solidFill>
                  <a:srgbClr val="569CD6"/>
                </a:solidFill>
                <a:effectLst/>
                <a:latin typeface="+mn-lt"/>
              </a:rPr>
              <a:t>button</a:t>
            </a:r>
            <a:r>
              <a:rPr lang="fr-MA" sz="1200" b="0" dirty="0">
                <a:solidFill>
                  <a:srgbClr val="CCCCCC"/>
                </a:solidFill>
                <a:effectLst/>
                <a:latin typeface="+mn-lt"/>
              </a:rPr>
              <a:t> </a:t>
            </a:r>
            <a:r>
              <a:rPr lang="fr-MA" sz="1200" b="0" dirty="0" err="1">
                <a:solidFill>
                  <a:srgbClr val="9CDCFE"/>
                </a:solidFill>
                <a:effectLst/>
                <a:latin typeface="+mn-lt"/>
              </a:rPr>
              <a:t>onClick</a:t>
            </a:r>
            <a:r>
              <a:rPr lang="fr-MA" sz="1200" b="0" dirty="0">
                <a:solidFill>
                  <a:srgbClr val="D4D4D4"/>
                </a:solidFill>
                <a:effectLst/>
                <a:latin typeface="+mn-lt"/>
              </a:rPr>
              <a:t>=</a:t>
            </a:r>
            <a:r>
              <a:rPr lang="fr-MA" sz="1200" b="0" dirty="0">
                <a:solidFill>
                  <a:srgbClr val="569CD6"/>
                </a:solidFill>
                <a:effectLst/>
                <a:latin typeface="+mn-lt"/>
              </a:rPr>
              <a:t>{</a:t>
            </a:r>
            <a:r>
              <a:rPr lang="fr-MA" sz="1200" b="0" dirty="0" err="1">
                <a:solidFill>
                  <a:srgbClr val="569CD6"/>
                </a:solidFill>
                <a:effectLst/>
                <a:latin typeface="+mn-lt"/>
              </a:rPr>
              <a:t>this</a:t>
            </a:r>
            <a:r>
              <a:rPr lang="fr-MA" sz="1200" b="0" dirty="0" err="1">
                <a:solidFill>
                  <a:srgbClr val="D4D4D4"/>
                </a:solidFill>
                <a:effectLst/>
                <a:latin typeface="+mn-lt"/>
              </a:rPr>
              <a:t>.</a:t>
            </a:r>
            <a:r>
              <a:rPr lang="fr-MA" sz="1200" b="0" dirty="0" err="1">
                <a:solidFill>
                  <a:srgbClr val="DCDCAA"/>
                </a:solidFill>
                <a:effectLst/>
                <a:latin typeface="+mn-lt"/>
              </a:rPr>
              <a:t>increment</a:t>
            </a:r>
            <a:r>
              <a:rPr lang="fr-MA" sz="1200" b="0" dirty="0">
                <a:solidFill>
                  <a:srgbClr val="569CD6"/>
                </a:solidFill>
                <a:effectLst/>
                <a:latin typeface="+mn-lt"/>
              </a:rPr>
              <a:t>}</a:t>
            </a:r>
            <a:r>
              <a:rPr lang="fr-MA" sz="1200" b="0" dirty="0">
                <a:solidFill>
                  <a:srgbClr val="808080"/>
                </a:solidFill>
                <a:effectLst/>
                <a:latin typeface="+mn-lt"/>
              </a:rPr>
              <a:t>&gt;</a:t>
            </a:r>
            <a:r>
              <a:rPr lang="fr-MA" sz="1200" b="0" dirty="0">
                <a:solidFill>
                  <a:srgbClr val="CCCCCC"/>
                </a:solidFill>
                <a:effectLst/>
                <a:latin typeface="+mn-lt"/>
              </a:rPr>
              <a:t>+1</a:t>
            </a:r>
            <a:r>
              <a:rPr lang="fr-MA" sz="1200" b="0" dirty="0">
                <a:solidFill>
                  <a:srgbClr val="808080"/>
                </a:solidFill>
                <a:effectLst/>
                <a:latin typeface="+mn-lt"/>
              </a:rPr>
              <a:t>&lt;/</a:t>
            </a:r>
            <a:r>
              <a:rPr lang="fr-MA" sz="1200" b="0" dirty="0" err="1">
                <a:solidFill>
                  <a:srgbClr val="569CD6"/>
                </a:solidFill>
                <a:effectLst/>
                <a:latin typeface="+mn-lt"/>
              </a:rPr>
              <a:t>button</a:t>
            </a:r>
            <a:r>
              <a:rPr lang="fr-MA" sz="1200" b="0" dirty="0">
                <a:solidFill>
                  <a:srgbClr val="808080"/>
                </a:solidFill>
                <a:effectLst/>
                <a:latin typeface="+mn-lt"/>
              </a:rPr>
              <a:t>&gt;</a:t>
            </a:r>
            <a:endParaRPr lang="fr-MA" sz="1200" b="0" dirty="0">
              <a:solidFill>
                <a:srgbClr val="CCCCCC"/>
              </a:solidFill>
              <a:effectLst/>
              <a:latin typeface="+mn-lt"/>
            </a:endParaRPr>
          </a:p>
          <a:p>
            <a:pPr algn="l">
              <a:lnSpc>
                <a:spcPts val="1425"/>
              </a:lnSpc>
              <a:buNone/>
            </a:pPr>
            <a:r>
              <a:rPr lang="fr-MA" sz="1200" b="0" dirty="0">
                <a:solidFill>
                  <a:srgbClr val="CCCCCC"/>
                </a:solidFill>
                <a:effectLst/>
                <a:latin typeface="+mn-lt"/>
              </a:rPr>
              <a:t>      </a:t>
            </a:r>
            <a:r>
              <a:rPr lang="fr-MA" sz="1200" b="0" dirty="0">
                <a:solidFill>
                  <a:srgbClr val="808080"/>
                </a:solidFill>
                <a:effectLst/>
                <a:latin typeface="+mn-lt"/>
              </a:rPr>
              <a:t>&lt;/</a:t>
            </a:r>
            <a:r>
              <a:rPr lang="fr-MA" sz="1200" b="0" dirty="0">
                <a:solidFill>
                  <a:srgbClr val="569CD6"/>
                </a:solidFill>
                <a:effectLst/>
                <a:latin typeface="+mn-lt"/>
              </a:rPr>
              <a:t>div</a:t>
            </a:r>
            <a:r>
              <a:rPr lang="fr-MA" sz="1200" b="0" dirty="0">
                <a:solidFill>
                  <a:srgbClr val="808080"/>
                </a:solidFill>
                <a:effectLst/>
                <a:latin typeface="+mn-lt"/>
              </a:rPr>
              <a:t>&gt;</a:t>
            </a:r>
            <a:endParaRPr lang="fr-MA" sz="1200" b="0" dirty="0">
              <a:solidFill>
                <a:srgbClr val="CCCCCC"/>
              </a:solidFill>
              <a:effectLst/>
              <a:latin typeface="+mn-lt"/>
            </a:endParaRPr>
          </a:p>
          <a:p>
            <a:pPr algn="l">
              <a:lnSpc>
                <a:spcPts val="1425"/>
              </a:lnSpc>
              <a:buNone/>
            </a:pPr>
            <a:r>
              <a:rPr lang="fr-MA" sz="1200" b="0" dirty="0">
                <a:solidFill>
                  <a:srgbClr val="CCCCCC"/>
                </a:solidFill>
                <a:effectLst/>
                <a:latin typeface="+mn-lt"/>
              </a:rPr>
              <a:t>    );</a:t>
            </a:r>
          </a:p>
          <a:p>
            <a:pPr algn="l">
              <a:lnSpc>
                <a:spcPts val="1425"/>
              </a:lnSpc>
              <a:buNone/>
            </a:pPr>
            <a:r>
              <a:rPr lang="fr-MA" sz="1200" b="0" dirty="0">
                <a:solidFill>
                  <a:srgbClr val="CCCCCC"/>
                </a:solidFill>
                <a:effectLst/>
                <a:latin typeface="+mn-lt"/>
              </a:rPr>
              <a:t>  }</a:t>
            </a:r>
          </a:p>
          <a:p>
            <a:pPr algn="l">
              <a:lnSpc>
                <a:spcPts val="1425"/>
              </a:lnSpc>
              <a:buNone/>
            </a:pPr>
            <a:r>
              <a:rPr lang="fr-MA" sz="1200" b="0" dirty="0">
                <a:solidFill>
                  <a:srgbClr val="CCCCCC"/>
                </a:solidFill>
                <a:effectLst/>
                <a:latin typeface="+mn-lt"/>
              </a:rPr>
              <a:t>}</a:t>
            </a:r>
          </a:p>
          <a:p>
            <a:pPr algn="l">
              <a:lnSpc>
                <a:spcPts val="1425"/>
              </a:lnSpc>
              <a:buNone/>
            </a:pPr>
            <a:r>
              <a:rPr lang="fr-MA" sz="1200" b="0" dirty="0">
                <a:solidFill>
                  <a:srgbClr val="C586C0"/>
                </a:solidFill>
                <a:effectLst/>
                <a:latin typeface="+mn-lt"/>
              </a:rPr>
              <a:t>export</a:t>
            </a:r>
            <a:r>
              <a:rPr lang="fr-MA" sz="1200" b="0" dirty="0">
                <a:solidFill>
                  <a:srgbClr val="CCCCCC"/>
                </a:solidFill>
                <a:effectLst/>
                <a:latin typeface="+mn-lt"/>
              </a:rPr>
              <a:t> </a:t>
            </a:r>
            <a:r>
              <a:rPr lang="fr-MA" sz="1200" b="0" dirty="0">
                <a:solidFill>
                  <a:srgbClr val="C586C0"/>
                </a:solidFill>
                <a:effectLst/>
                <a:latin typeface="+mn-lt"/>
              </a:rPr>
              <a:t>default</a:t>
            </a:r>
            <a:r>
              <a:rPr lang="fr-MA" sz="1200" b="0" dirty="0">
                <a:solidFill>
                  <a:srgbClr val="CCCCCC"/>
                </a:solidFill>
                <a:effectLst/>
                <a:latin typeface="+mn-lt"/>
              </a:rPr>
              <a:t> </a:t>
            </a:r>
            <a:r>
              <a:rPr lang="fr-MA" sz="1200" b="0" dirty="0" err="1">
                <a:solidFill>
                  <a:srgbClr val="4EC9B0"/>
                </a:solidFill>
                <a:effectLst/>
                <a:latin typeface="+mn-lt"/>
              </a:rPr>
              <a:t>SimpleCounter</a:t>
            </a:r>
            <a:r>
              <a:rPr lang="fr-MA" sz="1200" b="0" dirty="0">
                <a:solidFill>
                  <a:srgbClr val="CCCCCC"/>
                </a:solidFill>
                <a:effectLst/>
                <a:latin typeface="+mn-lt"/>
              </a:rPr>
              <a:t>;</a:t>
            </a:r>
          </a:p>
        </p:txBody>
      </p:sp>
    </p:spTree>
    <p:extLst>
      <p:ext uri="{BB962C8B-B14F-4D97-AF65-F5344CB8AC3E}">
        <p14:creationId xmlns:p14="http://schemas.microsoft.com/office/powerpoint/2010/main" val="14721102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96A3-2380-CE9B-932E-16375A94247D}"/>
            </a:ext>
          </a:extLst>
        </p:cNvPr>
        <p:cNvGrpSpPr/>
        <p:nvPr/>
      </p:nvGrpSpPr>
      <p:grpSpPr>
        <a:xfrm>
          <a:off x="0" y="0"/>
          <a:ext cx="0" cy="0"/>
          <a:chOff x="0" y="0"/>
          <a:chExt cx="0" cy="0"/>
        </a:xfrm>
      </p:grpSpPr>
      <p:sp>
        <p:nvSpPr>
          <p:cNvPr id="4098" name="Rectangle 4">
            <a:extLst>
              <a:ext uri="{FF2B5EF4-FFF2-40B4-BE49-F238E27FC236}">
                <a16:creationId xmlns:a16="http://schemas.microsoft.com/office/drawing/2014/main" id="{009E51BB-AA90-5E8B-2FEF-7C659552BEB5}"/>
              </a:ext>
            </a:extLst>
          </p:cNvPr>
          <p:cNvSpPr>
            <a:spLocks noGrp="1" noChangeArrowheads="1"/>
          </p:cNvSpPr>
          <p:nvPr>
            <p:ph type="title"/>
          </p:nvPr>
        </p:nvSpPr>
        <p:spPr/>
        <p:txBody>
          <a:bodyPr/>
          <a:lstStyle/>
          <a:p>
            <a:r>
              <a:rPr lang="fr-FR" sz="2800" dirty="0"/>
              <a:t>Architecture unidirectionnelle (Data Flow) (1/3)</a:t>
            </a:r>
            <a:endParaRPr lang="en-US" altLang="fr-FR" sz="2500" dirty="0">
              <a:latin typeface="Comic Sans MS" panose="030F0702030302020204" pitchFamily="66" charset="0"/>
            </a:endParaRPr>
          </a:p>
        </p:txBody>
      </p:sp>
      <p:sp>
        <p:nvSpPr>
          <p:cNvPr id="4099" name="Rectangle 5">
            <a:extLst>
              <a:ext uri="{FF2B5EF4-FFF2-40B4-BE49-F238E27FC236}">
                <a16:creationId xmlns:a16="http://schemas.microsoft.com/office/drawing/2014/main" id="{2D01CB22-93BB-3A66-81F5-9172B3FA1AF3}"/>
              </a:ext>
            </a:extLst>
          </p:cNvPr>
          <p:cNvSpPr>
            <a:spLocks noGrp="1" noChangeArrowheads="1"/>
          </p:cNvSpPr>
          <p:nvPr>
            <p:ph idx="1"/>
          </p:nvPr>
        </p:nvSpPr>
        <p:spPr>
          <a:xfrm>
            <a:off x="215900" y="988426"/>
            <a:ext cx="8839200" cy="4888591"/>
          </a:xfrm>
        </p:spPr>
        <p:txBody>
          <a:bodyPr/>
          <a:lstStyle/>
          <a:p>
            <a:pPr>
              <a:lnSpc>
                <a:spcPct val="90000"/>
              </a:lnSpc>
              <a:buClr>
                <a:schemeClr val="tx1"/>
              </a:buClr>
              <a:buFont typeface="Wingdings" panose="05000000000000000000" pitchFamily="2" charset="2"/>
              <a:buChar char="Ø"/>
            </a:pPr>
            <a:r>
              <a:rPr lang="fr-FR" sz="1400" b="0" dirty="0"/>
              <a:t>Les données dans </a:t>
            </a:r>
            <a:r>
              <a:rPr lang="fr-FR" sz="1400" b="0" dirty="0" err="1"/>
              <a:t>React</a:t>
            </a:r>
            <a:r>
              <a:rPr lang="fr-FR" sz="1400" b="0" dirty="0"/>
              <a:t> circulent toujours </a:t>
            </a:r>
            <a:r>
              <a:rPr lang="fr-FR" sz="1400" u="sng" dirty="0"/>
              <a:t>du parent vers l’enfant </a:t>
            </a:r>
            <a:r>
              <a:rPr lang="fr-FR" sz="1400" b="0" dirty="0"/>
              <a:t>via les </a:t>
            </a:r>
            <a:r>
              <a:rPr lang="fr-FR" sz="1400" b="0" dirty="0" err="1"/>
              <a:t>props</a:t>
            </a:r>
            <a:r>
              <a:rPr lang="fr-FR" sz="1400" b="0" dirty="0"/>
              <a:t>.</a:t>
            </a:r>
          </a:p>
          <a:p>
            <a:pPr>
              <a:lnSpc>
                <a:spcPct val="90000"/>
              </a:lnSpc>
              <a:buClr>
                <a:schemeClr val="tx1"/>
              </a:buClr>
              <a:buFont typeface="Wingdings" panose="05000000000000000000" pitchFamily="2" charset="2"/>
              <a:buChar char="Ø"/>
            </a:pPr>
            <a:endParaRPr lang="fr-FR" sz="1400" b="0" dirty="0"/>
          </a:p>
          <a:p>
            <a:pPr>
              <a:lnSpc>
                <a:spcPct val="90000"/>
              </a:lnSpc>
              <a:buClr>
                <a:schemeClr val="tx1"/>
              </a:buClr>
              <a:buFont typeface="Wingdings" panose="05000000000000000000" pitchFamily="2" charset="2"/>
              <a:buChar char="Ø"/>
            </a:pPr>
            <a:r>
              <a:rPr lang="fr-FR" sz="1400" b="0" dirty="0"/>
              <a:t>Pour communiquer de l’enfant vers le parent, nous utilisons des callbacks.</a:t>
            </a: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BE" altLang="fr-FR" sz="2400" b="0" dirty="0">
              <a:solidFill>
                <a:schemeClr val="bg2"/>
              </a:solidFill>
              <a:latin typeface="Times New Roman" panose="020206030504050203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E7423F01-5F4C-94DA-F88A-12B5A85050EA}"/>
              </a:ext>
            </a:extLst>
          </p:cNvPr>
          <p:cNvPicPr>
            <a:picLocks noChangeAspect="1"/>
          </p:cNvPicPr>
          <p:nvPr/>
        </p:nvPicPr>
        <p:blipFill>
          <a:blip r:embed="rId2"/>
          <a:stretch>
            <a:fillRect/>
          </a:stretch>
        </p:blipFill>
        <p:spPr>
          <a:xfrm>
            <a:off x="1260278" y="2121076"/>
            <a:ext cx="5286825" cy="2231468"/>
          </a:xfrm>
          <a:prstGeom prst="rect">
            <a:avLst/>
          </a:prstGeom>
        </p:spPr>
      </p:pic>
    </p:spTree>
    <p:extLst>
      <p:ext uri="{BB962C8B-B14F-4D97-AF65-F5344CB8AC3E}">
        <p14:creationId xmlns:p14="http://schemas.microsoft.com/office/powerpoint/2010/main" val="9800968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6ED8-8806-329D-23E5-88AAFE4C69F5}"/>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508B1440-7F00-84AE-422A-CFA7D026D4E4}"/>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F821CF0C-5D38-B8F8-7EB2-665951E7C70A}"/>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state</a:t>
            </a:r>
          </a:p>
        </p:txBody>
      </p:sp>
      <p:sp>
        <p:nvSpPr>
          <p:cNvPr id="7" name="Rectangle 5">
            <a:extLst>
              <a:ext uri="{FF2B5EF4-FFF2-40B4-BE49-F238E27FC236}">
                <a16:creationId xmlns:a16="http://schemas.microsoft.com/office/drawing/2014/main" id="{AAC521A4-74D1-A122-8122-6199E2307C86}"/>
              </a:ext>
            </a:extLst>
          </p:cNvPr>
          <p:cNvSpPr>
            <a:spLocks noChangeArrowheads="1"/>
          </p:cNvSpPr>
          <p:nvPr/>
        </p:nvSpPr>
        <p:spPr bwMode="auto">
          <a:xfrm>
            <a:off x="88900" y="4749189"/>
            <a:ext cx="8912860" cy="1447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200" b="0" i="0" u="none" strike="noStrike" cap="none" normalizeH="0" baseline="0" dirty="0">
              <a:ln>
                <a:noFill/>
              </a:ln>
              <a:solidFill>
                <a:schemeClr val="tx1"/>
              </a:solidFill>
              <a:effectLst/>
              <a:latin typeface="+mn-lt"/>
            </a:endParaRPr>
          </a:p>
        </p:txBody>
      </p:sp>
      <p:sp>
        <p:nvSpPr>
          <p:cNvPr id="8" name="ZoneTexte 7">
            <a:extLst>
              <a:ext uri="{FF2B5EF4-FFF2-40B4-BE49-F238E27FC236}">
                <a16:creationId xmlns:a16="http://schemas.microsoft.com/office/drawing/2014/main" id="{42FD8C59-DBD3-64A1-65B3-ADB69FE5AD06}"/>
              </a:ext>
            </a:extLst>
          </p:cNvPr>
          <p:cNvSpPr txBox="1"/>
          <p:nvPr/>
        </p:nvSpPr>
        <p:spPr>
          <a:xfrm>
            <a:off x="328936" y="831758"/>
            <a:ext cx="8815064" cy="5478423"/>
          </a:xfrm>
          <a:prstGeom prst="rect">
            <a:avLst/>
          </a:prstGeom>
          <a:noFill/>
        </p:spPr>
        <p:txBody>
          <a:bodyPr wrap="square">
            <a:spAutoFit/>
          </a:bodyPr>
          <a:lstStyle/>
          <a:p>
            <a:pPr lvl="0" algn="l"/>
            <a:r>
              <a:rPr lang="fr-FR" altLang="fr-FR" sz="1400" dirty="0">
                <a:latin typeface="+mn-lt"/>
                <a:ea typeface="Consolas" panose="020B0609020204030204" pitchFamily="49" charset="0"/>
                <a:cs typeface="Calibri" panose="020F0502020204030204" pitchFamily="34" charset="0"/>
              </a:rPr>
              <a:t>State est un objet pouvant être mis à jour, il peut être utilisé pour contenir les données et contrôler le comportement du composant. </a:t>
            </a:r>
          </a:p>
          <a:p>
            <a:pPr lvl="0" algn="l"/>
            <a:r>
              <a:rPr lang="fr-FR" altLang="fr-FR" sz="1400" dirty="0">
                <a:latin typeface="+mn-lt"/>
                <a:ea typeface="Consolas" panose="020B0609020204030204" pitchFamily="49" charset="0"/>
                <a:cs typeface="Calibri" panose="020F0502020204030204" pitchFamily="34" charset="0"/>
              </a:rPr>
              <a:t>Lorsque l'état est modifié, </a:t>
            </a:r>
            <a:r>
              <a:rPr lang="fr-FR" altLang="fr-FR" sz="1400" dirty="0" err="1">
                <a:latin typeface="+mn-lt"/>
                <a:ea typeface="Consolas" panose="020B0609020204030204" pitchFamily="49" charset="0"/>
                <a:cs typeface="Calibri" panose="020F0502020204030204" pitchFamily="34" charset="0"/>
              </a:rPr>
              <a:t>React</a:t>
            </a:r>
            <a:r>
              <a:rPr lang="fr-FR" altLang="fr-FR" sz="1400" dirty="0">
                <a:latin typeface="+mn-lt"/>
                <a:ea typeface="Consolas" panose="020B0609020204030204" pitchFamily="49" charset="0"/>
                <a:cs typeface="Calibri" panose="020F0502020204030204" pitchFamily="34" charset="0"/>
              </a:rPr>
              <a:t> restitue automatiquement le composant qui provoque une mise à jour d’affichage.</a:t>
            </a:r>
            <a:endParaRPr lang="fr-FR" altLang="fr-FR" sz="1400" dirty="0">
              <a:latin typeface="+mn-lt"/>
            </a:endParaRPr>
          </a:p>
          <a:p>
            <a:pPr lvl="0" algn="l"/>
            <a:r>
              <a:rPr lang="fr-FR" altLang="fr-FR" sz="1400" dirty="0">
                <a:latin typeface="+mn-lt"/>
                <a:ea typeface="Consolas" panose="020B0609020204030204" pitchFamily="49" charset="0"/>
                <a:cs typeface="Calibri" panose="020F0502020204030204" pitchFamily="34" charset="0"/>
              </a:rPr>
              <a:t>Pour expliquer l’objet state, considérons que nous souhaitions écrire un composant Message simple qui permet d’afficher le rendu suivant :</a:t>
            </a:r>
          </a:p>
          <a:p>
            <a:pPr lvl="0" algn="l"/>
            <a:endParaRPr lang="fr-FR" altLang="fr-FR" sz="1400" dirty="0">
              <a:latin typeface="+mn-lt"/>
              <a:cs typeface="Calibri" panose="020F0502020204030204" pitchFamily="34" charset="0"/>
            </a:endParaRPr>
          </a:p>
          <a:p>
            <a:pPr lvl="0" algn="l"/>
            <a:endParaRPr lang="fr-FR" altLang="fr-FR" sz="1400" dirty="0">
              <a:latin typeface="+mn-lt"/>
              <a:cs typeface="Calibri" panose="020F0502020204030204" pitchFamily="34" charset="0"/>
            </a:endParaRPr>
          </a:p>
          <a:p>
            <a:pPr lvl="0" algn="l"/>
            <a:endParaRPr lang="fr-FR" altLang="fr-FR" sz="1400" dirty="0">
              <a:latin typeface="+mn-lt"/>
              <a:cs typeface="Calibri" panose="020F0502020204030204" pitchFamily="34" charset="0"/>
            </a:endParaRPr>
          </a:p>
          <a:p>
            <a:pPr lvl="0" algn="l"/>
            <a:endParaRPr lang="fr-FR" altLang="fr-FR" sz="1400" dirty="0">
              <a:latin typeface="+mn-lt"/>
              <a:cs typeface="Calibri" panose="020F0502020204030204" pitchFamily="34" charset="0"/>
            </a:endParaRPr>
          </a:p>
          <a:p>
            <a:pPr lvl="0" algn="l"/>
            <a:endParaRPr lang="fr-FR" altLang="fr-FR" sz="1400" dirty="0">
              <a:latin typeface="+mn-lt"/>
              <a:cs typeface="Calibri" panose="020F0502020204030204" pitchFamily="34" charset="0"/>
            </a:endParaRPr>
          </a:p>
          <a:p>
            <a:pPr algn="l"/>
            <a:r>
              <a:rPr lang="fr-FR" altLang="fr-FR" sz="1400" dirty="0">
                <a:latin typeface="+mn-lt"/>
                <a:ea typeface="Consolas" panose="020B0609020204030204" pitchFamily="49" charset="0"/>
                <a:cs typeface="Calibri" panose="020F0502020204030204" pitchFamily="34" charset="0"/>
              </a:rPr>
              <a:t>Si l’utilisateur clique sur le bouton inscription Le rendu devient:</a:t>
            </a:r>
          </a:p>
          <a:p>
            <a:pPr algn="l"/>
            <a:endParaRPr lang="fr-FR" altLang="fr-FR" sz="1400" dirty="0">
              <a:latin typeface="+mn-lt"/>
              <a:cs typeface="Calibri" panose="020F0502020204030204" pitchFamily="34" charset="0"/>
            </a:endParaRPr>
          </a:p>
          <a:p>
            <a:pPr algn="l"/>
            <a:endParaRPr lang="fr-FR" altLang="fr-FR" sz="1400" dirty="0">
              <a:latin typeface="+mn-lt"/>
              <a:cs typeface="Calibri" panose="020F0502020204030204" pitchFamily="34" charset="0"/>
            </a:endParaRPr>
          </a:p>
          <a:p>
            <a:pPr algn="l"/>
            <a:endParaRPr lang="fr-FR" altLang="fr-FR" sz="1400" dirty="0">
              <a:latin typeface="+mn-lt"/>
              <a:cs typeface="Calibri" panose="020F0502020204030204" pitchFamily="34" charset="0"/>
            </a:endParaRPr>
          </a:p>
          <a:p>
            <a:pPr algn="l"/>
            <a:endParaRPr lang="fr-FR" altLang="fr-FR" sz="1400" dirty="0">
              <a:latin typeface="+mn-lt"/>
              <a:cs typeface="Calibri" panose="020F0502020204030204" pitchFamily="34" charset="0"/>
            </a:endParaRPr>
          </a:p>
          <a:p>
            <a:pPr algn="l"/>
            <a:endParaRPr lang="fr-FR" altLang="fr-FR" sz="1400" dirty="0">
              <a:latin typeface="+mn-lt"/>
              <a:cs typeface="Calibri" panose="020F0502020204030204" pitchFamily="34" charset="0"/>
            </a:endParaRPr>
          </a:p>
          <a:p>
            <a:pPr algn="l"/>
            <a:endParaRPr lang="fr-FR" altLang="fr-FR" sz="1400" dirty="0">
              <a:latin typeface="+mn-lt"/>
            </a:endParaRPr>
          </a:p>
          <a:p>
            <a:pPr marL="285750" lvl="0" indent="-285750" algn="l">
              <a:buFont typeface="Wingdings" panose="05000000000000000000" pitchFamily="2" charset="2"/>
              <a:buChar char="§"/>
            </a:pPr>
            <a:r>
              <a:rPr lang="fr-FR" altLang="fr-FR" sz="1400" dirty="0">
                <a:latin typeface="+mn-lt"/>
                <a:ea typeface="Consolas" panose="020B0609020204030204" pitchFamily="49" charset="0"/>
                <a:cs typeface="Calibri" panose="020F0502020204030204" pitchFamily="34" charset="0"/>
              </a:rPr>
              <a:t>Vous allez remarquer que après le click sur le bouton « </a:t>
            </a:r>
            <a:r>
              <a:rPr lang="fr-FR" altLang="fr-FR" sz="1400" b="1" dirty="0">
                <a:latin typeface="+mn-lt"/>
                <a:ea typeface="Consolas" panose="020B0609020204030204" pitchFamily="49" charset="0"/>
                <a:cs typeface="Calibri" panose="020F0502020204030204" pitchFamily="34" charset="0"/>
              </a:rPr>
              <a:t>Inscription</a:t>
            </a:r>
            <a:r>
              <a:rPr lang="fr-FR" altLang="fr-FR" sz="1400" dirty="0">
                <a:latin typeface="+mn-lt"/>
                <a:ea typeface="Consolas" panose="020B0609020204030204" pitchFamily="49" charset="0"/>
                <a:cs typeface="Calibri" panose="020F0502020204030204" pitchFamily="34" charset="0"/>
              </a:rPr>
              <a:t> » le message </a:t>
            </a:r>
            <a:r>
              <a:rPr lang="fr-FR" altLang="fr-FR" sz="1400" b="1" dirty="0">
                <a:latin typeface="+mn-lt"/>
                <a:ea typeface="Consolas" panose="020B0609020204030204" pitchFamily="49" charset="0"/>
                <a:cs typeface="Calibri" panose="020F0502020204030204" pitchFamily="34" charset="0"/>
              </a:rPr>
              <a:t>Bien Venu visiteur </a:t>
            </a:r>
            <a:r>
              <a:rPr lang="fr-FR" altLang="fr-FR" sz="1400" dirty="0">
                <a:latin typeface="+mn-lt"/>
                <a:ea typeface="Consolas" panose="020B0609020204030204" pitchFamily="49" charset="0"/>
                <a:cs typeface="Calibri" panose="020F0502020204030204" pitchFamily="34" charset="0"/>
              </a:rPr>
              <a:t>change pour devenir </a:t>
            </a:r>
            <a:r>
              <a:rPr lang="fr-FR" altLang="fr-FR" sz="1400" b="1" dirty="0">
                <a:latin typeface="+mn-lt"/>
                <a:ea typeface="Consolas" panose="020B0609020204030204" pitchFamily="49" charset="0"/>
                <a:cs typeface="Calibri" panose="020F0502020204030204" pitchFamily="34" charset="0"/>
              </a:rPr>
              <a:t>votre inscription est effectuée</a:t>
            </a:r>
            <a:r>
              <a:rPr lang="fr-FR" altLang="fr-FR" sz="1400" dirty="0">
                <a:latin typeface="+mn-lt"/>
                <a:ea typeface="Consolas" panose="020B0609020204030204" pitchFamily="49" charset="0"/>
                <a:cs typeface="Calibri" panose="020F0502020204030204" pitchFamily="34" charset="0"/>
              </a:rPr>
              <a:t>, </a:t>
            </a:r>
          </a:p>
          <a:p>
            <a:pPr marL="285750" lvl="0" indent="-285750" algn="l">
              <a:buFont typeface="Wingdings" panose="05000000000000000000" pitchFamily="2" charset="2"/>
              <a:buChar char="§"/>
            </a:pPr>
            <a:r>
              <a:rPr lang="fr-FR" altLang="fr-FR" sz="1400" dirty="0">
                <a:latin typeface="+mn-lt"/>
                <a:ea typeface="Consolas" panose="020B0609020204030204" pitchFamily="49" charset="0"/>
                <a:cs typeface="Calibri" panose="020F0502020204030204" pitchFamily="34" charset="0"/>
              </a:rPr>
              <a:t>le texte de bouton </a:t>
            </a:r>
            <a:r>
              <a:rPr lang="fr-FR" altLang="fr-FR" sz="1400" b="1" dirty="0">
                <a:latin typeface="+mn-lt"/>
                <a:ea typeface="Consolas" panose="020B0609020204030204" pitchFamily="49" charset="0"/>
                <a:cs typeface="Calibri" panose="020F0502020204030204" pitchFamily="34" charset="0"/>
              </a:rPr>
              <a:t>inscription</a:t>
            </a:r>
            <a:r>
              <a:rPr lang="fr-FR" altLang="fr-FR" sz="1400" dirty="0">
                <a:latin typeface="+mn-lt"/>
                <a:ea typeface="Consolas" panose="020B0609020204030204" pitchFamily="49" charset="0"/>
                <a:cs typeface="Calibri" panose="020F0502020204030204" pitchFamily="34" charset="0"/>
              </a:rPr>
              <a:t> change pour devenir </a:t>
            </a:r>
            <a:r>
              <a:rPr lang="fr-FR" altLang="fr-FR" sz="1400" b="1" dirty="0">
                <a:latin typeface="+mn-lt"/>
                <a:ea typeface="Consolas" panose="020B0609020204030204" pitchFamily="49" charset="0"/>
                <a:cs typeface="Calibri" panose="020F0502020204030204" pitchFamily="34" charset="0"/>
              </a:rPr>
              <a:t>merci</a:t>
            </a:r>
            <a:r>
              <a:rPr lang="fr-FR" altLang="fr-FR" sz="1400" dirty="0">
                <a:latin typeface="+mn-lt"/>
                <a:ea typeface="Consolas" panose="020B0609020204030204" pitchFamily="49" charset="0"/>
                <a:cs typeface="Calibri" panose="020F0502020204030204" pitchFamily="34" charset="0"/>
              </a:rPr>
              <a:t>.</a:t>
            </a:r>
            <a:endParaRPr lang="fr-FR" altLang="fr-FR" sz="1400" dirty="0">
              <a:latin typeface="+mn-lt"/>
            </a:endParaRPr>
          </a:p>
          <a:p>
            <a:pPr lvl="0" algn="l"/>
            <a:endParaRPr lang="fr-FR" altLang="fr-FR" sz="1400" dirty="0">
              <a:latin typeface="+mn-lt"/>
              <a:ea typeface="Consolas" panose="020B0609020204030204" pitchFamily="49" charset="0"/>
              <a:cs typeface="Calibri" panose="020F0502020204030204" pitchFamily="34" charset="0"/>
            </a:endParaRPr>
          </a:p>
          <a:p>
            <a:pPr marL="285750" lvl="0" indent="-285750" algn="l">
              <a:buFont typeface="Wingdings" panose="05000000000000000000" pitchFamily="2" charset="2"/>
              <a:buChar char="§"/>
            </a:pPr>
            <a:r>
              <a:rPr lang="fr-FR" altLang="fr-FR" sz="1400" dirty="0">
                <a:latin typeface="+mn-lt"/>
                <a:ea typeface="Consolas" panose="020B0609020204030204" pitchFamily="49" charset="0"/>
                <a:cs typeface="Calibri" panose="020F0502020204030204" pitchFamily="34" charset="0"/>
              </a:rPr>
              <a:t>Pour développer ce composant, il faut avoir deux variables </a:t>
            </a:r>
            <a:r>
              <a:rPr lang="fr-FR" altLang="fr-FR" sz="1400" b="1" dirty="0">
                <a:latin typeface="+mn-lt"/>
                <a:ea typeface="Consolas" panose="020B0609020204030204" pitchFamily="49" charset="0"/>
                <a:cs typeface="Calibri" panose="020F0502020204030204" pitchFamily="34" charset="0"/>
              </a:rPr>
              <a:t>message</a:t>
            </a:r>
            <a:r>
              <a:rPr lang="fr-FR" altLang="fr-FR" sz="1400" dirty="0">
                <a:latin typeface="+mn-lt"/>
                <a:ea typeface="Consolas" panose="020B0609020204030204" pitchFamily="49" charset="0"/>
                <a:cs typeface="Calibri" panose="020F0502020204030204" pitchFamily="34" charset="0"/>
              </a:rPr>
              <a:t> et </a:t>
            </a:r>
            <a:r>
              <a:rPr lang="fr-FR" altLang="fr-FR" sz="1400" b="1" dirty="0" err="1">
                <a:latin typeface="+mn-lt"/>
                <a:ea typeface="Consolas" panose="020B0609020204030204" pitchFamily="49" charset="0"/>
                <a:cs typeface="Calibri" panose="020F0502020204030204" pitchFamily="34" charset="0"/>
              </a:rPr>
              <a:t>btnMessage</a:t>
            </a:r>
            <a:r>
              <a:rPr lang="fr-FR" altLang="fr-FR" sz="1400" dirty="0">
                <a:latin typeface="+mn-lt"/>
                <a:ea typeface="Consolas" panose="020B0609020204030204" pitchFamily="49" charset="0"/>
                <a:cs typeface="Calibri" panose="020F0502020204030204" pitchFamily="34" charset="0"/>
              </a:rPr>
              <a:t> dont les valeurs vont être modifiées après la clique sur le bouton </a:t>
            </a:r>
            <a:r>
              <a:rPr lang="fr-FR" altLang="fr-FR" sz="1400" b="1" dirty="0">
                <a:ea typeface="Consolas" panose="020B0609020204030204" pitchFamily="49" charset="0"/>
                <a:cs typeface="Calibri" panose="020F0502020204030204" pitchFamily="34" charset="0"/>
              </a:rPr>
              <a:t>Inscription</a:t>
            </a:r>
            <a:r>
              <a:rPr lang="fr-FR" altLang="fr-FR" sz="1400" dirty="0">
                <a:latin typeface="+mn-lt"/>
                <a:ea typeface="Consolas" panose="020B0609020204030204" pitchFamily="49" charset="0"/>
                <a:cs typeface="Calibri" panose="020F0502020204030204" pitchFamily="34" charset="0"/>
              </a:rPr>
              <a:t>, </a:t>
            </a:r>
          </a:p>
          <a:p>
            <a:pPr marL="285750" lvl="0" indent="-285750" algn="l">
              <a:buFont typeface="Wingdings" panose="05000000000000000000" pitchFamily="2" charset="2"/>
              <a:buChar char="§"/>
            </a:pPr>
            <a:r>
              <a:rPr lang="fr-FR" altLang="fr-FR" sz="1400" dirty="0">
                <a:latin typeface="+mn-lt"/>
                <a:ea typeface="Consolas" panose="020B0609020204030204" pitchFamily="49" charset="0"/>
                <a:cs typeface="Calibri" panose="020F0502020204030204" pitchFamily="34" charset="0"/>
              </a:rPr>
              <a:t>cette modification doit provoquer un rafraichissement d’affichage.</a:t>
            </a:r>
            <a:endParaRPr lang="fr-FR" altLang="fr-FR" sz="1400" dirty="0">
              <a:latin typeface="+mn-lt"/>
            </a:endParaRPr>
          </a:p>
          <a:p>
            <a:pPr marL="285750" lvl="0" indent="-285750" algn="l">
              <a:buFont typeface="Wingdings" panose="05000000000000000000" pitchFamily="2" charset="2"/>
              <a:buChar char="§"/>
            </a:pPr>
            <a:r>
              <a:rPr lang="fr-FR" altLang="fr-FR" sz="1400" dirty="0">
                <a:latin typeface="+mn-lt"/>
                <a:ea typeface="Consolas" panose="020B0609020204030204" pitchFamily="49" charset="0"/>
                <a:cs typeface="Calibri" panose="020F0502020204030204" pitchFamily="34" charset="0"/>
              </a:rPr>
              <a:t>Pour illustrer ces notions de gestion d’état, on va développent et expliquer le code de cet exemple.</a:t>
            </a:r>
            <a:endParaRPr lang="fr-FR" altLang="fr-FR" sz="1400" dirty="0">
              <a:latin typeface="+mn-lt"/>
            </a:endParaRPr>
          </a:p>
        </p:txBody>
      </p:sp>
      <p:pic>
        <p:nvPicPr>
          <p:cNvPr id="9" name="Image 43" descr="Une image contenant texte  Description générée automatiquement">
            <a:extLst>
              <a:ext uri="{FF2B5EF4-FFF2-40B4-BE49-F238E27FC236}">
                <a16:creationId xmlns:a16="http://schemas.microsoft.com/office/drawing/2014/main" id="{26BFA736-00E6-2E0E-BB34-D5B451E7B17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010" y="1765391"/>
            <a:ext cx="3237230" cy="9899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 name="Image 44" descr="Une image contenant texte  Description générée automatiquement">
            <a:extLst>
              <a:ext uri="{FF2B5EF4-FFF2-40B4-BE49-F238E27FC236}">
                <a16:creationId xmlns:a16="http://schemas.microsoft.com/office/drawing/2014/main" id="{CB4555D0-A8CD-6F87-351F-D6B3E0BD028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7010" y="3287392"/>
            <a:ext cx="3237230" cy="98996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1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15" end="1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16" end="1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18" end="1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19" end="1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84B7-5FFF-CC35-6D82-810B25388DBF}"/>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649901E4-6F26-A595-A190-6AFC209B14A0}"/>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2FEB631E-3F41-2132-C77E-6085D98C3066}"/>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state</a:t>
            </a:r>
          </a:p>
        </p:txBody>
      </p:sp>
      <p:sp>
        <p:nvSpPr>
          <p:cNvPr id="3" name="ZoneTexte 2">
            <a:extLst>
              <a:ext uri="{FF2B5EF4-FFF2-40B4-BE49-F238E27FC236}">
                <a16:creationId xmlns:a16="http://schemas.microsoft.com/office/drawing/2014/main" id="{65722249-0664-244C-04B5-AB957F357203}"/>
              </a:ext>
            </a:extLst>
          </p:cNvPr>
          <p:cNvSpPr txBox="1"/>
          <p:nvPr/>
        </p:nvSpPr>
        <p:spPr>
          <a:xfrm>
            <a:off x="328936" y="831758"/>
            <a:ext cx="8571224" cy="584775"/>
          </a:xfrm>
          <a:prstGeom prst="rect">
            <a:avLst/>
          </a:prstGeom>
          <a:noFill/>
        </p:spPr>
        <p:txBody>
          <a:bodyPr wrap="square">
            <a:spAutoFit/>
          </a:bodyPr>
          <a:lstStyle/>
          <a:p>
            <a:pPr lvl="0" algn="l"/>
            <a:r>
              <a:rPr lang="fr-FR" dirty="0"/>
              <a:t>Etapes à suivre pour créer l’application Message.</a:t>
            </a:r>
            <a:endParaRPr lang="fr-MA" dirty="0"/>
          </a:p>
          <a:p>
            <a:pPr lvl="0" algn="l"/>
            <a:endParaRPr lang="fr-MA" dirty="0"/>
          </a:p>
        </p:txBody>
      </p:sp>
      <p:sp>
        <p:nvSpPr>
          <p:cNvPr id="14" name="ZoneTexte 13">
            <a:extLst>
              <a:ext uri="{FF2B5EF4-FFF2-40B4-BE49-F238E27FC236}">
                <a16:creationId xmlns:a16="http://schemas.microsoft.com/office/drawing/2014/main" id="{A5E59277-6D62-2D6E-FD9E-A3050CA1B116}"/>
              </a:ext>
            </a:extLst>
          </p:cNvPr>
          <p:cNvSpPr txBox="1"/>
          <p:nvPr/>
        </p:nvSpPr>
        <p:spPr>
          <a:xfrm>
            <a:off x="54616" y="2096327"/>
            <a:ext cx="4771384" cy="3654233"/>
          </a:xfrm>
          <a:prstGeom prst="rect">
            <a:avLst/>
          </a:prstGeom>
          <a:solidFill>
            <a:schemeClr val="tx1"/>
          </a:solidFill>
        </p:spPr>
        <p:txBody>
          <a:bodyPr wrap="none">
            <a:noAutofit/>
          </a:bodyPr>
          <a:lstStyle/>
          <a:p>
            <a:pPr marL="17780" algn="l">
              <a:spcBef>
                <a:spcPts val="185"/>
              </a:spcBef>
              <a:buNone/>
            </a:pPr>
            <a:r>
              <a:rPr lang="fr-FR" sz="1100" dirty="0">
                <a:solidFill>
                  <a:srgbClr val="C585C0"/>
                </a:solidFill>
                <a:effectLst/>
                <a:latin typeface="+mn-lt"/>
                <a:ea typeface="Consolas" panose="020B0609020204030204" pitchFamily="49" charset="0"/>
                <a:cs typeface="Consolas" panose="020B0609020204030204" pitchFamily="49" charset="0"/>
              </a:rPr>
              <a:t>import</a:t>
            </a:r>
            <a:r>
              <a:rPr lang="fr-FR" sz="1100" spc="-30" dirty="0">
                <a:solidFill>
                  <a:srgbClr val="C585C0"/>
                </a:solidFill>
                <a:effectLst/>
                <a:latin typeface="+mn-lt"/>
                <a:ea typeface="Consolas" panose="020B0609020204030204" pitchFamily="49" charset="0"/>
                <a:cs typeface="Consolas" panose="020B0609020204030204" pitchFamily="49" charset="0"/>
              </a:rPr>
              <a:t> </a:t>
            </a:r>
            <a:r>
              <a:rPr lang="fr-FR" sz="1100" dirty="0" err="1">
                <a:solidFill>
                  <a:srgbClr val="9CDCFD"/>
                </a:solidFill>
                <a:effectLst/>
                <a:latin typeface="+mn-lt"/>
                <a:ea typeface="Consolas" panose="020B0609020204030204" pitchFamily="49" charset="0"/>
                <a:cs typeface="Consolas" panose="020B0609020204030204" pitchFamily="49" charset="0"/>
              </a:rPr>
              <a:t>React</a:t>
            </a:r>
            <a:r>
              <a:rPr lang="fr-FR" sz="1100" spc="-20" dirty="0">
                <a:solidFill>
                  <a:srgbClr val="9CDCFD"/>
                </a:solidFill>
                <a:effectLst/>
                <a:latin typeface="+mn-lt"/>
                <a:ea typeface="Consolas" panose="020B0609020204030204" pitchFamily="49" charset="0"/>
                <a:cs typeface="Consolas" panose="020B0609020204030204" pitchFamily="49" charset="0"/>
              </a:rPr>
              <a:t> </a:t>
            </a:r>
            <a:r>
              <a:rPr lang="fr-FR" sz="1100" dirty="0" err="1">
                <a:solidFill>
                  <a:srgbClr val="C585C0"/>
                </a:solidFill>
                <a:effectLst/>
                <a:latin typeface="+mn-lt"/>
                <a:ea typeface="Consolas" panose="020B0609020204030204" pitchFamily="49" charset="0"/>
                <a:cs typeface="Consolas" panose="020B0609020204030204" pitchFamily="49" charset="0"/>
              </a:rPr>
              <a:t>from</a:t>
            </a:r>
            <a:r>
              <a:rPr lang="fr-FR" sz="1100" spc="-25" dirty="0">
                <a:solidFill>
                  <a:srgbClr val="C585C0"/>
                </a:solidFill>
                <a:effectLst/>
                <a:latin typeface="+mn-lt"/>
                <a:ea typeface="Consolas" panose="020B0609020204030204" pitchFamily="49" charset="0"/>
                <a:cs typeface="Consolas" panose="020B0609020204030204" pitchFamily="49" charset="0"/>
              </a:rPr>
              <a:t> </a:t>
            </a:r>
            <a:r>
              <a:rPr lang="fr-FR" sz="1100" spc="-10" dirty="0">
                <a:solidFill>
                  <a:srgbClr val="CE9178"/>
                </a:solidFill>
                <a:effectLst/>
                <a:latin typeface="+mn-lt"/>
                <a:ea typeface="Consolas" panose="020B0609020204030204" pitchFamily="49" charset="0"/>
                <a:cs typeface="Consolas" panose="020B0609020204030204" pitchFamily="49" charset="0"/>
              </a:rPr>
              <a:t>'</a:t>
            </a:r>
            <a:r>
              <a:rPr lang="fr-FR" sz="1100" spc="-10" dirty="0" err="1">
                <a:solidFill>
                  <a:srgbClr val="CE9178"/>
                </a:solidFill>
                <a:effectLst/>
                <a:latin typeface="+mn-lt"/>
                <a:ea typeface="Consolas" panose="020B0609020204030204" pitchFamily="49" charset="0"/>
                <a:cs typeface="Consolas" panose="020B0609020204030204" pitchFamily="49" charset="0"/>
              </a:rPr>
              <a:t>react</a:t>
            </a:r>
            <a:r>
              <a:rPr lang="fr-FR" sz="1100" spc="-10" dirty="0">
                <a:solidFill>
                  <a:srgbClr val="CE9178"/>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310515" marR="1064260" indent="-292735" algn="l">
              <a:lnSpc>
                <a:spcPct val="115000"/>
              </a:lnSpc>
              <a:spcBef>
                <a:spcPts val="200"/>
              </a:spcBef>
              <a:buNone/>
            </a:pPr>
            <a:r>
              <a:rPr lang="fr-FR" sz="1100" dirty="0">
                <a:solidFill>
                  <a:srgbClr val="C585C0"/>
                </a:solidFill>
                <a:effectLst/>
                <a:latin typeface="+mn-lt"/>
                <a:ea typeface="Consolas" panose="020B0609020204030204" pitchFamily="49" charset="0"/>
                <a:cs typeface="Consolas" panose="020B0609020204030204" pitchFamily="49" charset="0"/>
              </a:rPr>
              <a:t>export</a:t>
            </a:r>
            <a:r>
              <a:rPr lang="fr-FR" sz="1100" spc="-45" dirty="0">
                <a:solidFill>
                  <a:srgbClr val="C585C0"/>
                </a:solidFill>
                <a:effectLst/>
                <a:latin typeface="+mn-lt"/>
                <a:ea typeface="Consolas" panose="020B0609020204030204" pitchFamily="49" charset="0"/>
                <a:cs typeface="Consolas" panose="020B0609020204030204" pitchFamily="49" charset="0"/>
              </a:rPr>
              <a:t> </a:t>
            </a:r>
            <a:r>
              <a:rPr lang="fr-FR" sz="1100" dirty="0">
                <a:solidFill>
                  <a:srgbClr val="C585C0"/>
                </a:solidFill>
                <a:effectLst/>
                <a:latin typeface="+mn-lt"/>
                <a:ea typeface="Consolas" panose="020B0609020204030204" pitchFamily="49" charset="0"/>
                <a:cs typeface="Consolas" panose="020B0609020204030204" pitchFamily="49" charset="0"/>
              </a:rPr>
              <a:t>default</a:t>
            </a:r>
            <a:r>
              <a:rPr lang="fr-FR" sz="1100" spc="-40" dirty="0">
                <a:solidFill>
                  <a:srgbClr val="C585C0"/>
                </a:solidFill>
                <a:effectLst/>
                <a:latin typeface="+mn-lt"/>
                <a:ea typeface="Consolas" panose="020B0609020204030204" pitchFamily="49" charset="0"/>
                <a:cs typeface="Consolas" panose="020B0609020204030204" pitchFamily="49" charset="0"/>
              </a:rPr>
              <a:t> </a:t>
            </a:r>
            <a:r>
              <a:rPr lang="fr-FR" sz="1100" dirty="0">
                <a:solidFill>
                  <a:srgbClr val="559CD5"/>
                </a:solidFill>
                <a:effectLst/>
                <a:latin typeface="+mn-lt"/>
                <a:ea typeface="Consolas" panose="020B0609020204030204" pitchFamily="49" charset="0"/>
                <a:cs typeface="Consolas" panose="020B0609020204030204" pitchFamily="49" charset="0"/>
              </a:rPr>
              <a:t>class</a:t>
            </a:r>
            <a:r>
              <a:rPr lang="fr-FR" sz="1100" spc="-35" dirty="0">
                <a:solidFill>
                  <a:srgbClr val="559CD5"/>
                </a:solidFill>
                <a:effectLst/>
                <a:latin typeface="+mn-lt"/>
                <a:ea typeface="Consolas" panose="020B0609020204030204" pitchFamily="49" charset="0"/>
                <a:cs typeface="Consolas" panose="020B0609020204030204" pitchFamily="49" charset="0"/>
              </a:rPr>
              <a:t> </a:t>
            </a:r>
            <a:r>
              <a:rPr lang="fr-FR" sz="1100" dirty="0">
                <a:solidFill>
                  <a:srgbClr val="4EC8AF"/>
                </a:solidFill>
                <a:effectLst/>
                <a:latin typeface="+mn-lt"/>
                <a:ea typeface="Consolas" panose="020B0609020204030204" pitchFamily="49" charset="0"/>
                <a:cs typeface="Consolas" panose="020B0609020204030204" pitchFamily="49" charset="0"/>
              </a:rPr>
              <a:t>Message</a:t>
            </a:r>
            <a:r>
              <a:rPr lang="fr-FR" sz="1100" spc="-45" dirty="0">
                <a:solidFill>
                  <a:srgbClr val="4EC8AF"/>
                </a:solidFill>
                <a:effectLst/>
                <a:latin typeface="+mn-lt"/>
                <a:ea typeface="Consolas" panose="020B0609020204030204" pitchFamily="49" charset="0"/>
                <a:cs typeface="Consolas" panose="020B0609020204030204" pitchFamily="49" charset="0"/>
              </a:rPr>
              <a:t> </a:t>
            </a:r>
            <a:r>
              <a:rPr lang="fr-FR" sz="1100" dirty="0" err="1">
                <a:solidFill>
                  <a:srgbClr val="559CD5"/>
                </a:solidFill>
                <a:effectLst/>
                <a:latin typeface="+mn-lt"/>
                <a:ea typeface="Consolas" panose="020B0609020204030204" pitchFamily="49" charset="0"/>
                <a:cs typeface="Consolas" panose="020B0609020204030204" pitchFamily="49" charset="0"/>
              </a:rPr>
              <a:t>extends</a:t>
            </a:r>
            <a:r>
              <a:rPr lang="fr-FR" sz="1100" spc="-40" dirty="0">
                <a:solidFill>
                  <a:srgbClr val="559CD5"/>
                </a:solidFill>
                <a:effectLst/>
                <a:latin typeface="+mn-lt"/>
                <a:ea typeface="Consolas" panose="020B0609020204030204" pitchFamily="49" charset="0"/>
                <a:cs typeface="Consolas" panose="020B0609020204030204" pitchFamily="49" charset="0"/>
              </a:rPr>
              <a:t> </a:t>
            </a:r>
            <a:r>
              <a:rPr lang="fr-FR" sz="1100" dirty="0" err="1">
                <a:solidFill>
                  <a:srgbClr val="4EC8AF"/>
                </a:solidFill>
                <a:effectLst/>
                <a:latin typeface="+mn-lt"/>
                <a:ea typeface="Consolas" panose="020B0609020204030204" pitchFamily="49" charset="0"/>
                <a:cs typeface="Consolas" panose="020B0609020204030204" pitchFamily="49" charset="0"/>
              </a:rPr>
              <a:t>React</a:t>
            </a:r>
            <a:r>
              <a:rPr lang="fr-FR" sz="1100" dirty="0" err="1">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4EC8AF"/>
                </a:solidFill>
                <a:effectLst/>
                <a:latin typeface="+mn-lt"/>
                <a:ea typeface="Consolas" panose="020B0609020204030204" pitchFamily="49" charset="0"/>
                <a:cs typeface="Consolas" panose="020B0609020204030204" pitchFamily="49" charset="0"/>
              </a:rPr>
              <a:t>Component</a:t>
            </a:r>
            <a:r>
              <a:rPr lang="fr-FR" sz="1100" dirty="0">
                <a:solidFill>
                  <a:srgbClr val="D3D3D3"/>
                </a:solidFill>
                <a:effectLst/>
                <a:latin typeface="+mn-lt"/>
                <a:ea typeface="Consolas" panose="020B0609020204030204" pitchFamily="49" charset="0"/>
                <a:cs typeface="Consolas" panose="020B0609020204030204" pitchFamily="49" charset="0"/>
              </a:rPr>
              <a:t>{ </a:t>
            </a:r>
            <a:r>
              <a:rPr lang="fr-FR" sz="1100" spc="-10" dirty="0" err="1">
                <a:solidFill>
                  <a:srgbClr val="559CD5"/>
                </a:solidFill>
                <a:effectLst/>
                <a:latin typeface="+mn-lt"/>
                <a:ea typeface="Consolas" panose="020B0609020204030204" pitchFamily="49" charset="0"/>
                <a:cs typeface="Consolas" panose="020B0609020204030204" pitchFamily="49" charset="0"/>
              </a:rPr>
              <a:t>constructor</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310515" algn="l">
              <a:spcBef>
                <a:spcPts val="15"/>
              </a:spcBef>
              <a:buNone/>
            </a:pPr>
            <a:r>
              <a:rPr lang="fr-FR" sz="1100" spc="-10" dirty="0">
                <a:solidFill>
                  <a:srgbClr val="559CD5"/>
                </a:solidFill>
                <a:effectLst/>
                <a:latin typeface="+mn-lt"/>
                <a:ea typeface="Consolas" panose="020B0609020204030204" pitchFamily="49" charset="0"/>
                <a:cs typeface="Consolas" panose="020B0609020204030204" pitchFamily="49" charset="0"/>
              </a:rPr>
              <a:t>super</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310515" algn="l">
              <a:spcBef>
                <a:spcPts val="200"/>
              </a:spcBef>
              <a:buNone/>
            </a:pPr>
            <a:r>
              <a:rPr lang="fr-FR" sz="1100" dirty="0" err="1">
                <a:solidFill>
                  <a:srgbClr val="559CD5"/>
                </a:solidFill>
                <a:effectLst/>
                <a:latin typeface="+mn-lt"/>
                <a:ea typeface="Consolas" panose="020B0609020204030204" pitchFamily="49" charset="0"/>
                <a:cs typeface="Consolas" panose="020B0609020204030204" pitchFamily="49" charset="0"/>
              </a:rPr>
              <a:t>this</a:t>
            </a:r>
            <a:r>
              <a:rPr lang="fr-FR" sz="1100" dirty="0" err="1">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9CDCFD"/>
                </a:solidFill>
                <a:effectLst/>
                <a:latin typeface="+mn-lt"/>
                <a:ea typeface="Consolas" panose="020B0609020204030204" pitchFamily="49" charset="0"/>
                <a:cs typeface="Consolas" panose="020B0609020204030204" pitchFamily="49" charset="0"/>
              </a:rPr>
              <a:t>state</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9CDCFD"/>
                </a:solidFill>
                <a:effectLst/>
                <a:latin typeface="+mn-lt"/>
                <a:ea typeface="Consolas" panose="020B0609020204030204" pitchFamily="49" charset="0"/>
                <a:cs typeface="Consolas" panose="020B0609020204030204" pitchFamily="49" charset="0"/>
              </a:rPr>
              <a:t>message:</a:t>
            </a:r>
            <a:r>
              <a:rPr lang="fr-FR" sz="1100" dirty="0" err="1">
                <a:solidFill>
                  <a:srgbClr val="CE9178"/>
                </a:solidFill>
                <a:effectLst/>
                <a:latin typeface="+mn-lt"/>
                <a:ea typeface="Consolas" panose="020B0609020204030204" pitchFamily="49" charset="0"/>
                <a:cs typeface="Consolas" panose="020B0609020204030204" pitchFamily="49" charset="0"/>
              </a:rPr>
              <a:t>"Bien</a:t>
            </a:r>
            <a:r>
              <a:rPr lang="fr-FR" sz="1100" spc="-100" dirty="0">
                <a:solidFill>
                  <a:srgbClr val="CE9178"/>
                </a:solidFill>
                <a:effectLst/>
                <a:latin typeface="+mn-lt"/>
                <a:ea typeface="Consolas" panose="020B0609020204030204" pitchFamily="49" charset="0"/>
                <a:cs typeface="Consolas" panose="020B0609020204030204" pitchFamily="49" charset="0"/>
              </a:rPr>
              <a:t> </a:t>
            </a:r>
            <a:r>
              <a:rPr lang="fr-FR" sz="1100" dirty="0">
                <a:solidFill>
                  <a:srgbClr val="CE9178"/>
                </a:solidFill>
                <a:effectLst/>
                <a:latin typeface="+mn-lt"/>
                <a:ea typeface="Consolas" panose="020B0609020204030204" pitchFamily="49" charset="0"/>
                <a:cs typeface="Consolas" panose="020B0609020204030204" pitchFamily="49" charset="0"/>
              </a:rPr>
              <a:t>venu</a:t>
            </a:r>
            <a:r>
              <a:rPr lang="fr-FR" sz="1100" spc="-75" dirty="0">
                <a:solidFill>
                  <a:srgbClr val="CE9178"/>
                </a:solidFill>
                <a:effectLst/>
                <a:latin typeface="+mn-lt"/>
                <a:ea typeface="Consolas" panose="020B0609020204030204" pitchFamily="49" charset="0"/>
                <a:cs typeface="Consolas" panose="020B0609020204030204" pitchFamily="49" charset="0"/>
              </a:rPr>
              <a:t> </a:t>
            </a:r>
            <a:r>
              <a:rPr lang="fr-FR" sz="1100" spc="-10" dirty="0">
                <a:solidFill>
                  <a:srgbClr val="CE9178"/>
                </a:solidFill>
                <a:effectLst/>
                <a:latin typeface="+mn-lt"/>
                <a:ea typeface="Consolas" panose="020B0609020204030204" pitchFamily="49" charset="0"/>
                <a:cs typeface="Consolas" panose="020B0609020204030204" pitchFamily="49" charset="0"/>
              </a:rPr>
              <a:t>visiteur"</a:t>
            </a:r>
            <a:r>
              <a:rPr lang="fr-FR" sz="1100" spc="-10" dirty="0">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btnMessage</a:t>
            </a:r>
            <a:r>
              <a:rPr lang="fr-FR" sz="1100" spc="-10" dirty="0">
                <a:solidFill>
                  <a:srgbClr val="9CDCFD"/>
                </a:solidFill>
                <a:effectLst/>
                <a:latin typeface="+mn-lt"/>
                <a:ea typeface="Consolas" panose="020B0609020204030204" pitchFamily="49" charset="0"/>
                <a:cs typeface="Consolas" panose="020B0609020204030204" pitchFamily="49" charset="0"/>
              </a:rPr>
              <a:t>:</a:t>
            </a:r>
            <a:r>
              <a:rPr lang="fr-FR" sz="1100" spc="-10" dirty="0">
                <a:solidFill>
                  <a:srgbClr val="CE9178"/>
                </a:solidFill>
                <a:effectLst/>
                <a:latin typeface="+mn-lt"/>
                <a:ea typeface="Consolas" panose="020B0609020204030204" pitchFamily="49" charset="0"/>
                <a:cs typeface="Consolas" panose="020B0609020204030204" pitchFamily="49" charset="0"/>
              </a:rPr>
              <a:t>"inscription"</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195"/>
              </a:spcBef>
              <a:buNone/>
            </a:pPr>
            <a:r>
              <a:rPr lang="fr-FR" sz="1100" spc="-50" dirty="0">
                <a:solidFill>
                  <a:srgbClr val="D3D3D3"/>
                </a:solidFill>
                <a:effectLst/>
                <a:latin typeface="+mn-lt"/>
                <a:ea typeface="Consolas" panose="020B0609020204030204" pitchFamily="49" charset="0"/>
                <a:cs typeface="Consolas" panose="020B0609020204030204" pitchFamily="49" charset="0"/>
              </a:rPr>
              <a:t>}</a:t>
            </a:r>
          </a:p>
          <a:p>
            <a:pPr marL="17780" algn="l">
              <a:spcBef>
                <a:spcPts val="185"/>
              </a:spcBef>
              <a:buNone/>
            </a:pPr>
            <a:r>
              <a:rPr lang="fr-FR" sz="1100" spc="-10" dirty="0">
                <a:solidFill>
                  <a:srgbClr val="DCDCAA"/>
                </a:solidFill>
                <a:effectLst/>
                <a:latin typeface="+mn-lt"/>
                <a:ea typeface="Consolas" panose="020B0609020204030204" pitchFamily="49" charset="0"/>
                <a:cs typeface="Consolas" panose="020B0609020204030204" pitchFamily="49" charset="0"/>
              </a:rPr>
              <a:t>inscription</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200"/>
              </a:spcBef>
              <a:buNone/>
            </a:pPr>
            <a:r>
              <a:rPr lang="fr-FR" sz="1100" dirty="0">
                <a:solidFill>
                  <a:srgbClr val="559CD5"/>
                </a:solidFill>
                <a:effectLst/>
                <a:latin typeface="+mn-lt"/>
                <a:ea typeface="Consolas" panose="020B0609020204030204" pitchFamily="49" charset="0"/>
                <a:cs typeface="Consolas" panose="020B0609020204030204" pitchFamily="49" charset="0"/>
              </a:rPr>
              <a:t>        </a:t>
            </a:r>
            <a:r>
              <a:rPr lang="fr-FR" sz="1100" dirty="0" err="1">
                <a:solidFill>
                  <a:srgbClr val="559CD5"/>
                </a:solidFill>
                <a:effectLst/>
                <a:latin typeface="+mn-lt"/>
                <a:ea typeface="Consolas" panose="020B0609020204030204" pitchFamily="49" charset="0"/>
                <a:cs typeface="Consolas" panose="020B0609020204030204" pitchFamily="49" charset="0"/>
              </a:rPr>
              <a:t>this</a:t>
            </a:r>
            <a:r>
              <a:rPr lang="fr-FR" sz="1100" dirty="0" err="1">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DCDCAA"/>
                </a:solidFill>
                <a:effectLst/>
                <a:latin typeface="+mn-lt"/>
                <a:ea typeface="Consolas" panose="020B0609020204030204" pitchFamily="49" charset="0"/>
                <a:cs typeface="Consolas" panose="020B0609020204030204" pitchFamily="49" charset="0"/>
              </a:rPr>
              <a:t>setState</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9CDCFD"/>
                </a:solidFill>
                <a:effectLst/>
                <a:latin typeface="+mn-lt"/>
                <a:ea typeface="Consolas" panose="020B0609020204030204" pitchFamily="49" charset="0"/>
                <a:cs typeface="Consolas" panose="020B0609020204030204" pitchFamily="49" charset="0"/>
              </a:rPr>
              <a:t>message:</a:t>
            </a:r>
            <a:r>
              <a:rPr lang="fr-FR" sz="1100" dirty="0" err="1">
                <a:solidFill>
                  <a:srgbClr val="CE9178"/>
                </a:solidFill>
                <a:effectLst/>
                <a:latin typeface="+mn-lt"/>
                <a:ea typeface="Consolas" panose="020B0609020204030204" pitchFamily="49" charset="0"/>
                <a:cs typeface="Consolas" panose="020B0609020204030204" pitchFamily="49" charset="0"/>
              </a:rPr>
              <a:t>"votre</a:t>
            </a:r>
            <a:r>
              <a:rPr lang="fr-FR" sz="1100" spc="-85" dirty="0">
                <a:solidFill>
                  <a:srgbClr val="CE9178"/>
                </a:solidFill>
                <a:effectLst/>
                <a:latin typeface="+mn-lt"/>
                <a:ea typeface="Consolas" panose="020B0609020204030204" pitchFamily="49" charset="0"/>
                <a:cs typeface="Consolas" panose="020B0609020204030204" pitchFamily="49" charset="0"/>
              </a:rPr>
              <a:t> </a:t>
            </a:r>
            <a:r>
              <a:rPr lang="fr-FR" sz="1100" dirty="0">
                <a:solidFill>
                  <a:srgbClr val="CE9178"/>
                </a:solidFill>
                <a:effectLst/>
                <a:latin typeface="+mn-lt"/>
                <a:ea typeface="Consolas" panose="020B0609020204030204" pitchFamily="49" charset="0"/>
                <a:cs typeface="Consolas" panose="020B0609020204030204" pitchFamily="49" charset="0"/>
              </a:rPr>
              <a:t>inscription</a:t>
            </a:r>
            <a:r>
              <a:rPr lang="fr-FR" sz="1100" spc="-70" dirty="0">
                <a:solidFill>
                  <a:srgbClr val="CE9178"/>
                </a:solidFill>
                <a:effectLst/>
                <a:latin typeface="+mn-lt"/>
                <a:ea typeface="Consolas" panose="020B0609020204030204" pitchFamily="49" charset="0"/>
                <a:cs typeface="Consolas" panose="020B0609020204030204" pitchFamily="49" charset="0"/>
              </a:rPr>
              <a:t> </a:t>
            </a:r>
            <a:r>
              <a:rPr lang="fr-FR" sz="1100" dirty="0">
                <a:solidFill>
                  <a:srgbClr val="CE9178"/>
                </a:solidFill>
                <a:effectLst/>
                <a:latin typeface="+mn-lt"/>
                <a:ea typeface="Consolas" panose="020B0609020204030204" pitchFamily="49" charset="0"/>
                <a:cs typeface="Consolas" panose="020B0609020204030204" pitchFamily="49" charset="0"/>
              </a:rPr>
              <a:t>est</a:t>
            </a:r>
            <a:r>
              <a:rPr lang="fr-FR" sz="1100" spc="-70" dirty="0">
                <a:solidFill>
                  <a:srgbClr val="CE9178"/>
                </a:solidFill>
                <a:effectLst/>
                <a:latin typeface="+mn-lt"/>
                <a:ea typeface="Consolas" panose="020B0609020204030204" pitchFamily="49" charset="0"/>
                <a:cs typeface="Consolas" panose="020B0609020204030204" pitchFamily="49" charset="0"/>
              </a:rPr>
              <a:t> </a:t>
            </a:r>
            <a:r>
              <a:rPr lang="fr-FR" sz="1100" spc="-10" dirty="0">
                <a:solidFill>
                  <a:srgbClr val="CE9178"/>
                </a:solidFill>
                <a:effectLst/>
                <a:latin typeface="+mn-lt"/>
                <a:ea typeface="Consolas" panose="020B0609020204030204" pitchFamily="49" charset="0"/>
                <a:cs typeface="Consolas" panose="020B0609020204030204" pitchFamily="49" charset="0"/>
              </a:rPr>
              <a:t>effectuée"</a:t>
            </a:r>
            <a:r>
              <a:rPr lang="fr-FR" sz="1100" spc="-10" dirty="0">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btnMessage</a:t>
            </a:r>
            <a:r>
              <a:rPr lang="fr-FR" sz="1100" spc="-10" dirty="0">
                <a:solidFill>
                  <a:srgbClr val="9CDCFD"/>
                </a:solidFill>
                <a:effectLst/>
                <a:latin typeface="+mn-lt"/>
                <a:ea typeface="Consolas" panose="020B0609020204030204" pitchFamily="49" charset="0"/>
                <a:cs typeface="Consolas" panose="020B0609020204030204" pitchFamily="49" charset="0"/>
              </a:rPr>
              <a:t>:</a:t>
            </a:r>
            <a:r>
              <a:rPr lang="fr-FR" sz="1100" spc="-10" dirty="0">
                <a:solidFill>
                  <a:srgbClr val="CE9178"/>
                </a:solidFill>
                <a:effectLst/>
                <a:latin typeface="+mn-lt"/>
                <a:ea typeface="Consolas" panose="020B0609020204030204" pitchFamily="49" charset="0"/>
                <a:cs typeface="Consolas" panose="020B0609020204030204" pitchFamily="49" charset="0"/>
              </a:rPr>
              <a:t>"merci"</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185"/>
              </a:spcBef>
              <a:buNone/>
            </a:pPr>
            <a:r>
              <a:rPr lang="fr-FR" sz="1100" spc="-5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marR="4279900" algn="l">
              <a:lnSpc>
                <a:spcPct val="115000"/>
              </a:lnSpc>
              <a:spcBef>
                <a:spcPts val="200"/>
              </a:spcBef>
              <a:buNone/>
            </a:pPr>
            <a:r>
              <a:rPr lang="fr-FR" sz="1100" spc="-10" dirty="0">
                <a:solidFill>
                  <a:srgbClr val="DCDCAA"/>
                </a:solidFill>
                <a:effectLst/>
                <a:latin typeface="+mn-lt"/>
                <a:ea typeface="Consolas" panose="020B0609020204030204" pitchFamily="49" charset="0"/>
                <a:cs typeface="Consolas" panose="020B0609020204030204" pitchFamily="49" charset="0"/>
              </a:rPr>
              <a:t>     </a:t>
            </a:r>
            <a:r>
              <a:rPr lang="fr-FR" sz="1100" spc="-10" dirty="0" err="1">
                <a:solidFill>
                  <a:srgbClr val="DCDCAA"/>
                </a:solidFill>
                <a:effectLst/>
                <a:latin typeface="+mn-lt"/>
                <a:ea typeface="Consolas" panose="020B0609020204030204" pitchFamily="49" charset="0"/>
                <a:cs typeface="Consolas" panose="020B0609020204030204" pitchFamily="49" charset="0"/>
              </a:rPr>
              <a:t>render</a:t>
            </a:r>
            <a:r>
              <a:rPr lang="fr-FR" sz="1100" spc="-10" dirty="0">
                <a:solidFill>
                  <a:srgbClr val="D3D3D3"/>
                </a:solidFill>
                <a:effectLst/>
                <a:latin typeface="+mn-lt"/>
                <a:ea typeface="Consolas" panose="020B0609020204030204" pitchFamily="49" charset="0"/>
                <a:cs typeface="Consolas" panose="020B0609020204030204" pitchFamily="49" charset="0"/>
              </a:rPr>
              <a:t>(){</a:t>
            </a:r>
          </a:p>
          <a:p>
            <a:pPr marL="17780" marR="4279900" algn="l">
              <a:lnSpc>
                <a:spcPct val="115000"/>
              </a:lnSpc>
              <a:spcBef>
                <a:spcPts val="200"/>
              </a:spcBef>
              <a:buNone/>
            </a:pPr>
            <a:r>
              <a:rPr lang="fr-FR" sz="1100" spc="-10" dirty="0">
                <a:solidFill>
                  <a:srgbClr val="D3D3D3"/>
                </a:solidFill>
                <a:latin typeface="+mn-lt"/>
                <a:ea typeface="Consolas" panose="020B0609020204030204" pitchFamily="49" charset="0"/>
                <a:cs typeface="Consolas" panose="020B0609020204030204" pitchFamily="49" charset="0"/>
              </a:rPr>
              <a:t>        </a:t>
            </a:r>
            <a:r>
              <a:rPr lang="fr-FR" sz="1100" spc="-10" dirty="0">
                <a:solidFill>
                  <a:srgbClr val="D3D3D3"/>
                </a:solidFill>
                <a:effectLst/>
                <a:latin typeface="+mn-lt"/>
                <a:ea typeface="Consolas" panose="020B0609020204030204" pitchFamily="49" charset="0"/>
                <a:cs typeface="Consolas" panose="020B0609020204030204" pitchFamily="49" charset="0"/>
              </a:rPr>
              <a:t> </a:t>
            </a:r>
            <a:r>
              <a:rPr lang="fr-FR" sz="1100" spc="-10" dirty="0">
                <a:solidFill>
                  <a:srgbClr val="C585C0"/>
                </a:solidFill>
                <a:effectLst/>
                <a:latin typeface="+mn-lt"/>
                <a:ea typeface="Consolas" panose="020B0609020204030204" pitchFamily="49" charset="0"/>
                <a:cs typeface="Consolas" panose="020B0609020204030204" pitchFamily="49" charset="0"/>
              </a:rPr>
              <a:t>return</a:t>
            </a:r>
            <a:r>
              <a:rPr lang="fr-FR" sz="1100" spc="-10" dirty="0">
                <a:solidFill>
                  <a:srgbClr val="D3D3D3"/>
                </a:solidFill>
                <a:effectLst/>
                <a:latin typeface="+mn-lt"/>
                <a:ea typeface="Consolas" panose="020B0609020204030204" pitchFamily="49" charset="0"/>
                <a:cs typeface="Consolas" panose="020B0609020204030204" pitchFamily="49" charset="0"/>
              </a:rPr>
              <a:t>(</a:t>
            </a:r>
          </a:p>
          <a:p>
            <a:pPr marL="17780" marR="4279900" algn="l">
              <a:lnSpc>
                <a:spcPct val="115000"/>
              </a:lnSpc>
              <a:spcBef>
                <a:spcPts val="200"/>
              </a:spcBef>
              <a:buNone/>
            </a:pPr>
            <a:r>
              <a:rPr lang="fr-FR" sz="1100" spc="-10" dirty="0">
                <a:solidFill>
                  <a:srgbClr val="D3D3D3"/>
                </a:solidFill>
                <a:latin typeface="+mn-lt"/>
                <a:ea typeface="Consolas" panose="020B0609020204030204" pitchFamily="49" charset="0"/>
                <a:cs typeface="Consolas" panose="020B0609020204030204" pitchFamily="49" charset="0"/>
              </a:rPr>
              <a:t>           </a:t>
            </a:r>
            <a:r>
              <a:rPr lang="fr-FR" sz="1100" spc="-10" dirty="0">
                <a:solidFill>
                  <a:srgbClr val="808080"/>
                </a:solidFill>
                <a:effectLst/>
                <a:latin typeface="+mn-lt"/>
                <a:ea typeface="Consolas" panose="020B0609020204030204" pitchFamily="49" charset="0"/>
                <a:cs typeface="Consolas" panose="020B0609020204030204" pitchFamily="49" charset="0"/>
              </a:rPr>
              <a:t>&lt;</a:t>
            </a:r>
            <a:r>
              <a:rPr lang="fr-FR" sz="1100" spc="-10" dirty="0">
                <a:solidFill>
                  <a:srgbClr val="559CD5"/>
                </a:solidFill>
                <a:effectLst/>
                <a:latin typeface="+mn-lt"/>
                <a:ea typeface="Consolas" panose="020B0609020204030204" pitchFamily="49" charset="0"/>
                <a:cs typeface="Consolas" panose="020B0609020204030204" pitchFamily="49" charset="0"/>
              </a:rPr>
              <a:t>div</a:t>
            </a:r>
            <a:r>
              <a:rPr lang="fr-FR" sz="1100" spc="-1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17780" algn="l">
              <a:spcBef>
                <a:spcPts val="200"/>
              </a:spcBef>
              <a:buNone/>
            </a:pPr>
            <a:r>
              <a:rPr lang="fr-FR" sz="1100" spc="-10" dirty="0">
                <a:solidFill>
                  <a:srgbClr val="808080"/>
                </a:solidFill>
                <a:effectLst/>
                <a:latin typeface="+mn-lt"/>
                <a:ea typeface="Consolas" panose="020B0609020204030204" pitchFamily="49" charset="0"/>
                <a:cs typeface="Consolas" panose="020B0609020204030204" pitchFamily="49" charset="0"/>
              </a:rPr>
              <a:t>                     &lt;</a:t>
            </a:r>
            <a:r>
              <a:rPr lang="fr-FR" sz="1100" spc="-10" dirty="0">
                <a:solidFill>
                  <a:srgbClr val="559CD5"/>
                </a:solidFill>
                <a:effectLst/>
                <a:latin typeface="+mn-lt"/>
                <a:ea typeface="Consolas" panose="020B0609020204030204" pitchFamily="49" charset="0"/>
                <a:cs typeface="Consolas" panose="020B0609020204030204" pitchFamily="49" charset="0"/>
              </a:rPr>
              <a:t>h2</a:t>
            </a:r>
            <a:r>
              <a:rPr lang="fr-FR" sz="1100" spc="-10" dirty="0">
                <a:solidFill>
                  <a:srgbClr val="808080"/>
                </a:solidFill>
                <a:effectLst/>
                <a:latin typeface="+mn-lt"/>
                <a:ea typeface="Consolas" panose="020B0609020204030204" pitchFamily="49" charset="0"/>
                <a:cs typeface="Consolas" panose="020B0609020204030204" pitchFamily="49" charset="0"/>
              </a:rPr>
              <a:t>&gt;</a:t>
            </a:r>
            <a:r>
              <a:rPr lang="fr-FR" sz="1100" spc="-10" dirty="0">
                <a:solidFill>
                  <a:srgbClr val="559CD5"/>
                </a:solidFill>
                <a:effectLst/>
                <a:latin typeface="+mn-lt"/>
                <a:ea typeface="Consolas" panose="020B0609020204030204" pitchFamily="49" charset="0"/>
                <a:cs typeface="Consolas" panose="020B0609020204030204" pitchFamily="49" charset="0"/>
              </a:rPr>
              <a:t>{</a:t>
            </a:r>
            <a:r>
              <a:rPr lang="fr-FR" sz="1100" spc="-10" dirty="0" err="1">
                <a:solidFill>
                  <a:srgbClr val="559CD5"/>
                </a:solidFill>
                <a:effectLst/>
                <a:latin typeface="+mn-lt"/>
                <a:ea typeface="Consolas" panose="020B0609020204030204" pitchFamily="49" charset="0"/>
                <a:cs typeface="Consolas" panose="020B0609020204030204" pitchFamily="49" charset="0"/>
              </a:rPr>
              <a:t>this</a:t>
            </a:r>
            <a:r>
              <a:rPr lang="fr-FR" sz="1100" spc="-10" dirty="0" err="1">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state</a:t>
            </a:r>
            <a:r>
              <a:rPr lang="fr-FR" sz="1100" spc="-10" dirty="0" err="1">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message</a:t>
            </a:r>
            <a:r>
              <a:rPr lang="fr-FR" sz="1100" spc="-10" dirty="0">
                <a:solidFill>
                  <a:srgbClr val="559CD5"/>
                </a:solidFill>
                <a:effectLst/>
                <a:latin typeface="+mn-lt"/>
                <a:ea typeface="Consolas" panose="020B0609020204030204" pitchFamily="49" charset="0"/>
                <a:cs typeface="Consolas" panose="020B0609020204030204" pitchFamily="49" charset="0"/>
              </a:rPr>
              <a:t>}</a:t>
            </a:r>
            <a:r>
              <a:rPr lang="fr-FR" sz="1100" spc="-10" dirty="0">
                <a:solidFill>
                  <a:srgbClr val="808080"/>
                </a:solidFill>
                <a:effectLst/>
                <a:latin typeface="+mn-lt"/>
                <a:ea typeface="Consolas" panose="020B0609020204030204" pitchFamily="49" charset="0"/>
                <a:cs typeface="Consolas" panose="020B0609020204030204" pitchFamily="49" charset="0"/>
              </a:rPr>
              <a:t>&lt;/</a:t>
            </a:r>
            <a:r>
              <a:rPr lang="fr-FR" sz="1100" spc="-10" dirty="0">
                <a:solidFill>
                  <a:srgbClr val="559CD5"/>
                </a:solidFill>
                <a:effectLst/>
                <a:latin typeface="+mn-lt"/>
                <a:ea typeface="Consolas" panose="020B0609020204030204" pitchFamily="49" charset="0"/>
                <a:cs typeface="Consolas" panose="020B0609020204030204" pitchFamily="49" charset="0"/>
              </a:rPr>
              <a:t>h2</a:t>
            </a:r>
            <a:r>
              <a:rPr lang="fr-FR" sz="1100" spc="-1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17780" algn="l">
              <a:spcBef>
                <a:spcPts val="190"/>
              </a:spcBef>
              <a:buNone/>
            </a:pPr>
            <a:r>
              <a:rPr lang="fr-FR" sz="1100" dirty="0">
                <a:solidFill>
                  <a:srgbClr val="808080"/>
                </a:solidFill>
                <a:effectLst/>
                <a:latin typeface="+mn-lt"/>
                <a:ea typeface="Consolas" panose="020B0609020204030204" pitchFamily="49" charset="0"/>
                <a:cs typeface="Consolas" panose="020B0609020204030204" pitchFamily="49" charset="0"/>
              </a:rPr>
              <a:t>                    &lt;</a:t>
            </a:r>
            <a:r>
              <a:rPr lang="fr-FR" sz="1100" dirty="0" err="1">
                <a:solidFill>
                  <a:srgbClr val="559CD5"/>
                </a:solidFill>
                <a:effectLst/>
                <a:latin typeface="+mn-lt"/>
                <a:ea typeface="Consolas" panose="020B0609020204030204" pitchFamily="49" charset="0"/>
                <a:cs typeface="Consolas" panose="020B0609020204030204" pitchFamily="49" charset="0"/>
              </a:rPr>
              <a:t>button</a:t>
            </a:r>
            <a:r>
              <a:rPr lang="fr-FR" sz="1100" spc="145" dirty="0">
                <a:solidFill>
                  <a:srgbClr val="559CD5"/>
                </a:solidFill>
                <a:effectLst/>
                <a:latin typeface="+mn-lt"/>
                <a:ea typeface="Consolas" panose="020B0609020204030204" pitchFamily="49" charset="0"/>
                <a:cs typeface="Consolas" panose="020B0609020204030204" pitchFamily="49" charset="0"/>
              </a:rPr>
              <a:t> </a:t>
            </a:r>
            <a:r>
              <a:rPr lang="fr-FR" sz="1100" dirty="0" err="1">
                <a:solidFill>
                  <a:srgbClr val="9CDCFD"/>
                </a:solidFill>
                <a:effectLst/>
                <a:latin typeface="+mn-lt"/>
                <a:ea typeface="Consolas" panose="020B0609020204030204" pitchFamily="49" charset="0"/>
                <a:cs typeface="Consolas" panose="020B0609020204030204" pitchFamily="49" charset="0"/>
              </a:rPr>
              <a:t>onClick</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a:solidFill>
                  <a:srgbClr val="559CD5"/>
                </a:solidFill>
                <a:effectLst/>
                <a:latin typeface="+mn-lt"/>
                <a:ea typeface="Consolas" panose="020B0609020204030204" pitchFamily="49" charset="0"/>
                <a:cs typeface="Consolas" panose="020B0609020204030204" pitchFamily="49" charset="0"/>
              </a:rPr>
              <a:t>{</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a:solidFill>
                  <a:srgbClr val="559CD5"/>
                </a:solidFill>
                <a:effectLst/>
                <a:latin typeface="+mn-lt"/>
                <a:ea typeface="Consolas" panose="020B0609020204030204" pitchFamily="49" charset="0"/>
                <a:cs typeface="Consolas" panose="020B0609020204030204" pitchFamily="49" charset="0"/>
              </a:rPr>
              <a:t>=&gt;</a:t>
            </a:r>
            <a:r>
              <a:rPr lang="fr-FR" sz="1100" dirty="0" err="1">
                <a:solidFill>
                  <a:srgbClr val="559CD5"/>
                </a:solidFill>
                <a:effectLst/>
                <a:latin typeface="+mn-lt"/>
                <a:ea typeface="Consolas" panose="020B0609020204030204" pitchFamily="49" charset="0"/>
                <a:cs typeface="Consolas" panose="020B0609020204030204" pitchFamily="49" charset="0"/>
              </a:rPr>
              <a:t>this</a:t>
            </a:r>
            <a:r>
              <a:rPr lang="fr-FR" sz="1100" dirty="0" err="1">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DCDCAA"/>
                </a:solidFill>
                <a:effectLst/>
                <a:latin typeface="+mn-lt"/>
                <a:ea typeface="Consolas" panose="020B0609020204030204" pitchFamily="49" charset="0"/>
                <a:cs typeface="Consolas" panose="020B0609020204030204" pitchFamily="49" charset="0"/>
              </a:rPr>
              <a:t>inscription</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a:solidFill>
                  <a:srgbClr val="559CD5"/>
                </a:solidFill>
                <a:effectLst/>
                <a:latin typeface="+mn-lt"/>
                <a:ea typeface="Consolas" panose="020B0609020204030204" pitchFamily="49" charset="0"/>
                <a:cs typeface="Consolas" panose="020B0609020204030204" pitchFamily="49" charset="0"/>
              </a:rPr>
              <a:t>}</a:t>
            </a:r>
            <a:r>
              <a:rPr lang="fr-FR" sz="1100" spc="170" dirty="0">
                <a:solidFill>
                  <a:srgbClr val="559CD5"/>
                </a:solidFill>
                <a:effectLst/>
                <a:latin typeface="+mn-lt"/>
                <a:ea typeface="Consolas" panose="020B0609020204030204" pitchFamily="49" charset="0"/>
                <a:cs typeface="Consolas" panose="020B0609020204030204" pitchFamily="49" charset="0"/>
              </a:rPr>
              <a:t> </a:t>
            </a:r>
            <a:r>
              <a:rPr lang="fr-FR" sz="1100" spc="-10" dirty="0">
                <a:solidFill>
                  <a:srgbClr val="808080"/>
                </a:solidFill>
                <a:effectLst/>
                <a:latin typeface="+mn-lt"/>
                <a:ea typeface="Consolas" panose="020B0609020204030204" pitchFamily="49" charset="0"/>
                <a:cs typeface="Consolas" panose="020B0609020204030204" pitchFamily="49" charset="0"/>
              </a:rPr>
              <a:t>&gt;</a:t>
            </a:r>
            <a:r>
              <a:rPr lang="fr-FR" sz="1100" spc="-10" dirty="0">
                <a:solidFill>
                  <a:srgbClr val="559CD5"/>
                </a:solidFill>
                <a:effectLst/>
                <a:latin typeface="+mn-lt"/>
                <a:ea typeface="Consolas" panose="020B0609020204030204" pitchFamily="49" charset="0"/>
                <a:cs typeface="Consolas" panose="020B0609020204030204" pitchFamily="49" charset="0"/>
              </a:rPr>
              <a:t>{</a:t>
            </a:r>
            <a:r>
              <a:rPr lang="fr-FR" sz="1100" spc="-10" dirty="0" err="1">
                <a:solidFill>
                  <a:srgbClr val="559CD5"/>
                </a:solidFill>
                <a:effectLst/>
                <a:latin typeface="+mn-lt"/>
                <a:ea typeface="Consolas" panose="020B0609020204030204" pitchFamily="49" charset="0"/>
                <a:cs typeface="Consolas" panose="020B0609020204030204" pitchFamily="49" charset="0"/>
              </a:rPr>
              <a:t>this</a:t>
            </a:r>
            <a:r>
              <a:rPr lang="fr-FR" sz="1100" spc="-10" dirty="0" err="1">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state</a:t>
            </a:r>
            <a:r>
              <a:rPr lang="fr-FR" sz="1100" spc="-10" dirty="0" err="1">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btnMessage</a:t>
            </a:r>
            <a:r>
              <a:rPr lang="fr-FR" sz="1100" spc="-10" dirty="0">
                <a:solidFill>
                  <a:srgbClr val="559CD5"/>
                </a:solidFill>
                <a:effectLst/>
                <a:latin typeface="+mn-lt"/>
                <a:ea typeface="Consolas" panose="020B0609020204030204" pitchFamily="49" charset="0"/>
                <a:cs typeface="Consolas" panose="020B0609020204030204" pitchFamily="49" charset="0"/>
              </a:rPr>
              <a:t>}</a:t>
            </a:r>
          </a:p>
          <a:p>
            <a:pPr marL="17780" algn="l">
              <a:spcBef>
                <a:spcPts val="190"/>
              </a:spcBef>
              <a:buNone/>
            </a:pPr>
            <a:r>
              <a:rPr lang="fr-FR" sz="1100" spc="-10" dirty="0">
                <a:solidFill>
                  <a:srgbClr val="559CD5"/>
                </a:solidFill>
                <a:latin typeface="+mn-lt"/>
                <a:ea typeface="Consolas" panose="020B0609020204030204" pitchFamily="49" charset="0"/>
                <a:cs typeface="Consolas" panose="020B0609020204030204" pitchFamily="49" charset="0"/>
              </a:rPr>
              <a:t>                     </a:t>
            </a:r>
            <a:r>
              <a:rPr lang="fr-FR" sz="1100" spc="-10" dirty="0">
                <a:solidFill>
                  <a:srgbClr val="808080"/>
                </a:solidFill>
                <a:effectLst/>
                <a:latin typeface="+mn-lt"/>
                <a:ea typeface="Consolas" panose="020B0609020204030204" pitchFamily="49" charset="0"/>
                <a:cs typeface="Consolas" panose="020B0609020204030204" pitchFamily="49" charset="0"/>
              </a:rPr>
              <a:t>&lt;/</a:t>
            </a:r>
            <a:r>
              <a:rPr lang="fr-FR" sz="1100" spc="-10" dirty="0" err="1">
                <a:solidFill>
                  <a:srgbClr val="559CD5"/>
                </a:solidFill>
                <a:effectLst/>
                <a:latin typeface="+mn-lt"/>
                <a:ea typeface="Consolas" panose="020B0609020204030204" pitchFamily="49" charset="0"/>
                <a:cs typeface="Consolas" panose="020B0609020204030204" pitchFamily="49" charset="0"/>
              </a:rPr>
              <a:t>button</a:t>
            </a:r>
            <a:r>
              <a:rPr lang="fr-FR" sz="1100" spc="-1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17780" algn="l">
              <a:spcBef>
                <a:spcPts val="195"/>
              </a:spcBef>
              <a:buNone/>
            </a:pPr>
            <a:r>
              <a:rPr lang="fr-FR" sz="1100" spc="-10" dirty="0">
                <a:solidFill>
                  <a:srgbClr val="808080"/>
                </a:solidFill>
                <a:effectLst/>
                <a:latin typeface="+mn-lt"/>
                <a:ea typeface="Consolas" panose="020B0609020204030204" pitchFamily="49" charset="0"/>
                <a:cs typeface="Consolas" panose="020B0609020204030204" pitchFamily="49" charset="0"/>
              </a:rPr>
              <a:t>          &lt;/</a:t>
            </a:r>
            <a:r>
              <a:rPr lang="fr-FR" sz="1100" spc="-10" dirty="0">
                <a:solidFill>
                  <a:srgbClr val="559CD5"/>
                </a:solidFill>
                <a:effectLst/>
                <a:latin typeface="+mn-lt"/>
                <a:ea typeface="Consolas" panose="020B0609020204030204" pitchFamily="49" charset="0"/>
                <a:cs typeface="Consolas" panose="020B0609020204030204" pitchFamily="49" charset="0"/>
              </a:rPr>
              <a:t>div</a:t>
            </a:r>
            <a:r>
              <a:rPr lang="fr-FR" sz="1100" spc="-10" dirty="0">
                <a:solidFill>
                  <a:srgbClr val="808080"/>
                </a:solidFill>
                <a:effectLst/>
                <a:latin typeface="+mn-lt"/>
                <a:ea typeface="Consolas" panose="020B0609020204030204" pitchFamily="49" charset="0"/>
                <a:cs typeface="Consolas" panose="020B0609020204030204" pitchFamily="49" charset="0"/>
              </a:rPr>
              <a:t>&gt;</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200"/>
              </a:spcBef>
              <a:buNone/>
            </a:pPr>
            <a:r>
              <a:rPr lang="fr-FR" sz="1100" spc="-5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200"/>
              </a:spcBef>
              <a:buNone/>
            </a:pPr>
            <a:r>
              <a:rPr lang="fr-FR" sz="1100" spc="-5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195"/>
              </a:spcBef>
              <a:buNone/>
            </a:pPr>
            <a:endParaRPr lang="fr-MA" sz="1100" dirty="0">
              <a:effectLst/>
              <a:latin typeface="+mn-lt"/>
              <a:ea typeface="Consolas" panose="020B0609020204030204" pitchFamily="49" charset="0"/>
              <a:cs typeface="Consolas" panose="020B0609020204030204" pitchFamily="49" charset="0"/>
            </a:endParaRPr>
          </a:p>
        </p:txBody>
      </p:sp>
      <p:sp>
        <p:nvSpPr>
          <p:cNvPr id="5" name="ZoneTexte 4">
            <a:extLst>
              <a:ext uri="{FF2B5EF4-FFF2-40B4-BE49-F238E27FC236}">
                <a16:creationId xmlns:a16="http://schemas.microsoft.com/office/drawing/2014/main" id="{A3D2C45A-C36E-6BC9-1114-4545A1D2DDD6}"/>
              </a:ext>
            </a:extLst>
          </p:cNvPr>
          <p:cNvSpPr txBox="1"/>
          <p:nvPr/>
        </p:nvSpPr>
        <p:spPr>
          <a:xfrm>
            <a:off x="95256" y="1408876"/>
            <a:ext cx="4582160" cy="584775"/>
          </a:xfrm>
          <a:prstGeom prst="rect">
            <a:avLst/>
          </a:prstGeom>
          <a:noFill/>
        </p:spPr>
        <p:txBody>
          <a:bodyPr wrap="square">
            <a:spAutoFit/>
          </a:bodyPr>
          <a:lstStyle/>
          <a:p>
            <a:pPr lvl="0" algn="l"/>
            <a:r>
              <a:rPr lang="fr-FR" dirty="0">
                <a:latin typeface="+mn-lt"/>
              </a:rPr>
              <a:t>1. Ajouter un composant Message.js dans le dossier src/components</a:t>
            </a:r>
            <a:endParaRPr lang="fr-FR" altLang="fr-FR" dirty="0">
              <a:latin typeface="+mn-lt"/>
            </a:endParaRPr>
          </a:p>
        </p:txBody>
      </p:sp>
      <p:sp>
        <p:nvSpPr>
          <p:cNvPr id="7" name="ZoneTexte 6">
            <a:extLst>
              <a:ext uri="{FF2B5EF4-FFF2-40B4-BE49-F238E27FC236}">
                <a16:creationId xmlns:a16="http://schemas.microsoft.com/office/drawing/2014/main" id="{C7EB104C-1E4A-06C9-B9A2-3891ED53B8DC}"/>
              </a:ext>
            </a:extLst>
          </p:cNvPr>
          <p:cNvSpPr txBox="1"/>
          <p:nvPr/>
        </p:nvSpPr>
        <p:spPr>
          <a:xfrm>
            <a:off x="4951736" y="1464042"/>
            <a:ext cx="4582160" cy="338554"/>
          </a:xfrm>
          <a:prstGeom prst="rect">
            <a:avLst/>
          </a:prstGeom>
          <a:noFill/>
        </p:spPr>
        <p:txBody>
          <a:bodyPr wrap="square">
            <a:spAutoFit/>
          </a:bodyPr>
          <a:lstStyle/>
          <a:p>
            <a:pPr lvl="0" algn="l"/>
            <a:r>
              <a:rPr lang="fr-FR" dirty="0">
                <a:latin typeface="+mn-lt"/>
              </a:rPr>
              <a:t>2. Mettre à jour index.js</a:t>
            </a:r>
            <a:endParaRPr lang="fr-FR" altLang="fr-FR" dirty="0">
              <a:latin typeface="+mn-lt"/>
            </a:endParaRPr>
          </a:p>
        </p:txBody>
      </p:sp>
      <p:sp>
        <p:nvSpPr>
          <p:cNvPr id="8" name="ZoneTexte 7">
            <a:extLst>
              <a:ext uri="{FF2B5EF4-FFF2-40B4-BE49-F238E27FC236}">
                <a16:creationId xmlns:a16="http://schemas.microsoft.com/office/drawing/2014/main" id="{676674E2-7DF5-E773-9470-F37D55DA02A0}"/>
              </a:ext>
            </a:extLst>
          </p:cNvPr>
          <p:cNvSpPr txBox="1"/>
          <p:nvPr/>
        </p:nvSpPr>
        <p:spPr>
          <a:xfrm>
            <a:off x="4951736" y="2096327"/>
            <a:ext cx="4128764" cy="3654233"/>
          </a:xfrm>
          <a:prstGeom prst="rect">
            <a:avLst/>
          </a:prstGeom>
          <a:solidFill>
            <a:schemeClr val="tx1"/>
          </a:solidFill>
        </p:spPr>
        <p:txBody>
          <a:bodyPr wrap="none">
            <a:noAutofit/>
          </a:bodyPr>
          <a:lstStyle/>
          <a:p>
            <a:pPr marL="17780" algn="l">
              <a:spcBef>
                <a:spcPts val="185"/>
              </a:spcBef>
              <a:buNone/>
            </a:pPr>
            <a:r>
              <a:rPr lang="fr-FR"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fr-FR" sz="1100" spc="-3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a:t>
            </a:r>
            <a:r>
              <a:rPr lang="fr-FR" sz="1100" spc="-2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fr-FR" sz="1100" spc="-2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7780" marR="2438400" algn="l">
              <a:lnSpc>
                <a:spcPct val="115000"/>
              </a:lnSpc>
              <a:spcBef>
                <a:spcPts val="200"/>
              </a:spcBef>
              <a:buNone/>
            </a:pPr>
            <a:r>
              <a:rPr lang="fr-FR"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 </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ReactDOM</a:t>
            </a:r>
            <a:r>
              <a:rPr lang="fr-FR"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fr-FR"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-dom/client"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7780" marR="2438400" algn="l">
              <a:lnSpc>
                <a:spcPct val="115000"/>
              </a:lnSpc>
              <a:spcBef>
                <a:spcPts val="200"/>
              </a:spcBef>
              <a:buNone/>
            </a:pPr>
            <a:r>
              <a:rPr lang="fr-FR"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fr-FR" sz="1100" spc="-6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Message</a:t>
            </a:r>
            <a:r>
              <a:rPr lang="fr-FR" sz="1100" spc="-65"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fr-FR" sz="1100" spc="-6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"./components/Message"</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7780" marR="2127250" algn="l">
              <a:lnSpc>
                <a:spcPct val="115000"/>
              </a:lnSpc>
              <a:spcBef>
                <a:spcPts val="5"/>
              </a:spcBef>
              <a:buNone/>
            </a:pPr>
            <a:r>
              <a:rPr lang="fr-FR" sz="110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a:t>
            </a:r>
            <a:r>
              <a:rPr lang="fr-FR" sz="1100" spc="-7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element</a:t>
            </a:r>
            <a:r>
              <a:rPr lang="fr-FR" sz="1100" spc="-6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7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document</a:t>
            </a:r>
            <a:r>
              <a:rPr lang="fr-FR"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getElementById</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"root"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p>
          <a:p>
            <a:pPr marL="17780" marR="2127250" algn="l">
              <a:lnSpc>
                <a:spcPct val="115000"/>
              </a:lnSpc>
              <a:spcBef>
                <a:spcPts val="5"/>
              </a:spcBef>
              <a:buNone/>
            </a:pPr>
            <a:r>
              <a:rPr lang="fr-FR" sz="110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a:t>
            </a:r>
            <a:r>
              <a:rPr lang="fr-FR"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root </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ReactDOM</a:t>
            </a:r>
            <a:r>
              <a:rPr lang="fr-FR"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createRoot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element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7780" marR="2127250" algn="l">
              <a:lnSpc>
                <a:spcPct val="115000"/>
              </a:lnSpc>
              <a:spcBef>
                <a:spcPts val="5"/>
              </a:spcBef>
              <a:buNone/>
            </a:pPr>
            <a:r>
              <a:rPr lang="fr-FR" sz="110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function</a:t>
            </a:r>
            <a:r>
              <a:rPr lang="fr-FR"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DCDCAA"/>
                </a:solidFill>
                <a:effectLst/>
                <a:latin typeface="Consolas" panose="020B0609020204030204" pitchFamily="49" charset="0"/>
                <a:ea typeface="Consolas" panose="020B0609020204030204" pitchFamily="49" charset="0"/>
                <a:cs typeface="Consolas" panose="020B0609020204030204" pitchFamily="49" charset="0"/>
              </a:rPr>
              <a:t>App</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64465" algn="l">
              <a:lnSpc>
                <a:spcPts val="1225"/>
              </a:lnSpc>
              <a:spcBef>
                <a:spcPts val="200"/>
              </a:spcBef>
              <a:buNone/>
            </a:pPr>
            <a:r>
              <a:rPr lang="fr-FR"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return</a:t>
            </a:r>
            <a:r>
              <a:rPr lang="fr-FR" sz="1100" spc="-3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310515" algn="l">
              <a:spcBef>
                <a:spcPts val="200"/>
              </a:spcBef>
              <a:buNone/>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456565" algn="l">
              <a:spcBef>
                <a:spcPts val="185"/>
              </a:spcBef>
              <a:buNone/>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Message</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310515" algn="l">
              <a:spcBef>
                <a:spcPts val="200"/>
              </a:spcBef>
              <a:buNone/>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64465" algn="l">
              <a:spcBef>
                <a:spcPts val="195"/>
              </a:spcBef>
              <a:buNone/>
            </a:pPr>
            <a:r>
              <a:rPr lang="fr-FR" sz="110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2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buNone/>
            </a:pP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2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85"/>
              </a:spcBef>
              <a:buNone/>
            </a:pPr>
            <a:r>
              <a:rPr lang="fr-FR"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root</a:t>
            </a:r>
            <a:r>
              <a:rPr lang="fr-FR"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render</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App</a:t>
            </a:r>
            <a:r>
              <a:rPr lang="fr-FR" sz="1100" spc="-75"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2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100" spc="-2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MA"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85"/>
              </a:spcBef>
              <a:buNone/>
            </a:pPr>
            <a:endParaRPr lang="fr-MA" sz="1100" dirty="0">
              <a:effectLst/>
              <a:latin typeface="+mn-lt"/>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098173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05683-0412-1772-A2C6-60EE4263FC5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CDC56E86-74D7-9A78-8AC8-25A9CD9D6E18}"/>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167F6383-53E2-368B-678B-E2195666FCE6}"/>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state</a:t>
            </a:r>
          </a:p>
        </p:txBody>
      </p:sp>
      <p:sp>
        <p:nvSpPr>
          <p:cNvPr id="3" name="ZoneTexte 2">
            <a:extLst>
              <a:ext uri="{FF2B5EF4-FFF2-40B4-BE49-F238E27FC236}">
                <a16:creationId xmlns:a16="http://schemas.microsoft.com/office/drawing/2014/main" id="{6B54CE22-A47E-3281-F69F-6B3B9C839564}"/>
              </a:ext>
            </a:extLst>
          </p:cNvPr>
          <p:cNvSpPr txBox="1"/>
          <p:nvPr/>
        </p:nvSpPr>
        <p:spPr>
          <a:xfrm>
            <a:off x="328936" y="831758"/>
            <a:ext cx="8571224" cy="584775"/>
          </a:xfrm>
          <a:prstGeom prst="rect">
            <a:avLst/>
          </a:prstGeom>
          <a:noFill/>
        </p:spPr>
        <p:txBody>
          <a:bodyPr wrap="square">
            <a:spAutoFit/>
          </a:bodyPr>
          <a:lstStyle/>
          <a:p>
            <a:pPr lvl="0" algn="l"/>
            <a:r>
              <a:rPr lang="fr-FR" dirty="0"/>
              <a:t>Etapes à suivre pour créer l’application Message.</a:t>
            </a:r>
            <a:endParaRPr lang="fr-MA" dirty="0"/>
          </a:p>
          <a:p>
            <a:pPr lvl="0" algn="l"/>
            <a:endParaRPr lang="fr-MA" dirty="0"/>
          </a:p>
        </p:txBody>
      </p:sp>
      <p:sp>
        <p:nvSpPr>
          <p:cNvPr id="14" name="ZoneTexte 13">
            <a:extLst>
              <a:ext uri="{FF2B5EF4-FFF2-40B4-BE49-F238E27FC236}">
                <a16:creationId xmlns:a16="http://schemas.microsoft.com/office/drawing/2014/main" id="{DF9B2B8E-0BCB-C598-F2AB-348CCD9FD0C5}"/>
              </a:ext>
            </a:extLst>
          </p:cNvPr>
          <p:cNvSpPr txBox="1"/>
          <p:nvPr/>
        </p:nvSpPr>
        <p:spPr>
          <a:xfrm>
            <a:off x="54616" y="2096328"/>
            <a:ext cx="4771384" cy="4436552"/>
          </a:xfrm>
          <a:prstGeom prst="rect">
            <a:avLst/>
          </a:prstGeom>
          <a:solidFill>
            <a:schemeClr val="tx1"/>
          </a:solidFill>
        </p:spPr>
        <p:txBody>
          <a:bodyPr wrap="none">
            <a:noAutofit/>
          </a:bodyPr>
          <a:lstStyle/>
          <a:p>
            <a:pPr marL="17780" algn="l">
              <a:spcBef>
                <a:spcPts val="185"/>
              </a:spcBef>
              <a:buNone/>
            </a:pPr>
            <a:r>
              <a:rPr lang="fr-FR" sz="1100" dirty="0">
                <a:solidFill>
                  <a:srgbClr val="C585C0"/>
                </a:solidFill>
                <a:effectLst/>
                <a:latin typeface="+mn-lt"/>
                <a:ea typeface="Consolas" panose="020B0609020204030204" pitchFamily="49" charset="0"/>
                <a:cs typeface="Consolas" panose="020B0609020204030204" pitchFamily="49" charset="0"/>
              </a:rPr>
              <a:t>import</a:t>
            </a:r>
            <a:r>
              <a:rPr lang="fr-FR" sz="1100" spc="-30" dirty="0">
                <a:solidFill>
                  <a:srgbClr val="C585C0"/>
                </a:solidFill>
                <a:effectLst/>
                <a:latin typeface="+mn-lt"/>
                <a:ea typeface="Consolas" panose="020B0609020204030204" pitchFamily="49" charset="0"/>
                <a:cs typeface="Consolas" panose="020B0609020204030204" pitchFamily="49" charset="0"/>
              </a:rPr>
              <a:t> </a:t>
            </a:r>
            <a:r>
              <a:rPr lang="fr-FR" sz="1100" dirty="0" err="1">
                <a:solidFill>
                  <a:srgbClr val="9CDCFD"/>
                </a:solidFill>
                <a:effectLst/>
                <a:latin typeface="+mn-lt"/>
                <a:ea typeface="Consolas" panose="020B0609020204030204" pitchFamily="49" charset="0"/>
                <a:cs typeface="Consolas" panose="020B0609020204030204" pitchFamily="49" charset="0"/>
              </a:rPr>
              <a:t>React</a:t>
            </a:r>
            <a:r>
              <a:rPr lang="fr-FR" sz="1100" spc="-20" dirty="0">
                <a:solidFill>
                  <a:srgbClr val="9CDCFD"/>
                </a:solidFill>
                <a:effectLst/>
                <a:latin typeface="+mn-lt"/>
                <a:ea typeface="Consolas" panose="020B0609020204030204" pitchFamily="49" charset="0"/>
                <a:cs typeface="Consolas" panose="020B0609020204030204" pitchFamily="49" charset="0"/>
              </a:rPr>
              <a:t> </a:t>
            </a:r>
            <a:r>
              <a:rPr lang="fr-FR" sz="1100" dirty="0" err="1">
                <a:solidFill>
                  <a:srgbClr val="C585C0"/>
                </a:solidFill>
                <a:effectLst/>
                <a:latin typeface="+mn-lt"/>
                <a:ea typeface="Consolas" panose="020B0609020204030204" pitchFamily="49" charset="0"/>
                <a:cs typeface="Consolas" panose="020B0609020204030204" pitchFamily="49" charset="0"/>
              </a:rPr>
              <a:t>from</a:t>
            </a:r>
            <a:r>
              <a:rPr lang="fr-FR" sz="1100" spc="-25" dirty="0">
                <a:solidFill>
                  <a:srgbClr val="C585C0"/>
                </a:solidFill>
                <a:effectLst/>
                <a:latin typeface="+mn-lt"/>
                <a:ea typeface="Consolas" panose="020B0609020204030204" pitchFamily="49" charset="0"/>
                <a:cs typeface="Consolas" panose="020B0609020204030204" pitchFamily="49" charset="0"/>
              </a:rPr>
              <a:t> </a:t>
            </a:r>
            <a:r>
              <a:rPr lang="fr-FR" sz="1100" spc="-10" dirty="0">
                <a:solidFill>
                  <a:srgbClr val="CE9178"/>
                </a:solidFill>
                <a:effectLst/>
                <a:latin typeface="+mn-lt"/>
                <a:ea typeface="Consolas" panose="020B0609020204030204" pitchFamily="49" charset="0"/>
                <a:cs typeface="Consolas" panose="020B0609020204030204" pitchFamily="49" charset="0"/>
              </a:rPr>
              <a:t>'</a:t>
            </a:r>
            <a:r>
              <a:rPr lang="fr-FR" sz="1100" spc="-10" dirty="0" err="1">
                <a:solidFill>
                  <a:srgbClr val="CE9178"/>
                </a:solidFill>
                <a:effectLst/>
                <a:latin typeface="+mn-lt"/>
                <a:ea typeface="Consolas" panose="020B0609020204030204" pitchFamily="49" charset="0"/>
                <a:cs typeface="Consolas" panose="020B0609020204030204" pitchFamily="49" charset="0"/>
              </a:rPr>
              <a:t>react</a:t>
            </a:r>
            <a:r>
              <a:rPr lang="fr-FR" sz="1100" spc="-10" dirty="0">
                <a:solidFill>
                  <a:srgbClr val="CE9178"/>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310515" marR="1064260" indent="-292735" algn="l">
              <a:lnSpc>
                <a:spcPct val="115000"/>
              </a:lnSpc>
              <a:spcBef>
                <a:spcPts val="200"/>
              </a:spcBef>
              <a:buNone/>
            </a:pPr>
            <a:r>
              <a:rPr lang="fr-FR" sz="1100" dirty="0">
                <a:solidFill>
                  <a:srgbClr val="C585C0"/>
                </a:solidFill>
                <a:effectLst/>
                <a:latin typeface="+mn-lt"/>
                <a:ea typeface="Consolas" panose="020B0609020204030204" pitchFamily="49" charset="0"/>
                <a:cs typeface="Consolas" panose="020B0609020204030204" pitchFamily="49" charset="0"/>
              </a:rPr>
              <a:t>export</a:t>
            </a:r>
            <a:r>
              <a:rPr lang="fr-FR" sz="1100" spc="-45" dirty="0">
                <a:solidFill>
                  <a:srgbClr val="C585C0"/>
                </a:solidFill>
                <a:effectLst/>
                <a:latin typeface="+mn-lt"/>
                <a:ea typeface="Consolas" panose="020B0609020204030204" pitchFamily="49" charset="0"/>
                <a:cs typeface="Consolas" panose="020B0609020204030204" pitchFamily="49" charset="0"/>
              </a:rPr>
              <a:t> </a:t>
            </a:r>
            <a:r>
              <a:rPr lang="fr-FR" sz="1100" dirty="0">
                <a:solidFill>
                  <a:srgbClr val="C585C0"/>
                </a:solidFill>
                <a:effectLst/>
                <a:latin typeface="+mn-lt"/>
                <a:ea typeface="Consolas" panose="020B0609020204030204" pitchFamily="49" charset="0"/>
                <a:cs typeface="Consolas" panose="020B0609020204030204" pitchFamily="49" charset="0"/>
              </a:rPr>
              <a:t>default</a:t>
            </a:r>
            <a:r>
              <a:rPr lang="fr-FR" sz="1100" spc="-40" dirty="0">
                <a:solidFill>
                  <a:srgbClr val="C585C0"/>
                </a:solidFill>
                <a:effectLst/>
                <a:latin typeface="+mn-lt"/>
                <a:ea typeface="Consolas" panose="020B0609020204030204" pitchFamily="49" charset="0"/>
                <a:cs typeface="Consolas" panose="020B0609020204030204" pitchFamily="49" charset="0"/>
              </a:rPr>
              <a:t> </a:t>
            </a:r>
            <a:r>
              <a:rPr lang="fr-FR" sz="1100" dirty="0">
                <a:solidFill>
                  <a:srgbClr val="559CD5"/>
                </a:solidFill>
                <a:effectLst/>
                <a:latin typeface="+mn-lt"/>
                <a:ea typeface="Consolas" panose="020B0609020204030204" pitchFamily="49" charset="0"/>
                <a:cs typeface="Consolas" panose="020B0609020204030204" pitchFamily="49" charset="0"/>
              </a:rPr>
              <a:t>class</a:t>
            </a:r>
            <a:r>
              <a:rPr lang="fr-FR" sz="1100" spc="-35" dirty="0">
                <a:solidFill>
                  <a:srgbClr val="559CD5"/>
                </a:solidFill>
                <a:effectLst/>
                <a:latin typeface="+mn-lt"/>
                <a:ea typeface="Consolas" panose="020B0609020204030204" pitchFamily="49" charset="0"/>
                <a:cs typeface="Consolas" panose="020B0609020204030204" pitchFamily="49" charset="0"/>
              </a:rPr>
              <a:t> </a:t>
            </a:r>
            <a:r>
              <a:rPr lang="fr-FR" sz="1100" dirty="0">
                <a:solidFill>
                  <a:srgbClr val="4EC8AF"/>
                </a:solidFill>
                <a:effectLst/>
                <a:latin typeface="+mn-lt"/>
                <a:ea typeface="Consolas" panose="020B0609020204030204" pitchFamily="49" charset="0"/>
                <a:cs typeface="Consolas" panose="020B0609020204030204" pitchFamily="49" charset="0"/>
              </a:rPr>
              <a:t>Message</a:t>
            </a:r>
            <a:r>
              <a:rPr lang="fr-FR" sz="1100" spc="-45" dirty="0">
                <a:solidFill>
                  <a:srgbClr val="4EC8AF"/>
                </a:solidFill>
                <a:effectLst/>
                <a:latin typeface="+mn-lt"/>
                <a:ea typeface="Consolas" panose="020B0609020204030204" pitchFamily="49" charset="0"/>
                <a:cs typeface="Consolas" panose="020B0609020204030204" pitchFamily="49" charset="0"/>
              </a:rPr>
              <a:t> </a:t>
            </a:r>
            <a:r>
              <a:rPr lang="fr-FR" sz="1100" dirty="0" err="1">
                <a:solidFill>
                  <a:srgbClr val="559CD5"/>
                </a:solidFill>
                <a:effectLst/>
                <a:latin typeface="+mn-lt"/>
                <a:ea typeface="Consolas" panose="020B0609020204030204" pitchFamily="49" charset="0"/>
                <a:cs typeface="Consolas" panose="020B0609020204030204" pitchFamily="49" charset="0"/>
              </a:rPr>
              <a:t>extends</a:t>
            </a:r>
            <a:r>
              <a:rPr lang="fr-FR" sz="1100" spc="-40" dirty="0">
                <a:solidFill>
                  <a:srgbClr val="559CD5"/>
                </a:solidFill>
                <a:effectLst/>
                <a:latin typeface="+mn-lt"/>
                <a:ea typeface="Consolas" panose="020B0609020204030204" pitchFamily="49" charset="0"/>
                <a:cs typeface="Consolas" panose="020B0609020204030204" pitchFamily="49" charset="0"/>
              </a:rPr>
              <a:t> </a:t>
            </a:r>
            <a:r>
              <a:rPr lang="fr-FR" sz="1100" dirty="0" err="1">
                <a:solidFill>
                  <a:srgbClr val="4EC8AF"/>
                </a:solidFill>
                <a:effectLst/>
                <a:latin typeface="+mn-lt"/>
                <a:ea typeface="Consolas" panose="020B0609020204030204" pitchFamily="49" charset="0"/>
                <a:cs typeface="Consolas" panose="020B0609020204030204" pitchFamily="49" charset="0"/>
              </a:rPr>
              <a:t>React</a:t>
            </a:r>
            <a:r>
              <a:rPr lang="fr-FR" sz="1100" dirty="0" err="1">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4EC8AF"/>
                </a:solidFill>
                <a:effectLst/>
                <a:latin typeface="+mn-lt"/>
                <a:ea typeface="Consolas" panose="020B0609020204030204" pitchFamily="49" charset="0"/>
                <a:cs typeface="Consolas" panose="020B0609020204030204" pitchFamily="49" charset="0"/>
              </a:rPr>
              <a:t>Component</a:t>
            </a:r>
            <a:r>
              <a:rPr lang="fr-FR" sz="1100" dirty="0">
                <a:solidFill>
                  <a:srgbClr val="D3D3D3"/>
                </a:solidFill>
                <a:effectLst/>
                <a:latin typeface="+mn-lt"/>
                <a:ea typeface="Consolas" panose="020B0609020204030204" pitchFamily="49" charset="0"/>
                <a:cs typeface="Consolas" panose="020B0609020204030204" pitchFamily="49" charset="0"/>
              </a:rPr>
              <a:t>{ </a:t>
            </a:r>
          </a:p>
          <a:p>
            <a:pPr marL="310515" marR="1064260" indent="-292735" algn="l">
              <a:lnSpc>
                <a:spcPct val="115000"/>
              </a:lnSpc>
              <a:spcBef>
                <a:spcPts val="200"/>
              </a:spcBef>
              <a:buNone/>
            </a:pPr>
            <a:r>
              <a:rPr lang="fr-FR" sz="1100" spc="-10" dirty="0" err="1">
                <a:solidFill>
                  <a:srgbClr val="559CD5"/>
                </a:solidFill>
                <a:effectLst/>
                <a:latin typeface="+mn-lt"/>
                <a:ea typeface="Consolas" panose="020B0609020204030204" pitchFamily="49" charset="0"/>
                <a:cs typeface="Consolas" panose="020B0609020204030204" pitchFamily="49" charset="0"/>
              </a:rPr>
              <a:t>constructor</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310515" algn="l">
              <a:spcBef>
                <a:spcPts val="15"/>
              </a:spcBef>
              <a:buNone/>
            </a:pPr>
            <a:r>
              <a:rPr lang="fr-FR" sz="1100" spc="-10" dirty="0">
                <a:solidFill>
                  <a:srgbClr val="559CD5"/>
                </a:solidFill>
                <a:effectLst/>
                <a:latin typeface="+mn-lt"/>
                <a:ea typeface="Consolas" panose="020B0609020204030204" pitchFamily="49" charset="0"/>
                <a:cs typeface="Consolas" panose="020B0609020204030204" pitchFamily="49" charset="0"/>
              </a:rPr>
              <a:t>super</a:t>
            </a:r>
            <a:r>
              <a:rPr lang="fr-FR" sz="1100" spc="-10" dirty="0">
                <a:solidFill>
                  <a:srgbClr val="D3D3D3"/>
                </a:solidFill>
                <a:effectLst/>
                <a:latin typeface="+mn-lt"/>
                <a:ea typeface="Consolas" panose="020B0609020204030204" pitchFamily="49" charset="0"/>
                <a:cs typeface="Consolas" panose="020B0609020204030204" pitchFamily="49" charset="0"/>
              </a:rPr>
              <a:t>()</a:t>
            </a:r>
          </a:p>
          <a:p>
            <a:pPr marL="310515" algn="l">
              <a:spcBef>
                <a:spcPts val="15"/>
              </a:spcBef>
              <a:buNone/>
            </a:pPr>
            <a:endParaRPr lang="fr-FR" sz="1100" spc="-10" dirty="0">
              <a:solidFill>
                <a:srgbClr val="D3D3D3"/>
              </a:solidFill>
              <a:latin typeface="+mn-lt"/>
              <a:ea typeface="Consolas" panose="020B0609020204030204" pitchFamily="49" charset="0"/>
              <a:cs typeface="Consolas" panose="020B0609020204030204" pitchFamily="49" charset="0"/>
            </a:endParaRPr>
          </a:p>
          <a:p>
            <a:pPr marL="310515" algn="l">
              <a:spcBef>
                <a:spcPts val="15"/>
              </a:spcBef>
              <a:buNone/>
            </a:pPr>
            <a:endParaRPr lang="fr-MA" sz="1100" dirty="0">
              <a:effectLst/>
              <a:latin typeface="+mn-lt"/>
              <a:ea typeface="Consolas" panose="020B0609020204030204" pitchFamily="49" charset="0"/>
              <a:cs typeface="Consolas" panose="020B0609020204030204" pitchFamily="49" charset="0"/>
            </a:endParaRPr>
          </a:p>
          <a:p>
            <a:pPr marL="310515" algn="l">
              <a:spcBef>
                <a:spcPts val="200"/>
              </a:spcBef>
              <a:buNone/>
            </a:pPr>
            <a:r>
              <a:rPr lang="fr-FR" sz="1100" dirty="0" err="1">
                <a:solidFill>
                  <a:srgbClr val="559CD5"/>
                </a:solidFill>
                <a:effectLst/>
                <a:latin typeface="+mn-lt"/>
                <a:ea typeface="Consolas" panose="020B0609020204030204" pitchFamily="49" charset="0"/>
                <a:cs typeface="Consolas" panose="020B0609020204030204" pitchFamily="49" charset="0"/>
              </a:rPr>
              <a:t>this</a:t>
            </a:r>
            <a:r>
              <a:rPr lang="fr-FR" sz="1100" dirty="0" err="1">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9CDCFD"/>
                </a:solidFill>
                <a:effectLst/>
                <a:latin typeface="+mn-lt"/>
                <a:ea typeface="Consolas" panose="020B0609020204030204" pitchFamily="49" charset="0"/>
                <a:cs typeface="Consolas" panose="020B0609020204030204" pitchFamily="49" charset="0"/>
              </a:rPr>
              <a:t>state</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9CDCFD"/>
                </a:solidFill>
                <a:effectLst/>
                <a:latin typeface="+mn-lt"/>
                <a:ea typeface="Consolas" panose="020B0609020204030204" pitchFamily="49" charset="0"/>
                <a:cs typeface="Consolas" panose="020B0609020204030204" pitchFamily="49" charset="0"/>
              </a:rPr>
              <a:t>message:</a:t>
            </a:r>
            <a:r>
              <a:rPr lang="fr-FR" sz="1100" dirty="0" err="1">
                <a:solidFill>
                  <a:srgbClr val="CE9178"/>
                </a:solidFill>
                <a:effectLst/>
                <a:latin typeface="+mn-lt"/>
                <a:ea typeface="Consolas" panose="020B0609020204030204" pitchFamily="49" charset="0"/>
                <a:cs typeface="Consolas" panose="020B0609020204030204" pitchFamily="49" charset="0"/>
              </a:rPr>
              <a:t>"Bien</a:t>
            </a:r>
            <a:r>
              <a:rPr lang="fr-FR" sz="1100" spc="-100" dirty="0">
                <a:solidFill>
                  <a:srgbClr val="CE9178"/>
                </a:solidFill>
                <a:effectLst/>
                <a:latin typeface="+mn-lt"/>
                <a:ea typeface="Consolas" panose="020B0609020204030204" pitchFamily="49" charset="0"/>
                <a:cs typeface="Consolas" panose="020B0609020204030204" pitchFamily="49" charset="0"/>
              </a:rPr>
              <a:t> </a:t>
            </a:r>
            <a:r>
              <a:rPr lang="fr-FR" sz="1100" dirty="0">
                <a:solidFill>
                  <a:srgbClr val="CE9178"/>
                </a:solidFill>
                <a:effectLst/>
                <a:latin typeface="+mn-lt"/>
                <a:ea typeface="Consolas" panose="020B0609020204030204" pitchFamily="49" charset="0"/>
                <a:cs typeface="Consolas" panose="020B0609020204030204" pitchFamily="49" charset="0"/>
              </a:rPr>
              <a:t>venu</a:t>
            </a:r>
            <a:r>
              <a:rPr lang="fr-FR" sz="1100" spc="-75" dirty="0">
                <a:solidFill>
                  <a:srgbClr val="CE9178"/>
                </a:solidFill>
                <a:effectLst/>
                <a:latin typeface="+mn-lt"/>
                <a:ea typeface="Consolas" panose="020B0609020204030204" pitchFamily="49" charset="0"/>
                <a:cs typeface="Consolas" panose="020B0609020204030204" pitchFamily="49" charset="0"/>
              </a:rPr>
              <a:t> </a:t>
            </a:r>
            <a:r>
              <a:rPr lang="fr-FR" sz="1100" spc="-10" dirty="0">
                <a:solidFill>
                  <a:srgbClr val="CE9178"/>
                </a:solidFill>
                <a:effectLst/>
                <a:latin typeface="+mn-lt"/>
                <a:ea typeface="Consolas" panose="020B0609020204030204" pitchFamily="49" charset="0"/>
                <a:cs typeface="Consolas" panose="020B0609020204030204" pitchFamily="49" charset="0"/>
              </a:rPr>
              <a:t>visiteur"</a:t>
            </a:r>
            <a:r>
              <a:rPr lang="fr-FR" sz="1100" spc="-10" dirty="0">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btnMessage</a:t>
            </a:r>
            <a:r>
              <a:rPr lang="fr-FR" sz="1100" spc="-10" dirty="0">
                <a:solidFill>
                  <a:srgbClr val="9CDCFD"/>
                </a:solidFill>
                <a:effectLst/>
                <a:latin typeface="+mn-lt"/>
                <a:ea typeface="Consolas" panose="020B0609020204030204" pitchFamily="49" charset="0"/>
                <a:cs typeface="Consolas" panose="020B0609020204030204" pitchFamily="49" charset="0"/>
              </a:rPr>
              <a:t>:</a:t>
            </a:r>
            <a:r>
              <a:rPr lang="fr-FR" sz="1100" spc="-10" dirty="0">
                <a:solidFill>
                  <a:srgbClr val="CE9178"/>
                </a:solidFill>
                <a:effectLst/>
                <a:latin typeface="+mn-lt"/>
                <a:ea typeface="Consolas" panose="020B0609020204030204" pitchFamily="49" charset="0"/>
                <a:cs typeface="Consolas" panose="020B0609020204030204" pitchFamily="49" charset="0"/>
              </a:rPr>
              <a:t>"inscription"</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195"/>
              </a:spcBef>
              <a:buNone/>
            </a:pPr>
            <a:r>
              <a:rPr lang="fr-FR" sz="1100" spc="-50" dirty="0">
                <a:solidFill>
                  <a:srgbClr val="D3D3D3"/>
                </a:solidFill>
                <a:effectLst/>
                <a:latin typeface="+mn-lt"/>
                <a:ea typeface="Consolas" panose="020B0609020204030204" pitchFamily="49" charset="0"/>
                <a:cs typeface="Consolas" panose="020B0609020204030204" pitchFamily="49" charset="0"/>
              </a:rPr>
              <a:t>}</a:t>
            </a:r>
          </a:p>
          <a:p>
            <a:pPr marL="17780" algn="l">
              <a:spcBef>
                <a:spcPts val="185"/>
              </a:spcBef>
              <a:buNone/>
            </a:pPr>
            <a:endParaRPr lang="fr-FR" sz="1100" spc="-10" dirty="0">
              <a:solidFill>
                <a:srgbClr val="DCDCAA"/>
              </a:solidFill>
              <a:effectLst/>
              <a:latin typeface="+mn-lt"/>
              <a:ea typeface="Consolas" panose="020B0609020204030204" pitchFamily="49" charset="0"/>
              <a:cs typeface="Consolas" panose="020B0609020204030204" pitchFamily="49" charset="0"/>
            </a:endParaRPr>
          </a:p>
          <a:p>
            <a:pPr marL="17780" algn="l">
              <a:spcBef>
                <a:spcPts val="185"/>
              </a:spcBef>
              <a:buNone/>
            </a:pPr>
            <a:r>
              <a:rPr lang="fr-FR" sz="1100" spc="-10" dirty="0">
                <a:solidFill>
                  <a:srgbClr val="DCDCAA"/>
                </a:solidFill>
                <a:effectLst/>
                <a:latin typeface="+mn-lt"/>
                <a:ea typeface="Consolas" panose="020B0609020204030204" pitchFamily="49" charset="0"/>
                <a:cs typeface="Consolas" panose="020B0609020204030204" pitchFamily="49" charset="0"/>
              </a:rPr>
              <a:t>inscription</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200"/>
              </a:spcBef>
              <a:buNone/>
            </a:pPr>
            <a:r>
              <a:rPr lang="fr-FR" sz="1100" dirty="0">
                <a:solidFill>
                  <a:srgbClr val="559CD5"/>
                </a:solidFill>
                <a:effectLst/>
                <a:latin typeface="+mn-lt"/>
                <a:ea typeface="Consolas" panose="020B0609020204030204" pitchFamily="49" charset="0"/>
                <a:cs typeface="Consolas" panose="020B0609020204030204" pitchFamily="49" charset="0"/>
              </a:rPr>
              <a:t>        </a:t>
            </a:r>
            <a:r>
              <a:rPr lang="fr-FR" sz="1100" dirty="0" err="1">
                <a:solidFill>
                  <a:srgbClr val="559CD5"/>
                </a:solidFill>
                <a:effectLst/>
                <a:latin typeface="+mn-lt"/>
                <a:ea typeface="Consolas" panose="020B0609020204030204" pitchFamily="49" charset="0"/>
                <a:cs typeface="Consolas" panose="020B0609020204030204" pitchFamily="49" charset="0"/>
              </a:rPr>
              <a:t>this</a:t>
            </a:r>
            <a:r>
              <a:rPr lang="fr-FR" sz="1100" dirty="0" err="1">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DCDCAA"/>
                </a:solidFill>
                <a:effectLst/>
                <a:latin typeface="+mn-lt"/>
                <a:ea typeface="Consolas" panose="020B0609020204030204" pitchFamily="49" charset="0"/>
                <a:cs typeface="Consolas" panose="020B0609020204030204" pitchFamily="49" charset="0"/>
              </a:rPr>
              <a:t>setState</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9CDCFD"/>
                </a:solidFill>
                <a:effectLst/>
                <a:latin typeface="+mn-lt"/>
                <a:ea typeface="Consolas" panose="020B0609020204030204" pitchFamily="49" charset="0"/>
                <a:cs typeface="Consolas" panose="020B0609020204030204" pitchFamily="49" charset="0"/>
              </a:rPr>
              <a:t>message:</a:t>
            </a:r>
            <a:r>
              <a:rPr lang="fr-FR" sz="1100" dirty="0" err="1">
                <a:solidFill>
                  <a:srgbClr val="CE9178"/>
                </a:solidFill>
                <a:effectLst/>
                <a:latin typeface="+mn-lt"/>
                <a:ea typeface="Consolas" panose="020B0609020204030204" pitchFamily="49" charset="0"/>
                <a:cs typeface="Consolas" panose="020B0609020204030204" pitchFamily="49" charset="0"/>
              </a:rPr>
              <a:t>"votre</a:t>
            </a:r>
            <a:r>
              <a:rPr lang="fr-FR" sz="1100" spc="-85" dirty="0">
                <a:solidFill>
                  <a:srgbClr val="CE9178"/>
                </a:solidFill>
                <a:effectLst/>
                <a:latin typeface="+mn-lt"/>
                <a:ea typeface="Consolas" panose="020B0609020204030204" pitchFamily="49" charset="0"/>
                <a:cs typeface="Consolas" panose="020B0609020204030204" pitchFamily="49" charset="0"/>
              </a:rPr>
              <a:t> </a:t>
            </a:r>
            <a:r>
              <a:rPr lang="fr-FR" sz="1100" dirty="0">
                <a:solidFill>
                  <a:srgbClr val="CE9178"/>
                </a:solidFill>
                <a:effectLst/>
                <a:latin typeface="+mn-lt"/>
                <a:ea typeface="Consolas" panose="020B0609020204030204" pitchFamily="49" charset="0"/>
                <a:cs typeface="Consolas" panose="020B0609020204030204" pitchFamily="49" charset="0"/>
              </a:rPr>
              <a:t>inscription</a:t>
            </a:r>
            <a:r>
              <a:rPr lang="fr-FR" sz="1100" spc="-70" dirty="0">
                <a:solidFill>
                  <a:srgbClr val="CE9178"/>
                </a:solidFill>
                <a:effectLst/>
                <a:latin typeface="+mn-lt"/>
                <a:ea typeface="Consolas" panose="020B0609020204030204" pitchFamily="49" charset="0"/>
                <a:cs typeface="Consolas" panose="020B0609020204030204" pitchFamily="49" charset="0"/>
              </a:rPr>
              <a:t> </a:t>
            </a:r>
            <a:r>
              <a:rPr lang="fr-FR" sz="1100" dirty="0">
                <a:solidFill>
                  <a:srgbClr val="CE9178"/>
                </a:solidFill>
                <a:effectLst/>
                <a:latin typeface="+mn-lt"/>
                <a:ea typeface="Consolas" panose="020B0609020204030204" pitchFamily="49" charset="0"/>
                <a:cs typeface="Consolas" panose="020B0609020204030204" pitchFamily="49" charset="0"/>
              </a:rPr>
              <a:t>est</a:t>
            </a:r>
            <a:r>
              <a:rPr lang="fr-FR" sz="1100" spc="-70" dirty="0">
                <a:solidFill>
                  <a:srgbClr val="CE9178"/>
                </a:solidFill>
                <a:effectLst/>
                <a:latin typeface="+mn-lt"/>
                <a:ea typeface="Consolas" panose="020B0609020204030204" pitchFamily="49" charset="0"/>
                <a:cs typeface="Consolas" panose="020B0609020204030204" pitchFamily="49" charset="0"/>
              </a:rPr>
              <a:t> </a:t>
            </a:r>
            <a:r>
              <a:rPr lang="fr-FR" sz="1100" spc="-10" dirty="0">
                <a:solidFill>
                  <a:srgbClr val="CE9178"/>
                </a:solidFill>
                <a:effectLst/>
                <a:latin typeface="+mn-lt"/>
                <a:ea typeface="Consolas" panose="020B0609020204030204" pitchFamily="49" charset="0"/>
                <a:cs typeface="Consolas" panose="020B0609020204030204" pitchFamily="49" charset="0"/>
              </a:rPr>
              <a:t>effectuée"</a:t>
            </a:r>
            <a:r>
              <a:rPr lang="fr-FR" sz="1100" spc="-10" dirty="0">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btnMessage</a:t>
            </a:r>
            <a:r>
              <a:rPr lang="fr-FR" sz="1100" spc="-10" dirty="0">
                <a:solidFill>
                  <a:srgbClr val="9CDCFD"/>
                </a:solidFill>
                <a:effectLst/>
                <a:latin typeface="+mn-lt"/>
                <a:ea typeface="Consolas" panose="020B0609020204030204" pitchFamily="49" charset="0"/>
                <a:cs typeface="Consolas" panose="020B0609020204030204" pitchFamily="49" charset="0"/>
              </a:rPr>
              <a:t>:</a:t>
            </a:r>
            <a:r>
              <a:rPr lang="fr-FR" sz="1100" spc="-10" dirty="0">
                <a:solidFill>
                  <a:srgbClr val="CE9178"/>
                </a:solidFill>
                <a:effectLst/>
                <a:latin typeface="+mn-lt"/>
                <a:ea typeface="Consolas" panose="020B0609020204030204" pitchFamily="49" charset="0"/>
                <a:cs typeface="Consolas" panose="020B0609020204030204" pitchFamily="49" charset="0"/>
              </a:rPr>
              <a:t>"merci"</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185"/>
              </a:spcBef>
              <a:buNone/>
            </a:pPr>
            <a:r>
              <a:rPr lang="fr-FR" sz="1100" spc="-5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marR="4279900" algn="l">
              <a:lnSpc>
                <a:spcPct val="115000"/>
              </a:lnSpc>
              <a:spcBef>
                <a:spcPts val="200"/>
              </a:spcBef>
              <a:buNone/>
            </a:pPr>
            <a:r>
              <a:rPr lang="fr-FR" sz="1100" spc="-10" dirty="0">
                <a:solidFill>
                  <a:srgbClr val="DCDCAA"/>
                </a:solidFill>
                <a:effectLst/>
                <a:latin typeface="+mn-lt"/>
                <a:ea typeface="Consolas" panose="020B0609020204030204" pitchFamily="49" charset="0"/>
                <a:cs typeface="Consolas" panose="020B0609020204030204" pitchFamily="49" charset="0"/>
              </a:rPr>
              <a:t>     </a:t>
            </a:r>
          </a:p>
          <a:p>
            <a:pPr marL="17780" marR="4279900" algn="l">
              <a:lnSpc>
                <a:spcPct val="115000"/>
              </a:lnSpc>
              <a:spcBef>
                <a:spcPts val="200"/>
              </a:spcBef>
              <a:buNone/>
            </a:pPr>
            <a:r>
              <a:rPr lang="fr-FR" sz="1100" spc="-10" dirty="0" err="1">
                <a:solidFill>
                  <a:srgbClr val="DCDCAA"/>
                </a:solidFill>
                <a:effectLst/>
                <a:latin typeface="+mn-lt"/>
                <a:ea typeface="Consolas" panose="020B0609020204030204" pitchFamily="49" charset="0"/>
                <a:cs typeface="Consolas" panose="020B0609020204030204" pitchFamily="49" charset="0"/>
              </a:rPr>
              <a:t>render</a:t>
            </a:r>
            <a:r>
              <a:rPr lang="fr-FR" sz="1100" spc="-10" dirty="0">
                <a:solidFill>
                  <a:srgbClr val="D3D3D3"/>
                </a:solidFill>
                <a:effectLst/>
                <a:latin typeface="+mn-lt"/>
                <a:ea typeface="Consolas" panose="020B0609020204030204" pitchFamily="49" charset="0"/>
                <a:cs typeface="Consolas" panose="020B0609020204030204" pitchFamily="49" charset="0"/>
              </a:rPr>
              <a:t>(){</a:t>
            </a:r>
          </a:p>
          <a:p>
            <a:pPr marL="17780" marR="4279900" algn="l">
              <a:lnSpc>
                <a:spcPct val="115000"/>
              </a:lnSpc>
              <a:spcBef>
                <a:spcPts val="200"/>
              </a:spcBef>
              <a:buNone/>
            </a:pPr>
            <a:r>
              <a:rPr lang="fr-FR" sz="1100" spc="-10" dirty="0">
                <a:solidFill>
                  <a:srgbClr val="D3D3D3"/>
                </a:solidFill>
                <a:latin typeface="+mn-lt"/>
                <a:ea typeface="Consolas" panose="020B0609020204030204" pitchFamily="49" charset="0"/>
                <a:cs typeface="Consolas" panose="020B0609020204030204" pitchFamily="49" charset="0"/>
              </a:rPr>
              <a:t>        </a:t>
            </a:r>
            <a:r>
              <a:rPr lang="fr-FR" sz="1100" spc="-10" dirty="0">
                <a:solidFill>
                  <a:srgbClr val="D3D3D3"/>
                </a:solidFill>
                <a:effectLst/>
                <a:latin typeface="+mn-lt"/>
                <a:ea typeface="Consolas" panose="020B0609020204030204" pitchFamily="49" charset="0"/>
                <a:cs typeface="Consolas" panose="020B0609020204030204" pitchFamily="49" charset="0"/>
              </a:rPr>
              <a:t> </a:t>
            </a:r>
            <a:r>
              <a:rPr lang="fr-FR" sz="1100" spc="-10" dirty="0">
                <a:solidFill>
                  <a:srgbClr val="C585C0"/>
                </a:solidFill>
                <a:effectLst/>
                <a:latin typeface="+mn-lt"/>
                <a:ea typeface="Consolas" panose="020B0609020204030204" pitchFamily="49" charset="0"/>
                <a:cs typeface="Consolas" panose="020B0609020204030204" pitchFamily="49" charset="0"/>
              </a:rPr>
              <a:t>return</a:t>
            </a:r>
            <a:r>
              <a:rPr lang="fr-FR" sz="1100" spc="-10" dirty="0">
                <a:solidFill>
                  <a:srgbClr val="D3D3D3"/>
                </a:solidFill>
                <a:effectLst/>
                <a:latin typeface="+mn-lt"/>
                <a:ea typeface="Consolas" panose="020B0609020204030204" pitchFamily="49" charset="0"/>
                <a:cs typeface="Consolas" panose="020B0609020204030204" pitchFamily="49" charset="0"/>
              </a:rPr>
              <a:t>(</a:t>
            </a:r>
          </a:p>
          <a:p>
            <a:pPr marL="17780" marR="4279900" algn="l">
              <a:lnSpc>
                <a:spcPct val="115000"/>
              </a:lnSpc>
              <a:spcBef>
                <a:spcPts val="200"/>
              </a:spcBef>
              <a:buNone/>
            </a:pPr>
            <a:r>
              <a:rPr lang="fr-FR" sz="1100" spc="-10" dirty="0">
                <a:solidFill>
                  <a:srgbClr val="D3D3D3"/>
                </a:solidFill>
                <a:latin typeface="+mn-lt"/>
                <a:ea typeface="Consolas" panose="020B0609020204030204" pitchFamily="49" charset="0"/>
                <a:cs typeface="Consolas" panose="020B0609020204030204" pitchFamily="49" charset="0"/>
              </a:rPr>
              <a:t>           </a:t>
            </a:r>
            <a:r>
              <a:rPr lang="fr-FR" sz="1100" spc="-10" dirty="0">
                <a:solidFill>
                  <a:srgbClr val="808080"/>
                </a:solidFill>
                <a:effectLst/>
                <a:latin typeface="+mn-lt"/>
                <a:ea typeface="Consolas" panose="020B0609020204030204" pitchFamily="49" charset="0"/>
                <a:cs typeface="Consolas" panose="020B0609020204030204" pitchFamily="49" charset="0"/>
              </a:rPr>
              <a:t>&lt;</a:t>
            </a:r>
            <a:r>
              <a:rPr lang="fr-FR" sz="1100" spc="-10" dirty="0">
                <a:solidFill>
                  <a:srgbClr val="559CD5"/>
                </a:solidFill>
                <a:effectLst/>
                <a:latin typeface="+mn-lt"/>
                <a:ea typeface="Consolas" panose="020B0609020204030204" pitchFamily="49" charset="0"/>
                <a:cs typeface="Consolas" panose="020B0609020204030204" pitchFamily="49" charset="0"/>
              </a:rPr>
              <a:t>div</a:t>
            </a:r>
            <a:r>
              <a:rPr lang="fr-FR" sz="1100" spc="-1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17780" algn="l">
              <a:spcBef>
                <a:spcPts val="200"/>
              </a:spcBef>
              <a:buNone/>
            </a:pPr>
            <a:r>
              <a:rPr lang="fr-FR" sz="1100" spc="-10" dirty="0">
                <a:solidFill>
                  <a:srgbClr val="808080"/>
                </a:solidFill>
                <a:effectLst/>
                <a:latin typeface="+mn-lt"/>
                <a:ea typeface="Consolas" panose="020B0609020204030204" pitchFamily="49" charset="0"/>
                <a:cs typeface="Consolas" panose="020B0609020204030204" pitchFamily="49" charset="0"/>
              </a:rPr>
              <a:t>                     &lt;</a:t>
            </a:r>
            <a:r>
              <a:rPr lang="fr-FR" sz="1100" spc="-10" dirty="0">
                <a:solidFill>
                  <a:srgbClr val="559CD5"/>
                </a:solidFill>
                <a:effectLst/>
                <a:latin typeface="+mn-lt"/>
                <a:ea typeface="Consolas" panose="020B0609020204030204" pitchFamily="49" charset="0"/>
                <a:cs typeface="Consolas" panose="020B0609020204030204" pitchFamily="49" charset="0"/>
              </a:rPr>
              <a:t>h2</a:t>
            </a:r>
            <a:r>
              <a:rPr lang="fr-FR" sz="1100" spc="-10" dirty="0">
                <a:solidFill>
                  <a:srgbClr val="808080"/>
                </a:solidFill>
                <a:effectLst/>
                <a:latin typeface="+mn-lt"/>
                <a:ea typeface="Consolas" panose="020B0609020204030204" pitchFamily="49" charset="0"/>
                <a:cs typeface="Consolas" panose="020B0609020204030204" pitchFamily="49" charset="0"/>
              </a:rPr>
              <a:t>&gt;</a:t>
            </a:r>
            <a:r>
              <a:rPr lang="fr-FR" sz="1100" spc="-10" dirty="0">
                <a:solidFill>
                  <a:srgbClr val="559CD5"/>
                </a:solidFill>
                <a:effectLst/>
                <a:latin typeface="+mn-lt"/>
                <a:ea typeface="Consolas" panose="020B0609020204030204" pitchFamily="49" charset="0"/>
                <a:cs typeface="Consolas" panose="020B0609020204030204" pitchFamily="49" charset="0"/>
              </a:rPr>
              <a:t>{</a:t>
            </a:r>
            <a:r>
              <a:rPr lang="fr-FR" sz="1100" spc="-10" dirty="0" err="1">
                <a:solidFill>
                  <a:srgbClr val="559CD5"/>
                </a:solidFill>
                <a:effectLst/>
                <a:latin typeface="+mn-lt"/>
                <a:ea typeface="Consolas" panose="020B0609020204030204" pitchFamily="49" charset="0"/>
                <a:cs typeface="Consolas" panose="020B0609020204030204" pitchFamily="49" charset="0"/>
              </a:rPr>
              <a:t>this</a:t>
            </a:r>
            <a:r>
              <a:rPr lang="fr-FR" sz="1100" spc="-10" dirty="0" err="1">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state</a:t>
            </a:r>
            <a:r>
              <a:rPr lang="fr-FR" sz="1100" spc="-10" dirty="0" err="1">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message</a:t>
            </a:r>
            <a:r>
              <a:rPr lang="fr-FR" sz="1100" spc="-10" dirty="0">
                <a:solidFill>
                  <a:srgbClr val="559CD5"/>
                </a:solidFill>
                <a:effectLst/>
                <a:latin typeface="+mn-lt"/>
                <a:ea typeface="Consolas" panose="020B0609020204030204" pitchFamily="49" charset="0"/>
                <a:cs typeface="Consolas" panose="020B0609020204030204" pitchFamily="49" charset="0"/>
              </a:rPr>
              <a:t>}</a:t>
            </a:r>
            <a:r>
              <a:rPr lang="fr-FR" sz="1100" spc="-10" dirty="0">
                <a:solidFill>
                  <a:srgbClr val="808080"/>
                </a:solidFill>
                <a:effectLst/>
                <a:latin typeface="+mn-lt"/>
                <a:ea typeface="Consolas" panose="020B0609020204030204" pitchFamily="49" charset="0"/>
                <a:cs typeface="Consolas" panose="020B0609020204030204" pitchFamily="49" charset="0"/>
              </a:rPr>
              <a:t>&lt;/</a:t>
            </a:r>
            <a:r>
              <a:rPr lang="fr-FR" sz="1100" spc="-10" dirty="0">
                <a:solidFill>
                  <a:srgbClr val="559CD5"/>
                </a:solidFill>
                <a:effectLst/>
                <a:latin typeface="+mn-lt"/>
                <a:ea typeface="Consolas" panose="020B0609020204030204" pitchFamily="49" charset="0"/>
                <a:cs typeface="Consolas" panose="020B0609020204030204" pitchFamily="49" charset="0"/>
              </a:rPr>
              <a:t>h2</a:t>
            </a:r>
            <a:r>
              <a:rPr lang="fr-FR" sz="1100" spc="-1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17780" algn="l">
              <a:spcBef>
                <a:spcPts val="190"/>
              </a:spcBef>
              <a:buNone/>
            </a:pPr>
            <a:r>
              <a:rPr lang="fr-FR" sz="1100" dirty="0">
                <a:solidFill>
                  <a:srgbClr val="808080"/>
                </a:solidFill>
                <a:effectLst/>
                <a:latin typeface="+mn-lt"/>
                <a:ea typeface="Consolas" panose="020B0609020204030204" pitchFamily="49" charset="0"/>
                <a:cs typeface="Consolas" panose="020B0609020204030204" pitchFamily="49" charset="0"/>
              </a:rPr>
              <a:t>                    &lt;</a:t>
            </a:r>
            <a:r>
              <a:rPr lang="fr-FR" sz="1100" dirty="0" err="1">
                <a:solidFill>
                  <a:srgbClr val="559CD5"/>
                </a:solidFill>
                <a:effectLst/>
                <a:latin typeface="+mn-lt"/>
                <a:ea typeface="Consolas" panose="020B0609020204030204" pitchFamily="49" charset="0"/>
                <a:cs typeface="Consolas" panose="020B0609020204030204" pitchFamily="49" charset="0"/>
              </a:rPr>
              <a:t>button</a:t>
            </a:r>
            <a:r>
              <a:rPr lang="fr-FR" sz="1100" spc="145" dirty="0">
                <a:solidFill>
                  <a:srgbClr val="559CD5"/>
                </a:solidFill>
                <a:effectLst/>
                <a:latin typeface="+mn-lt"/>
                <a:ea typeface="Consolas" panose="020B0609020204030204" pitchFamily="49" charset="0"/>
                <a:cs typeface="Consolas" panose="020B0609020204030204" pitchFamily="49" charset="0"/>
              </a:rPr>
              <a:t> </a:t>
            </a:r>
            <a:r>
              <a:rPr lang="fr-FR" sz="1100" dirty="0" err="1">
                <a:solidFill>
                  <a:srgbClr val="9CDCFD"/>
                </a:solidFill>
                <a:effectLst/>
                <a:latin typeface="+mn-lt"/>
                <a:ea typeface="Consolas" panose="020B0609020204030204" pitchFamily="49" charset="0"/>
                <a:cs typeface="Consolas" panose="020B0609020204030204" pitchFamily="49" charset="0"/>
              </a:rPr>
              <a:t>onClick</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a:solidFill>
                  <a:srgbClr val="559CD5"/>
                </a:solidFill>
                <a:effectLst/>
                <a:latin typeface="+mn-lt"/>
                <a:ea typeface="Consolas" panose="020B0609020204030204" pitchFamily="49" charset="0"/>
                <a:cs typeface="Consolas" panose="020B0609020204030204" pitchFamily="49" charset="0"/>
              </a:rPr>
              <a:t>{</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a:solidFill>
                  <a:srgbClr val="559CD5"/>
                </a:solidFill>
                <a:effectLst/>
                <a:latin typeface="+mn-lt"/>
                <a:ea typeface="Consolas" panose="020B0609020204030204" pitchFamily="49" charset="0"/>
                <a:cs typeface="Consolas" panose="020B0609020204030204" pitchFamily="49" charset="0"/>
              </a:rPr>
              <a:t>=&gt;</a:t>
            </a:r>
            <a:r>
              <a:rPr lang="fr-FR" sz="1100" dirty="0" err="1">
                <a:solidFill>
                  <a:srgbClr val="559CD5"/>
                </a:solidFill>
                <a:effectLst/>
                <a:latin typeface="+mn-lt"/>
                <a:ea typeface="Consolas" panose="020B0609020204030204" pitchFamily="49" charset="0"/>
                <a:cs typeface="Consolas" panose="020B0609020204030204" pitchFamily="49" charset="0"/>
              </a:rPr>
              <a:t>this</a:t>
            </a:r>
            <a:r>
              <a:rPr lang="fr-FR" sz="1100" dirty="0" err="1">
                <a:solidFill>
                  <a:srgbClr val="D3D3D3"/>
                </a:solidFill>
                <a:effectLst/>
                <a:latin typeface="+mn-lt"/>
                <a:ea typeface="Consolas" panose="020B0609020204030204" pitchFamily="49" charset="0"/>
                <a:cs typeface="Consolas" panose="020B0609020204030204" pitchFamily="49" charset="0"/>
              </a:rPr>
              <a:t>.</a:t>
            </a:r>
            <a:r>
              <a:rPr lang="fr-FR" sz="1100" dirty="0" err="1">
                <a:solidFill>
                  <a:srgbClr val="DCDCAA"/>
                </a:solidFill>
                <a:effectLst/>
                <a:latin typeface="+mn-lt"/>
                <a:ea typeface="Consolas" panose="020B0609020204030204" pitchFamily="49" charset="0"/>
                <a:cs typeface="Consolas" panose="020B0609020204030204" pitchFamily="49" charset="0"/>
              </a:rPr>
              <a:t>inscription</a:t>
            </a:r>
            <a:r>
              <a:rPr lang="fr-FR" sz="1100" dirty="0">
                <a:solidFill>
                  <a:srgbClr val="D3D3D3"/>
                </a:solidFill>
                <a:effectLst/>
                <a:latin typeface="+mn-lt"/>
                <a:ea typeface="Consolas" panose="020B0609020204030204" pitchFamily="49" charset="0"/>
                <a:cs typeface="Consolas" panose="020B0609020204030204" pitchFamily="49" charset="0"/>
              </a:rPr>
              <a:t>()</a:t>
            </a:r>
            <a:r>
              <a:rPr lang="fr-FR" sz="1100" dirty="0">
                <a:solidFill>
                  <a:srgbClr val="559CD5"/>
                </a:solidFill>
                <a:effectLst/>
                <a:latin typeface="+mn-lt"/>
                <a:ea typeface="Consolas" panose="020B0609020204030204" pitchFamily="49" charset="0"/>
                <a:cs typeface="Consolas" panose="020B0609020204030204" pitchFamily="49" charset="0"/>
              </a:rPr>
              <a:t>}</a:t>
            </a:r>
            <a:r>
              <a:rPr lang="fr-FR" sz="1100" spc="170" dirty="0">
                <a:solidFill>
                  <a:srgbClr val="559CD5"/>
                </a:solidFill>
                <a:effectLst/>
                <a:latin typeface="+mn-lt"/>
                <a:ea typeface="Consolas" panose="020B0609020204030204" pitchFamily="49" charset="0"/>
                <a:cs typeface="Consolas" panose="020B0609020204030204" pitchFamily="49" charset="0"/>
              </a:rPr>
              <a:t> </a:t>
            </a:r>
            <a:r>
              <a:rPr lang="fr-FR" sz="1100" spc="-10" dirty="0">
                <a:solidFill>
                  <a:srgbClr val="808080"/>
                </a:solidFill>
                <a:effectLst/>
                <a:latin typeface="+mn-lt"/>
                <a:ea typeface="Consolas" panose="020B0609020204030204" pitchFamily="49" charset="0"/>
                <a:cs typeface="Consolas" panose="020B0609020204030204" pitchFamily="49" charset="0"/>
              </a:rPr>
              <a:t>&gt;</a:t>
            </a:r>
            <a:r>
              <a:rPr lang="fr-FR" sz="1100" spc="-10" dirty="0">
                <a:solidFill>
                  <a:srgbClr val="559CD5"/>
                </a:solidFill>
                <a:effectLst/>
                <a:latin typeface="+mn-lt"/>
                <a:ea typeface="Consolas" panose="020B0609020204030204" pitchFamily="49" charset="0"/>
                <a:cs typeface="Consolas" panose="020B0609020204030204" pitchFamily="49" charset="0"/>
              </a:rPr>
              <a:t>{</a:t>
            </a:r>
            <a:r>
              <a:rPr lang="fr-FR" sz="1100" spc="-10" dirty="0" err="1">
                <a:solidFill>
                  <a:srgbClr val="559CD5"/>
                </a:solidFill>
                <a:effectLst/>
                <a:latin typeface="+mn-lt"/>
                <a:ea typeface="Consolas" panose="020B0609020204030204" pitchFamily="49" charset="0"/>
                <a:cs typeface="Consolas" panose="020B0609020204030204" pitchFamily="49" charset="0"/>
              </a:rPr>
              <a:t>this</a:t>
            </a:r>
            <a:r>
              <a:rPr lang="fr-FR" sz="1100" spc="-10" dirty="0" err="1">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state</a:t>
            </a:r>
            <a:r>
              <a:rPr lang="fr-FR" sz="1100" spc="-10" dirty="0" err="1">
                <a:solidFill>
                  <a:srgbClr val="D3D3D3"/>
                </a:solidFill>
                <a:effectLst/>
                <a:latin typeface="+mn-lt"/>
                <a:ea typeface="Consolas" panose="020B0609020204030204" pitchFamily="49" charset="0"/>
                <a:cs typeface="Consolas" panose="020B0609020204030204" pitchFamily="49" charset="0"/>
              </a:rPr>
              <a:t>.</a:t>
            </a:r>
            <a:r>
              <a:rPr lang="fr-FR" sz="1100" spc="-10" dirty="0" err="1">
                <a:solidFill>
                  <a:srgbClr val="9CDCFD"/>
                </a:solidFill>
                <a:effectLst/>
                <a:latin typeface="+mn-lt"/>
                <a:ea typeface="Consolas" panose="020B0609020204030204" pitchFamily="49" charset="0"/>
                <a:cs typeface="Consolas" panose="020B0609020204030204" pitchFamily="49" charset="0"/>
              </a:rPr>
              <a:t>btnMessage</a:t>
            </a:r>
            <a:r>
              <a:rPr lang="fr-FR" sz="1100" spc="-10" dirty="0">
                <a:solidFill>
                  <a:srgbClr val="559CD5"/>
                </a:solidFill>
                <a:effectLst/>
                <a:latin typeface="+mn-lt"/>
                <a:ea typeface="Consolas" panose="020B0609020204030204" pitchFamily="49" charset="0"/>
                <a:cs typeface="Consolas" panose="020B0609020204030204" pitchFamily="49" charset="0"/>
              </a:rPr>
              <a:t>}</a:t>
            </a:r>
          </a:p>
          <a:p>
            <a:pPr marL="17780" algn="l">
              <a:spcBef>
                <a:spcPts val="190"/>
              </a:spcBef>
              <a:buNone/>
            </a:pPr>
            <a:r>
              <a:rPr lang="fr-FR" sz="1100" spc="-10" dirty="0">
                <a:solidFill>
                  <a:srgbClr val="559CD5"/>
                </a:solidFill>
                <a:latin typeface="+mn-lt"/>
                <a:ea typeface="Consolas" panose="020B0609020204030204" pitchFamily="49" charset="0"/>
                <a:cs typeface="Consolas" panose="020B0609020204030204" pitchFamily="49" charset="0"/>
              </a:rPr>
              <a:t>                     </a:t>
            </a:r>
            <a:r>
              <a:rPr lang="fr-FR" sz="1100" spc="-10" dirty="0">
                <a:solidFill>
                  <a:srgbClr val="808080"/>
                </a:solidFill>
                <a:effectLst/>
                <a:latin typeface="+mn-lt"/>
                <a:ea typeface="Consolas" panose="020B0609020204030204" pitchFamily="49" charset="0"/>
                <a:cs typeface="Consolas" panose="020B0609020204030204" pitchFamily="49" charset="0"/>
              </a:rPr>
              <a:t>&lt;/</a:t>
            </a:r>
            <a:r>
              <a:rPr lang="fr-FR" sz="1100" spc="-10" dirty="0" err="1">
                <a:solidFill>
                  <a:srgbClr val="559CD5"/>
                </a:solidFill>
                <a:effectLst/>
                <a:latin typeface="+mn-lt"/>
                <a:ea typeface="Consolas" panose="020B0609020204030204" pitchFamily="49" charset="0"/>
                <a:cs typeface="Consolas" panose="020B0609020204030204" pitchFamily="49" charset="0"/>
              </a:rPr>
              <a:t>button</a:t>
            </a:r>
            <a:r>
              <a:rPr lang="fr-FR" sz="1100" spc="-10" dirty="0">
                <a:solidFill>
                  <a:srgbClr val="808080"/>
                </a:solidFill>
                <a:effectLst/>
                <a:latin typeface="+mn-lt"/>
                <a:ea typeface="Consolas" panose="020B0609020204030204" pitchFamily="49" charset="0"/>
                <a:cs typeface="Consolas" panose="020B0609020204030204" pitchFamily="49" charset="0"/>
              </a:rPr>
              <a:t>&gt;</a:t>
            </a:r>
            <a:endParaRPr lang="fr-MA" sz="1100" dirty="0">
              <a:effectLst/>
              <a:latin typeface="+mn-lt"/>
              <a:ea typeface="Consolas" panose="020B0609020204030204" pitchFamily="49" charset="0"/>
              <a:cs typeface="Consolas" panose="020B0609020204030204" pitchFamily="49" charset="0"/>
            </a:endParaRPr>
          </a:p>
          <a:p>
            <a:pPr marL="17780" algn="l">
              <a:spcBef>
                <a:spcPts val="195"/>
              </a:spcBef>
              <a:buNone/>
            </a:pPr>
            <a:r>
              <a:rPr lang="fr-FR" sz="1100" spc="-10" dirty="0">
                <a:solidFill>
                  <a:srgbClr val="808080"/>
                </a:solidFill>
                <a:effectLst/>
                <a:latin typeface="+mn-lt"/>
                <a:ea typeface="Consolas" panose="020B0609020204030204" pitchFamily="49" charset="0"/>
                <a:cs typeface="Consolas" panose="020B0609020204030204" pitchFamily="49" charset="0"/>
              </a:rPr>
              <a:t>          &lt;/</a:t>
            </a:r>
            <a:r>
              <a:rPr lang="fr-FR" sz="1100" spc="-10" dirty="0">
                <a:solidFill>
                  <a:srgbClr val="559CD5"/>
                </a:solidFill>
                <a:effectLst/>
                <a:latin typeface="+mn-lt"/>
                <a:ea typeface="Consolas" panose="020B0609020204030204" pitchFamily="49" charset="0"/>
                <a:cs typeface="Consolas" panose="020B0609020204030204" pitchFamily="49" charset="0"/>
              </a:rPr>
              <a:t>div</a:t>
            </a:r>
            <a:r>
              <a:rPr lang="fr-FR" sz="1100" spc="-10" dirty="0">
                <a:solidFill>
                  <a:srgbClr val="808080"/>
                </a:solidFill>
                <a:effectLst/>
                <a:latin typeface="+mn-lt"/>
                <a:ea typeface="Consolas" panose="020B0609020204030204" pitchFamily="49" charset="0"/>
                <a:cs typeface="Consolas" panose="020B0609020204030204" pitchFamily="49" charset="0"/>
              </a:rPr>
              <a:t>&gt;</a:t>
            </a:r>
            <a:r>
              <a:rPr lang="fr-FR" sz="1100" spc="-1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200"/>
              </a:spcBef>
              <a:buNone/>
            </a:pPr>
            <a:r>
              <a:rPr lang="fr-FR" sz="1100" spc="-50" dirty="0">
                <a:solidFill>
                  <a:srgbClr val="D3D3D3"/>
                </a:solidFill>
                <a:effectLst/>
                <a:latin typeface="+mn-lt"/>
                <a:ea typeface="Consolas" panose="020B0609020204030204" pitchFamily="49" charset="0"/>
                <a:cs typeface="Consolas" panose="020B0609020204030204" pitchFamily="49" charset="0"/>
              </a:rPr>
              <a:t>}}</a:t>
            </a:r>
            <a:endParaRPr lang="fr-MA" sz="1100" dirty="0">
              <a:effectLst/>
              <a:latin typeface="+mn-lt"/>
              <a:ea typeface="Consolas" panose="020B0609020204030204" pitchFamily="49" charset="0"/>
              <a:cs typeface="Consolas" panose="020B0609020204030204" pitchFamily="49" charset="0"/>
            </a:endParaRPr>
          </a:p>
          <a:p>
            <a:pPr marL="17780" algn="l">
              <a:spcBef>
                <a:spcPts val="195"/>
              </a:spcBef>
              <a:buNone/>
            </a:pPr>
            <a:endParaRPr lang="fr-MA" sz="1100" dirty="0">
              <a:effectLst/>
              <a:latin typeface="+mn-lt"/>
              <a:ea typeface="Consolas" panose="020B0609020204030204" pitchFamily="49" charset="0"/>
              <a:cs typeface="Consolas" panose="020B0609020204030204" pitchFamily="49" charset="0"/>
            </a:endParaRPr>
          </a:p>
        </p:txBody>
      </p:sp>
      <p:sp>
        <p:nvSpPr>
          <p:cNvPr id="5" name="ZoneTexte 4">
            <a:extLst>
              <a:ext uri="{FF2B5EF4-FFF2-40B4-BE49-F238E27FC236}">
                <a16:creationId xmlns:a16="http://schemas.microsoft.com/office/drawing/2014/main" id="{2E461746-7B12-FCC2-D1D2-648AE412992E}"/>
              </a:ext>
            </a:extLst>
          </p:cNvPr>
          <p:cNvSpPr txBox="1"/>
          <p:nvPr/>
        </p:nvSpPr>
        <p:spPr>
          <a:xfrm>
            <a:off x="95256" y="1408876"/>
            <a:ext cx="4582160" cy="338554"/>
          </a:xfrm>
          <a:prstGeom prst="rect">
            <a:avLst/>
          </a:prstGeom>
          <a:noFill/>
        </p:spPr>
        <p:txBody>
          <a:bodyPr wrap="square">
            <a:spAutoFit/>
          </a:bodyPr>
          <a:lstStyle/>
          <a:p>
            <a:pPr lvl="0" algn="l"/>
            <a:r>
              <a:rPr lang="fr-FR" dirty="0">
                <a:latin typeface="+mn-lt"/>
              </a:rPr>
              <a:t>Explication </a:t>
            </a:r>
            <a:endParaRPr lang="fr-FR" altLang="fr-FR" dirty="0">
              <a:latin typeface="+mn-lt"/>
            </a:endParaRPr>
          </a:p>
        </p:txBody>
      </p:sp>
      <p:sp>
        <p:nvSpPr>
          <p:cNvPr id="2" name="Rectangle 1">
            <a:extLst>
              <a:ext uri="{FF2B5EF4-FFF2-40B4-BE49-F238E27FC236}">
                <a16:creationId xmlns:a16="http://schemas.microsoft.com/office/drawing/2014/main" id="{4CAC1A52-8943-9BEA-CE1F-92E66150FDC3}"/>
              </a:ext>
            </a:extLst>
          </p:cNvPr>
          <p:cNvSpPr/>
          <p:nvPr/>
        </p:nvSpPr>
        <p:spPr>
          <a:xfrm>
            <a:off x="5069840" y="1747430"/>
            <a:ext cx="3992880" cy="498219"/>
          </a:xfrm>
          <a:prstGeom prst="rect">
            <a:avLst/>
          </a:prstGeom>
          <a:ln w="28575"/>
        </p:spPr>
        <p:style>
          <a:lnRef idx="2">
            <a:schemeClr val="accent2"/>
          </a:lnRef>
          <a:fillRef idx="1">
            <a:schemeClr val="lt1"/>
          </a:fillRef>
          <a:effectRef idx="0">
            <a:schemeClr val="accent2"/>
          </a:effectRef>
          <a:fontRef idx="minor">
            <a:schemeClr val="dk1"/>
          </a:fontRef>
        </p:style>
        <p:txBody>
          <a:bodyPr rtlCol="0" anchor="ctr"/>
          <a:lstStyle/>
          <a:p>
            <a:pPr algn="l"/>
            <a:r>
              <a:rPr lang="fr-FR" sz="1200" dirty="0"/>
              <a:t>Dans le constructeur on fait appel au constructeur de la classe mère </a:t>
            </a:r>
            <a:r>
              <a:rPr lang="fr-FR" sz="1200" dirty="0" err="1"/>
              <a:t>React.Component</a:t>
            </a:r>
            <a:r>
              <a:rPr lang="fr-FR" sz="1200" dirty="0"/>
              <a:t> par </a:t>
            </a:r>
            <a:r>
              <a:rPr lang="fr-FR" sz="1200" b="1" dirty="0">
                <a:solidFill>
                  <a:srgbClr val="C00000"/>
                </a:solidFill>
              </a:rPr>
              <a:t>super()</a:t>
            </a:r>
            <a:endParaRPr lang="fr-MA" sz="1200" b="1" dirty="0">
              <a:solidFill>
                <a:srgbClr val="C00000"/>
              </a:solidFill>
            </a:endParaRPr>
          </a:p>
        </p:txBody>
      </p:sp>
      <p:sp>
        <p:nvSpPr>
          <p:cNvPr id="9" name="Rectangle 8">
            <a:extLst>
              <a:ext uri="{FF2B5EF4-FFF2-40B4-BE49-F238E27FC236}">
                <a16:creationId xmlns:a16="http://schemas.microsoft.com/office/drawing/2014/main" id="{B8C7099E-33F3-8E56-FD33-33139DF17253}"/>
              </a:ext>
            </a:extLst>
          </p:cNvPr>
          <p:cNvSpPr/>
          <p:nvPr/>
        </p:nvSpPr>
        <p:spPr>
          <a:xfrm>
            <a:off x="5069840" y="2428150"/>
            <a:ext cx="3992880" cy="599530"/>
          </a:xfrm>
          <a:prstGeom prst="rect">
            <a:avLst/>
          </a:prstGeom>
          <a:ln w="28575">
            <a:solidFill>
              <a:srgbClr val="00CC00"/>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fr-FR" sz="1200" dirty="0"/>
              <a:t>Création de l’objet state qui continent les deux propriétés message et </a:t>
            </a:r>
            <a:r>
              <a:rPr lang="fr-FR" sz="1200" dirty="0" err="1"/>
              <a:t>btnMessage</a:t>
            </a:r>
            <a:r>
              <a:rPr lang="fr-FR" sz="1200" dirty="0"/>
              <a:t> ,les deux propriétés sont initialisées, on remarque que state est un objet de la classe Message </a:t>
            </a:r>
            <a:endParaRPr lang="fr-MA" sz="1200" dirty="0"/>
          </a:p>
        </p:txBody>
      </p:sp>
      <p:sp>
        <p:nvSpPr>
          <p:cNvPr id="10" name="Rectangle 9">
            <a:extLst>
              <a:ext uri="{FF2B5EF4-FFF2-40B4-BE49-F238E27FC236}">
                <a16:creationId xmlns:a16="http://schemas.microsoft.com/office/drawing/2014/main" id="{75DAEBDA-9E31-3CE6-DE9C-99D09FC6460C}"/>
              </a:ext>
            </a:extLst>
          </p:cNvPr>
          <p:cNvSpPr/>
          <p:nvPr/>
        </p:nvSpPr>
        <p:spPr>
          <a:xfrm>
            <a:off x="5069840" y="3210181"/>
            <a:ext cx="3992880" cy="1453259"/>
          </a:xfrm>
          <a:prstGeom prst="rect">
            <a:avLst/>
          </a:prstGeom>
          <a:ln w="31750">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fr-FR" sz="1200" dirty="0"/>
              <a:t>Mise à jour de state, la modification des valeurs des propriétés se fait via la fonction</a:t>
            </a:r>
            <a:r>
              <a:rPr lang="fr-MA" sz="1200" dirty="0"/>
              <a:t> </a:t>
            </a:r>
            <a:r>
              <a:rPr lang="fr-FR" sz="1200" b="1" dirty="0" err="1">
                <a:solidFill>
                  <a:srgbClr val="C00000"/>
                </a:solidFill>
              </a:rPr>
              <a:t>this.setState</a:t>
            </a:r>
            <a:r>
              <a:rPr lang="fr-FR" sz="1200" b="1" dirty="0">
                <a:solidFill>
                  <a:srgbClr val="C00000"/>
                </a:solidFill>
              </a:rPr>
              <a:t>().</a:t>
            </a:r>
          </a:p>
          <a:p>
            <a:pPr algn="l"/>
            <a:r>
              <a:rPr lang="fr-FR" sz="1200" dirty="0"/>
              <a:t>La fonction </a:t>
            </a:r>
            <a:r>
              <a:rPr lang="fr-FR" sz="1200" dirty="0" err="1"/>
              <a:t>setState</a:t>
            </a:r>
            <a:r>
              <a:rPr lang="fr-FR" sz="1200" dirty="0"/>
              <a:t> modifie les propriétés puis provoque un appel de la méthode</a:t>
            </a:r>
            <a:r>
              <a:rPr lang="fr-MA" sz="1200" dirty="0"/>
              <a:t> </a:t>
            </a:r>
            <a:r>
              <a:rPr lang="fr-FR" sz="1200" dirty="0" err="1"/>
              <a:t>render</a:t>
            </a:r>
            <a:r>
              <a:rPr lang="fr-FR" sz="1200" dirty="0"/>
              <a:t>(), </a:t>
            </a:r>
          </a:p>
          <a:p>
            <a:pPr algn="l"/>
            <a:r>
              <a:rPr lang="fr-FR" sz="1200" dirty="0"/>
              <a:t>c’est ainsi que l’interface utilisateur est mise à jour avec les nouvelles valeurs de </a:t>
            </a:r>
            <a:r>
              <a:rPr lang="fr-FR" sz="1200" b="1" dirty="0"/>
              <a:t>{</a:t>
            </a:r>
            <a:r>
              <a:rPr lang="fr-FR" sz="1200" b="1" dirty="0" err="1"/>
              <a:t>this.state.message</a:t>
            </a:r>
            <a:r>
              <a:rPr lang="fr-FR" sz="1200" b="1" dirty="0"/>
              <a:t>} et {</a:t>
            </a:r>
            <a:r>
              <a:rPr lang="fr-FR" sz="1200" b="1" dirty="0" err="1"/>
              <a:t>this.state.btnMessage</a:t>
            </a:r>
            <a:r>
              <a:rPr lang="fr-FR" sz="1200" b="1" dirty="0"/>
              <a:t>}</a:t>
            </a:r>
            <a:endParaRPr lang="fr-FR" sz="1200" b="1" dirty="0">
              <a:solidFill>
                <a:srgbClr val="C00000"/>
              </a:solidFill>
            </a:endParaRPr>
          </a:p>
        </p:txBody>
      </p:sp>
      <p:sp>
        <p:nvSpPr>
          <p:cNvPr id="11" name="Rectangle 10">
            <a:extLst>
              <a:ext uri="{FF2B5EF4-FFF2-40B4-BE49-F238E27FC236}">
                <a16:creationId xmlns:a16="http://schemas.microsoft.com/office/drawing/2014/main" id="{F0BBDDC4-44E0-5E43-6D8D-D56DE73FEEF3}"/>
              </a:ext>
            </a:extLst>
          </p:cNvPr>
          <p:cNvSpPr/>
          <p:nvPr/>
        </p:nvSpPr>
        <p:spPr>
          <a:xfrm>
            <a:off x="5069840" y="4845941"/>
            <a:ext cx="3992880" cy="599530"/>
          </a:xfrm>
          <a:prstGeom prst="rect">
            <a:avLst/>
          </a:prstGeom>
          <a:ln w="3175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fr-FR" sz="1200" dirty="0"/>
              <a:t>Méthode </a:t>
            </a:r>
            <a:r>
              <a:rPr lang="fr-FR" sz="1200" dirty="0" err="1"/>
              <a:t>render</a:t>
            </a:r>
            <a:r>
              <a:rPr lang="fr-FR" sz="1200" dirty="0"/>
              <a:t>() pour afficher les valeurs initiales, elle sera </a:t>
            </a:r>
            <a:r>
              <a:rPr lang="fr-FR" sz="1200" b="1" dirty="0"/>
              <a:t>provoquée automatiquement à chaque changement de state</a:t>
            </a:r>
            <a:endParaRPr lang="fr-MA" sz="1200" b="1" dirty="0"/>
          </a:p>
        </p:txBody>
      </p:sp>
      <p:sp>
        <p:nvSpPr>
          <p:cNvPr id="12" name="Rectangle 11">
            <a:extLst>
              <a:ext uri="{FF2B5EF4-FFF2-40B4-BE49-F238E27FC236}">
                <a16:creationId xmlns:a16="http://schemas.microsoft.com/office/drawing/2014/main" id="{AAE75963-B890-76AF-9D7B-86D5B8C7976C}"/>
              </a:ext>
            </a:extLst>
          </p:cNvPr>
          <p:cNvSpPr/>
          <p:nvPr/>
        </p:nvSpPr>
        <p:spPr>
          <a:xfrm>
            <a:off x="5069840" y="5553756"/>
            <a:ext cx="3992880" cy="97912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fr-FR" sz="1200" dirty="0"/>
              <a:t>Il ne faut pas modifier l’</a:t>
            </a:r>
            <a:r>
              <a:rPr lang="fr-FR" sz="1200" dirty="0" err="1"/>
              <a:t>etat</a:t>
            </a:r>
            <a:r>
              <a:rPr lang="fr-FR" sz="1200" dirty="0"/>
              <a:t> state directement</a:t>
            </a:r>
            <a:endParaRPr lang="fr-MA" sz="1200" dirty="0"/>
          </a:p>
          <a:p>
            <a:r>
              <a:rPr lang="fr-FR" sz="1200" strike="sngStrike" dirty="0" err="1">
                <a:solidFill>
                  <a:srgbClr val="FF0000"/>
                </a:solidFill>
              </a:rPr>
              <a:t>this.state.message</a:t>
            </a:r>
            <a:r>
              <a:rPr lang="fr-FR" sz="1200" strike="sngStrike" dirty="0">
                <a:solidFill>
                  <a:srgbClr val="FF0000"/>
                </a:solidFill>
              </a:rPr>
              <a:t>= "message 1"</a:t>
            </a:r>
            <a:endParaRPr lang="fr-MA" sz="1200" dirty="0">
              <a:solidFill>
                <a:srgbClr val="FF0000"/>
              </a:solidFill>
            </a:endParaRPr>
          </a:p>
          <a:p>
            <a:r>
              <a:rPr lang="fr-FR" sz="1200" strike="sngStrike" dirty="0" err="1">
                <a:solidFill>
                  <a:srgbClr val="FF0000"/>
                </a:solidFill>
              </a:rPr>
              <a:t>this.state.btnMessage</a:t>
            </a:r>
            <a:r>
              <a:rPr lang="fr-FR" sz="1200" strike="sngStrike" dirty="0">
                <a:solidFill>
                  <a:srgbClr val="FF0000"/>
                </a:solidFill>
              </a:rPr>
              <a:t>="message 2« </a:t>
            </a:r>
          </a:p>
          <a:p>
            <a:pPr algn="l"/>
            <a:r>
              <a:rPr lang="fr-FR" sz="1200" dirty="0"/>
              <a:t>cette modification directe change l’état mais elle ne provoque pas l’appel de la méthode </a:t>
            </a:r>
            <a:r>
              <a:rPr lang="fr-FR" sz="1200" b="1" dirty="0" err="1"/>
              <a:t>render</a:t>
            </a:r>
            <a:r>
              <a:rPr lang="fr-FR" sz="1200" b="1" dirty="0"/>
              <a:t>(), </a:t>
            </a:r>
            <a:endParaRPr lang="fr-MA" sz="1200" dirty="0">
              <a:solidFill>
                <a:srgbClr val="FF0000"/>
              </a:solidFill>
            </a:endParaRPr>
          </a:p>
        </p:txBody>
      </p:sp>
      <p:sp>
        <p:nvSpPr>
          <p:cNvPr id="13" name="Rectangle 12">
            <a:extLst>
              <a:ext uri="{FF2B5EF4-FFF2-40B4-BE49-F238E27FC236}">
                <a16:creationId xmlns:a16="http://schemas.microsoft.com/office/drawing/2014/main" id="{49CAF894-01DD-7282-623A-67346FA9A00B}"/>
              </a:ext>
            </a:extLst>
          </p:cNvPr>
          <p:cNvSpPr/>
          <p:nvPr/>
        </p:nvSpPr>
        <p:spPr>
          <a:xfrm>
            <a:off x="88900" y="2560320"/>
            <a:ext cx="1262380" cy="411289"/>
          </a:xfrm>
          <a:prstGeom prst="rect">
            <a:avLst/>
          </a:prstGeom>
          <a:noFill/>
          <a:ln w="3810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cxnSp>
        <p:nvCxnSpPr>
          <p:cNvPr id="16" name="Connecteur : en angle 15">
            <a:extLst>
              <a:ext uri="{FF2B5EF4-FFF2-40B4-BE49-F238E27FC236}">
                <a16:creationId xmlns:a16="http://schemas.microsoft.com/office/drawing/2014/main" id="{08744E59-EE66-FDEF-FD4E-31F9D49086A8}"/>
              </a:ext>
            </a:extLst>
          </p:cNvPr>
          <p:cNvCxnSpPr>
            <a:stCxn id="13" idx="3"/>
            <a:endCxn id="2" idx="1"/>
          </p:cNvCxnSpPr>
          <p:nvPr/>
        </p:nvCxnSpPr>
        <p:spPr>
          <a:xfrm flipV="1">
            <a:off x="1351280" y="1996540"/>
            <a:ext cx="3718560" cy="769425"/>
          </a:xfrm>
          <a:prstGeom prst="bentConnector3">
            <a:avLst/>
          </a:prstGeom>
          <a:ln w="28575"/>
        </p:spPr>
        <p:style>
          <a:lnRef idx="1">
            <a:schemeClr val="accent2"/>
          </a:lnRef>
          <a:fillRef idx="0">
            <a:schemeClr val="accent2"/>
          </a:fillRef>
          <a:effectRef idx="0">
            <a:schemeClr val="accent2"/>
          </a:effectRef>
          <a:fontRef idx="minor">
            <a:schemeClr val="tx1"/>
          </a:fontRef>
        </p:style>
      </p:cxnSp>
      <p:sp>
        <p:nvSpPr>
          <p:cNvPr id="17" name="Rectangle 16">
            <a:extLst>
              <a:ext uri="{FF2B5EF4-FFF2-40B4-BE49-F238E27FC236}">
                <a16:creationId xmlns:a16="http://schemas.microsoft.com/office/drawing/2014/main" id="{95C1A533-FC29-237B-685E-D44B6B6B7807}"/>
              </a:ext>
            </a:extLst>
          </p:cNvPr>
          <p:cNvSpPr/>
          <p:nvPr/>
        </p:nvSpPr>
        <p:spPr>
          <a:xfrm>
            <a:off x="373380" y="3119120"/>
            <a:ext cx="4015740" cy="411289"/>
          </a:xfrm>
          <a:prstGeom prst="rect">
            <a:avLst/>
          </a:prstGeom>
          <a:noFill/>
          <a:ln w="38100">
            <a:solidFill>
              <a:srgbClr val="00CC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cxnSp>
        <p:nvCxnSpPr>
          <p:cNvPr id="19" name="Connecteur : en angle 18">
            <a:extLst>
              <a:ext uri="{FF2B5EF4-FFF2-40B4-BE49-F238E27FC236}">
                <a16:creationId xmlns:a16="http://schemas.microsoft.com/office/drawing/2014/main" id="{9E9229AB-72E8-3115-1FD8-3200028CD860}"/>
              </a:ext>
            </a:extLst>
          </p:cNvPr>
          <p:cNvCxnSpPr>
            <a:endCxn id="17" idx="3"/>
          </p:cNvCxnSpPr>
          <p:nvPr/>
        </p:nvCxnSpPr>
        <p:spPr>
          <a:xfrm rot="10800000" flipV="1">
            <a:off x="4389120" y="2765965"/>
            <a:ext cx="680720" cy="558800"/>
          </a:xfrm>
          <a:prstGeom prst="bentConnector3">
            <a:avLst/>
          </a:prstGeom>
          <a:ln w="31750">
            <a:solidFill>
              <a:srgbClr val="00CC00"/>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DC4B5769-5C06-052A-82AD-5CCF0FA4C52B}"/>
              </a:ext>
            </a:extLst>
          </p:cNvPr>
          <p:cNvSpPr/>
          <p:nvPr/>
        </p:nvSpPr>
        <p:spPr>
          <a:xfrm>
            <a:off x="88900" y="3799840"/>
            <a:ext cx="4737100" cy="660400"/>
          </a:xfrm>
          <a:prstGeom prst="rect">
            <a:avLst/>
          </a:prstGeom>
          <a:noFill/>
          <a:ln w="38100">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cxnSp>
        <p:nvCxnSpPr>
          <p:cNvPr id="21" name="Connecteur : en angle 20">
            <a:extLst>
              <a:ext uri="{FF2B5EF4-FFF2-40B4-BE49-F238E27FC236}">
                <a16:creationId xmlns:a16="http://schemas.microsoft.com/office/drawing/2014/main" id="{045C05AF-8C69-A0D4-17B0-8C2ED1E09E57}"/>
              </a:ext>
            </a:extLst>
          </p:cNvPr>
          <p:cNvCxnSpPr>
            <a:cxnSpLocks/>
            <a:endCxn id="14" idx="3"/>
          </p:cNvCxnSpPr>
          <p:nvPr/>
        </p:nvCxnSpPr>
        <p:spPr>
          <a:xfrm rot="5400000">
            <a:off x="4705781" y="3950542"/>
            <a:ext cx="484281" cy="243842"/>
          </a:xfrm>
          <a:prstGeom prst="bentConnector2">
            <a:avLst/>
          </a:prstGeom>
          <a:ln w="31750">
            <a:solidFill>
              <a:srgbClr val="0070C0"/>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6510158F-3A30-A0B2-1C5C-B4B0437C0D08}"/>
              </a:ext>
            </a:extLst>
          </p:cNvPr>
          <p:cNvSpPr/>
          <p:nvPr/>
        </p:nvSpPr>
        <p:spPr>
          <a:xfrm>
            <a:off x="99060" y="4602479"/>
            <a:ext cx="4523740" cy="1723527"/>
          </a:xfrm>
          <a:prstGeom prst="rect">
            <a:avLst/>
          </a:prstGeom>
          <a:noFill/>
          <a:ln w="38100">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MA"/>
          </a:p>
        </p:txBody>
      </p:sp>
      <p:cxnSp>
        <p:nvCxnSpPr>
          <p:cNvPr id="26" name="Connecteur : en angle 25">
            <a:extLst>
              <a:ext uri="{FF2B5EF4-FFF2-40B4-BE49-F238E27FC236}">
                <a16:creationId xmlns:a16="http://schemas.microsoft.com/office/drawing/2014/main" id="{CD0862FB-B1DD-4DA2-50B8-9598820134A6}"/>
              </a:ext>
            </a:extLst>
          </p:cNvPr>
          <p:cNvCxnSpPr>
            <a:cxnSpLocks/>
            <a:endCxn id="25" idx="3"/>
          </p:cNvCxnSpPr>
          <p:nvPr/>
        </p:nvCxnSpPr>
        <p:spPr>
          <a:xfrm rot="10800000" flipV="1">
            <a:off x="4622800" y="5130799"/>
            <a:ext cx="447040" cy="333443"/>
          </a:xfrm>
          <a:prstGeom prst="bentConnector3">
            <a:avLst>
              <a:gd name="adj1" fmla="val 50000"/>
            </a:avLst>
          </a:prstGeom>
          <a:ln w="317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661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2" grpId="0" animBg="1"/>
      <p:bldP spid="13" grpId="0" animBg="1"/>
      <p:bldP spid="17" grpId="0" animBg="1"/>
      <p:bldP spid="20" grpId="0" animBg="1"/>
      <p:bldP spid="2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latin typeface="+mn-lt"/>
              </a:rPr>
              <a:t>Props</a:t>
            </a:r>
            <a:r>
              <a:rPr lang="fr-FR" sz="2400" b="1" dirty="0">
                <a:solidFill>
                  <a:schemeClr val="accent1">
                    <a:lumMod val="75000"/>
                  </a:schemeClr>
                </a:solidFill>
                <a:latin typeface="+mn-lt"/>
              </a:rPr>
              <a:t> et State : state</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6" y="831758"/>
            <a:ext cx="8571224" cy="584775"/>
          </a:xfrm>
          <a:prstGeom prst="rect">
            <a:avLst/>
          </a:prstGeom>
          <a:noFill/>
        </p:spPr>
        <p:txBody>
          <a:bodyPr wrap="square">
            <a:spAutoFit/>
          </a:bodyPr>
          <a:lstStyle/>
          <a:p>
            <a:pPr lvl="0" algn="l"/>
            <a:r>
              <a:rPr lang="fr-FR" dirty="0"/>
              <a:t>Les règles de state.</a:t>
            </a:r>
            <a:endParaRPr lang="fr-MA" dirty="0"/>
          </a:p>
          <a:p>
            <a:pPr lvl="0" algn="l"/>
            <a:endParaRPr lang="fr-MA" dirty="0"/>
          </a:p>
        </p:txBody>
      </p:sp>
      <p:pic>
        <p:nvPicPr>
          <p:cNvPr id="7" name="Image 6" descr="Une image contenant texte  Description générée automatiquement">
            <a:extLst>
              <a:ext uri="{FF2B5EF4-FFF2-40B4-BE49-F238E27FC236}">
                <a16:creationId xmlns:a16="http://schemas.microsoft.com/office/drawing/2014/main" id="{A8F87791-10D8-F936-883B-5E752A529A2B}"/>
              </a:ext>
            </a:extLst>
          </p:cNvPr>
          <p:cNvPicPr>
            <a:picLocks/>
          </p:cNvPicPr>
          <p:nvPr/>
        </p:nvPicPr>
        <p:blipFill>
          <a:blip r:embed="rId3" cstate="print"/>
          <a:stretch>
            <a:fillRect/>
          </a:stretch>
        </p:blipFill>
        <p:spPr>
          <a:xfrm>
            <a:off x="711200" y="1270000"/>
            <a:ext cx="7447280" cy="4927600"/>
          </a:xfrm>
          <a:prstGeom prst="rect">
            <a:avLst/>
          </a:prstGeom>
        </p:spPr>
      </p:pic>
    </p:spTree>
    <p:extLst>
      <p:ext uri="{BB962C8B-B14F-4D97-AF65-F5344CB8AC3E}">
        <p14:creationId xmlns:p14="http://schemas.microsoft.com/office/powerpoint/2010/main" val="36700204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94851-ED0B-ACEE-E1F7-BAA72B0D4E4E}"/>
            </a:ext>
          </a:extLst>
        </p:cNvPr>
        <p:cNvGrpSpPr/>
        <p:nvPr/>
      </p:nvGrpSpPr>
      <p:grpSpPr>
        <a:xfrm>
          <a:off x="0" y="0"/>
          <a:ext cx="0" cy="0"/>
          <a:chOff x="0" y="0"/>
          <a:chExt cx="0" cy="0"/>
        </a:xfrm>
      </p:grpSpPr>
      <p:sp>
        <p:nvSpPr>
          <p:cNvPr id="3074" name="Rectangle 2059">
            <a:extLst>
              <a:ext uri="{FF2B5EF4-FFF2-40B4-BE49-F238E27FC236}">
                <a16:creationId xmlns:a16="http://schemas.microsoft.com/office/drawing/2014/main" id="{808EF141-1401-ADB8-13FC-33FC7C50F65B}"/>
              </a:ext>
            </a:extLst>
          </p:cNvPr>
          <p:cNvSpPr>
            <a:spLocks noGrp="1" noChangeArrowheads="1"/>
          </p:cNvSpPr>
          <p:nvPr>
            <p:ph type="ctrTitle" sz="quarter"/>
          </p:nvPr>
        </p:nvSpPr>
        <p:spPr>
          <a:xfrm>
            <a:off x="1289304" y="1972019"/>
            <a:ext cx="7091216" cy="1542363"/>
          </a:xfrm>
          <a:solidFill>
            <a:schemeClr val="bg1">
              <a:alpha val="50195"/>
            </a:schemeClr>
          </a:solidFill>
          <a:ln>
            <a:miter lim="800000"/>
            <a:headEnd/>
            <a:tailEnd/>
          </a:ln>
        </p:spPr>
        <p:txBody>
          <a:bodyPr>
            <a:normAutofit/>
          </a:bodyPr>
          <a:lstStyle/>
          <a:p>
            <a:pPr algn="ctr" fontAlgn="ctr">
              <a:spcBef>
                <a:spcPts val="0"/>
              </a:spcBef>
              <a:buSzPts val="1600"/>
            </a:pPr>
            <a:r>
              <a:rPr lang="fr-FR" sz="3600" b="1" dirty="0" err="1">
                <a:solidFill>
                  <a:schemeClr val="bg1"/>
                </a:solidFill>
                <a:latin typeface="Times New Roman" panose="02020603050405020304" pitchFamily="18" charset="0"/>
              </a:rPr>
              <a:t>React</a:t>
            </a:r>
            <a:r>
              <a:rPr lang="fr-FR" sz="3600" b="1" dirty="0">
                <a:solidFill>
                  <a:schemeClr val="bg1"/>
                </a:solidFill>
                <a:latin typeface="Times New Roman" panose="02020603050405020304" pitchFamily="18" charset="0"/>
              </a:rPr>
              <a:t> JS</a:t>
            </a:r>
            <a:br>
              <a:rPr lang="fr-FR" sz="3600" b="1" i="0" u="none" strike="noStrike" dirty="0">
                <a:solidFill>
                  <a:srgbClr val="000000"/>
                </a:solidFill>
                <a:effectLst/>
                <a:latin typeface="Times New Roman" panose="02020603050405020304" pitchFamily="18" charset="0"/>
              </a:rPr>
            </a:br>
            <a:endParaRPr lang="en-US" altLang="fr-FR" dirty="0">
              <a:solidFill>
                <a:schemeClr val="bg1"/>
              </a:solidFill>
              <a:latin typeface="Arial" panose="020B0604020202020204" pitchFamily="34" charset="0"/>
            </a:endParaRPr>
          </a:p>
        </p:txBody>
      </p:sp>
      <p:sp>
        <p:nvSpPr>
          <p:cNvPr id="3" name="ZoneTexte 2">
            <a:extLst>
              <a:ext uri="{FF2B5EF4-FFF2-40B4-BE49-F238E27FC236}">
                <a16:creationId xmlns:a16="http://schemas.microsoft.com/office/drawing/2014/main" id="{3817261D-9012-06CF-E770-085BC28BAA3E}"/>
              </a:ext>
            </a:extLst>
          </p:cNvPr>
          <p:cNvSpPr txBox="1"/>
          <p:nvPr/>
        </p:nvSpPr>
        <p:spPr>
          <a:xfrm>
            <a:off x="1289304" y="3707175"/>
            <a:ext cx="7091216" cy="2769989"/>
          </a:xfrm>
          <a:prstGeom prst="rect">
            <a:avLst/>
          </a:prstGeom>
          <a:noFill/>
        </p:spPr>
        <p:txBody>
          <a:bodyPr wrap="square">
            <a:spAutoFit/>
          </a:bodyPr>
          <a:lstStyle/>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Introduction à </a:t>
            </a:r>
            <a:r>
              <a:rPr lang="fr-FR" sz="2000" dirty="0" err="1">
                <a:solidFill>
                  <a:schemeClr val="bg1"/>
                </a:solidFill>
                <a:latin typeface="+mn-lt"/>
              </a:rPr>
              <a:t>React</a:t>
            </a:r>
            <a:r>
              <a:rPr lang="fr-FR" sz="2000" dirty="0">
                <a:solidFill>
                  <a:schemeClr val="bg1"/>
                </a:solidFill>
                <a:latin typeface="+mn-lt"/>
              </a:rPr>
              <a:t> JS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State</a:t>
            </a:r>
            <a:r>
              <a:rPr lang="fr-FR" sz="2000" b="1" dirty="0">
                <a:solidFill>
                  <a:srgbClr val="FFC000"/>
                </a:solidFill>
                <a:latin typeface="+mn-lt"/>
              </a:rPr>
              <a:t> </a:t>
            </a:r>
            <a:r>
              <a:rPr lang="fr-FR" sz="2000" dirty="0">
                <a:solidFill>
                  <a:schemeClr val="bg1"/>
                </a:solidFill>
                <a:latin typeface="+mn-lt"/>
              </a:rPr>
              <a:t>et</a:t>
            </a:r>
            <a:r>
              <a:rPr lang="fr-FR" sz="2000" b="1" dirty="0">
                <a:solidFill>
                  <a:srgbClr val="FFC000"/>
                </a:solidFill>
                <a:latin typeface="+mn-lt"/>
              </a:rPr>
              <a:t> </a:t>
            </a:r>
            <a:r>
              <a:rPr lang="fr-FR" sz="2000" dirty="0" err="1">
                <a:solidFill>
                  <a:schemeClr val="bg1"/>
                </a:solidFill>
                <a:latin typeface="+mn-lt"/>
              </a:rPr>
              <a:t>Props</a:t>
            </a:r>
            <a:endParaRPr lang="fr-FR" sz="2000" dirty="0">
              <a:solidFill>
                <a:schemeClr val="bg1"/>
              </a:solidFill>
              <a:latin typeface="+mn-lt"/>
            </a:endParaRP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b="1" dirty="0">
                <a:solidFill>
                  <a:srgbClr val="FFC000"/>
                </a:solidFill>
                <a:latin typeface="+mn-lt"/>
              </a:rPr>
              <a:t>Gestion</a:t>
            </a:r>
            <a:r>
              <a:rPr lang="fr-FR" sz="2000" dirty="0">
                <a:solidFill>
                  <a:schemeClr val="bg1"/>
                </a:solidFill>
                <a:latin typeface="+mn-lt"/>
              </a:rPr>
              <a:t> </a:t>
            </a:r>
            <a:r>
              <a:rPr lang="fr-FR" sz="2000" b="1" dirty="0">
                <a:solidFill>
                  <a:srgbClr val="FFC000"/>
                </a:solidFill>
                <a:latin typeface="+mn-lt"/>
              </a:rPr>
              <a:t>des</a:t>
            </a:r>
            <a:r>
              <a:rPr lang="fr-FR" sz="2000" dirty="0">
                <a:solidFill>
                  <a:schemeClr val="bg1"/>
                </a:solidFill>
                <a:latin typeface="+mn-lt"/>
              </a:rPr>
              <a:t> </a:t>
            </a:r>
            <a:r>
              <a:rPr lang="fr-FR" sz="2000" b="1" dirty="0">
                <a:solidFill>
                  <a:srgbClr val="FFC000"/>
                </a:solidFill>
                <a:latin typeface="+mn-lt"/>
              </a:rPr>
              <a:t>événements</a:t>
            </a:r>
            <a:r>
              <a:rPr lang="fr-FR" sz="2000" dirty="0">
                <a:solidFill>
                  <a:schemeClr val="bg1"/>
                </a:solidFill>
                <a:latin typeface="+mn-lt"/>
              </a:rPr>
              <a:t> </a:t>
            </a:r>
            <a:r>
              <a:rPr lang="fr-FR" sz="2000" b="1" dirty="0">
                <a:solidFill>
                  <a:srgbClr val="FFC000"/>
                </a:solidFill>
                <a:latin typeface="+mn-lt"/>
              </a:rPr>
              <a:t>et</a:t>
            </a:r>
            <a:r>
              <a:rPr lang="fr-FR" sz="2000" dirty="0">
                <a:solidFill>
                  <a:schemeClr val="bg1"/>
                </a:solidFill>
                <a:latin typeface="+mn-lt"/>
              </a:rPr>
              <a:t> </a:t>
            </a:r>
            <a:r>
              <a:rPr lang="fr-FR" sz="2000" b="1" dirty="0">
                <a:solidFill>
                  <a:srgbClr val="FFC000"/>
                </a:solidFill>
                <a:latin typeface="+mn-lt"/>
              </a:rPr>
              <a:t>formulaires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err="1">
                <a:solidFill>
                  <a:schemeClr val="bg1"/>
                </a:solidFill>
                <a:latin typeface="+mn-lt"/>
              </a:rPr>
              <a:t>Routing</a:t>
            </a:r>
            <a:r>
              <a:rPr lang="fr-FR" sz="2000" dirty="0">
                <a:solidFill>
                  <a:schemeClr val="bg1"/>
                </a:solidFill>
                <a:latin typeface="+mn-lt"/>
              </a:rPr>
              <a:t> avec </a:t>
            </a:r>
            <a:r>
              <a:rPr lang="fr-FR" sz="2000" dirty="0" err="1">
                <a:solidFill>
                  <a:schemeClr val="bg1"/>
                </a:solidFill>
                <a:latin typeface="+mn-lt"/>
              </a:rPr>
              <a:t>React</a:t>
            </a:r>
            <a:r>
              <a:rPr lang="fr-FR" sz="2000" dirty="0">
                <a:solidFill>
                  <a:schemeClr val="bg1"/>
                </a:solidFill>
                <a:latin typeface="+mn-lt"/>
              </a:rPr>
              <a:t> Router</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err="1">
                <a:solidFill>
                  <a:schemeClr val="bg1"/>
                </a:solidFill>
                <a:latin typeface="+mn-lt"/>
              </a:rPr>
              <a:t>Hooks</a:t>
            </a:r>
            <a:r>
              <a:rPr lang="fr-FR" sz="2000" dirty="0">
                <a:solidFill>
                  <a:schemeClr val="bg1"/>
                </a:solidFill>
                <a:latin typeface="+mn-lt"/>
              </a:rPr>
              <a:t> avancés et contexte</a:t>
            </a:r>
            <a:br>
              <a:rPr lang="fr-FR" sz="1200" b="0" i="0" u="none" strike="noStrike" dirty="0">
                <a:solidFill>
                  <a:schemeClr val="bg1"/>
                </a:solidFill>
                <a:effectLst/>
                <a:latin typeface="Arial" panose="020B0604020202020204" pitchFamily="34" charset="0"/>
              </a:rPr>
            </a:br>
            <a:endParaRPr lang="fr-FR" dirty="0">
              <a:solidFill>
                <a:schemeClr val="bg1"/>
              </a:solidFill>
            </a:endParaRPr>
          </a:p>
        </p:txBody>
      </p:sp>
      <p:pic>
        <p:nvPicPr>
          <p:cNvPr id="2" name="Image 1">
            <a:extLst>
              <a:ext uri="{FF2B5EF4-FFF2-40B4-BE49-F238E27FC236}">
                <a16:creationId xmlns:a16="http://schemas.microsoft.com/office/drawing/2014/main" id="{4D772151-5611-1A53-D435-15967D5F660A}"/>
              </a:ext>
            </a:extLst>
          </p:cNvPr>
          <p:cNvPicPr>
            <a:picLocks noChangeAspect="1"/>
          </p:cNvPicPr>
          <p:nvPr/>
        </p:nvPicPr>
        <p:blipFill>
          <a:blip r:embed="rId3"/>
          <a:stretch>
            <a:fillRect/>
          </a:stretch>
        </p:blipFill>
        <p:spPr>
          <a:xfrm>
            <a:off x="4124745" y="829020"/>
            <a:ext cx="894509" cy="870333"/>
          </a:xfrm>
          <a:prstGeom prst="rect">
            <a:avLst/>
          </a:prstGeom>
        </p:spPr>
      </p:pic>
    </p:spTree>
    <p:extLst>
      <p:ext uri="{BB962C8B-B14F-4D97-AF65-F5344CB8AC3E}">
        <p14:creationId xmlns:p14="http://schemas.microsoft.com/office/powerpoint/2010/main" val="429245502"/>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a:t>
            </a:r>
            <a:r>
              <a:rPr lang="fr-FR" sz="2400" b="1">
                <a:solidFill>
                  <a:schemeClr val="accent1">
                    <a:lumMod val="75000"/>
                  </a:schemeClr>
                </a:solidFill>
                <a:latin typeface="+mn-lt"/>
              </a:rPr>
              <a:t>: Evénements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6" y="831758"/>
            <a:ext cx="8571224" cy="2132507"/>
          </a:xfrm>
          <a:prstGeom prst="rect">
            <a:avLst/>
          </a:prstGeom>
          <a:noFill/>
        </p:spPr>
        <p:txBody>
          <a:bodyPr wrap="square">
            <a:spAutoFit/>
          </a:bodyPr>
          <a:lstStyle/>
          <a:p>
            <a:pPr algn="just"/>
            <a:r>
              <a:rPr lang="fr-FR" b="1" kern="0" spc="-5" dirty="0">
                <a:solidFill>
                  <a:schemeClr val="accent5">
                    <a:lumMod val="50000"/>
                  </a:schemeClr>
                </a:solidFill>
                <a:effectLst/>
                <a:latin typeface="+mn-lt"/>
                <a:ea typeface="Calibri" panose="020F0502020204030204" pitchFamily="34" charset="0"/>
              </a:rPr>
              <a:t>Gestion</a:t>
            </a:r>
            <a:r>
              <a:rPr lang="fr-FR" b="1" kern="0" spc="-20" dirty="0">
                <a:solidFill>
                  <a:schemeClr val="accent5">
                    <a:lumMod val="50000"/>
                  </a:schemeClr>
                </a:solidFill>
                <a:effectLst/>
                <a:latin typeface="+mn-lt"/>
                <a:ea typeface="Calibri" panose="020F0502020204030204" pitchFamily="34" charset="0"/>
              </a:rPr>
              <a:t> </a:t>
            </a:r>
            <a:r>
              <a:rPr lang="fr-FR" b="1" kern="0" spc="-5" dirty="0">
                <a:solidFill>
                  <a:schemeClr val="accent5">
                    <a:lumMod val="50000"/>
                  </a:schemeClr>
                </a:solidFill>
                <a:effectLst/>
                <a:latin typeface="+mn-lt"/>
                <a:ea typeface="Calibri" panose="020F0502020204030204" pitchFamily="34" charset="0"/>
              </a:rPr>
              <a:t>des</a:t>
            </a:r>
            <a:r>
              <a:rPr lang="fr-FR" b="1" kern="0" spc="-20" dirty="0">
                <a:solidFill>
                  <a:schemeClr val="accent5">
                    <a:lumMod val="50000"/>
                  </a:schemeClr>
                </a:solidFill>
                <a:effectLst/>
                <a:latin typeface="+mn-lt"/>
                <a:ea typeface="Calibri" panose="020F0502020204030204" pitchFamily="34" charset="0"/>
              </a:rPr>
              <a:t> </a:t>
            </a:r>
            <a:r>
              <a:rPr lang="fr-FR" b="1" kern="0" spc="-10" dirty="0">
                <a:solidFill>
                  <a:schemeClr val="accent5">
                    <a:lumMod val="50000"/>
                  </a:schemeClr>
                </a:solidFill>
                <a:effectLst/>
                <a:latin typeface="+mn-lt"/>
                <a:ea typeface="Calibri" panose="020F0502020204030204" pitchFamily="34" charset="0"/>
              </a:rPr>
              <a:t>événements</a:t>
            </a:r>
            <a:endParaRPr lang="fr-FR" dirty="0">
              <a:solidFill>
                <a:schemeClr val="accent5">
                  <a:lumMod val="50000"/>
                </a:schemeClr>
              </a:solidFill>
              <a:latin typeface="+mn-lt"/>
            </a:endParaRPr>
          </a:p>
          <a:p>
            <a:pPr marR="526415" algn="just">
              <a:lnSpc>
                <a:spcPct val="107000"/>
              </a:lnSpc>
              <a:spcBef>
                <a:spcPts val="580"/>
              </a:spcBef>
              <a:spcAft>
                <a:spcPts val="0"/>
              </a:spcAft>
            </a:pPr>
            <a:r>
              <a:rPr lang="fr-FR" dirty="0">
                <a:effectLst/>
                <a:latin typeface="+mn-lt"/>
                <a:ea typeface="Consolas" panose="020B0609020204030204" pitchFamily="49" charset="0"/>
                <a:cs typeface="Consolas" panose="020B0609020204030204" pitchFamily="49" charset="0"/>
              </a:rPr>
              <a:t>La</a:t>
            </a:r>
            <a:r>
              <a:rPr lang="fr-FR" spc="-1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gestion</a:t>
            </a:r>
            <a:r>
              <a:rPr lang="fr-FR" spc="-1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des</a:t>
            </a:r>
            <a:r>
              <a:rPr lang="fr-FR" spc="-1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événements</a:t>
            </a:r>
            <a:r>
              <a:rPr lang="fr-FR" spc="-1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avec</a:t>
            </a:r>
            <a:r>
              <a:rPr lang="fr-FR" spc="-2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des</a:t>
            </a:r>
            <a:r>
              <a:rPr lang="fr-FR" spc="-2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éléments</a:t>
            </a:r>
            <a:r>
              <a:rPr lang="fr-FR" spc="-20" dirty="0">
                <a:effectLst/>
                <a:latin typeface="+mn-lt"/>
                <a:ea typeface="Consolas" panose="020B0609020204030204" pitchFamily="49" charset="0"/>
                <a:cs typeface="Consolas" panose="020B0609020204030204" pitchFamily="49" charset="0"/>
              </a:rPr>
              <a:t> </a:t>
            </a:r>
            <a:r>
              <a:rPr lang="fr-FR" dirty="0" err="1">
                <a:effectLst/>
                <a:latin typeface="+mn-lt"/>
                <a:ea typeface="Consolas" panose="020B0609020204030204" pitchFamily="49" charset="0"/>
                <a:cs typeface="Consolas" panose="020B0609020204030204" pitchFamily="49" charset="0"/>
              </a:rPr>
              <a:t>React</a:t>
            </a:r>
            <a:r>
              <a:rPr lang="fr-FR" spc="-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est</a:t>
            </a:r>
            <a:r>
              <a:rPr lang="fr-FR" spc="-1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très</a:t>
            </a:r>
            <a:r>
              <a:rPr lang="fr-FR" spc="-1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similaire</a:t>
            </a:r>
            <a:r>
              <a:rPr lang="fr-FR" spc="-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à</a:t>
            </a:r>
            <a:r>
              <a:rPr lang="fr-FR" spc="-1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la</a:t>
            </a:r>
            <a:r>
              <a:rPr lang="fr-FR" spc="-2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gestion</a:t>
            </a:r>
            <a:r>
              <a:rPr lang="fr-FR" spc="-1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des événements sur les éléments DOM (HTML). Il existe quelques différences de syntaxe :</a:t>
            </a:r>
          </a:p>
          <a:p>
            <a:pPr marL="342900" lvl="0" indent="-168275" algn="just">
              <a:spcBef>
                <a:spcPts val="805"/>
              </a:spcBef>
              <a:buSzPts val="1200"/>
              <a:buFont typeface="Symbol" panose="05050102010706020507" pitchFamily="18" charset="2"/>
              <a:buChar char=""/>
              <a:tabLst>
                <a:tab pos="1176655" algn="l"/>
              </a:tabLst>
            </a:pPr>
            <a:r>
              <a:rPr lang="fr-FR" spc="0" dirty="0">
                <a:effectLst/>
                <a:latin typeface="+mn-lt"/>
                <a:ea typeface="Symbol" panose="05050102010706020507" pitchFamily="18" charset="2"/>
                <a:cs typeface="Symbol" panose="05050102010706020507" pitchFamily="18" charset="2"/>
              </a:rPr>
              <a:t>Les</a:t>
            </a:r>
            <a:r>
              <a:rPr lang="fr-FR" spc="-30" dirty="0">
                <a:effectLst/>
                <a:latin typeface="+mn-lt"/>
                <a:ea typeface="Symbol" panose="05050102010706020507" pitchFamily="18" charset="2"/>
                <a:cs typeface="Symbol" panose="05050102010706020507" pitchFamily="18" charset="2"/>
              </a:rPr>
              <a:t> </a:t>
            </a:r>
            <a:r>
              <a:rPr lang="fr-FR" spc="0" dirty="0">
                <a:effectLst/>
                <a:latin typeface="+mn-lt"/>
                <a:ea typeface="Symbol" panose="05050102010706020507" pitchFamily="18" charset="2"/>
                <a:cs typeface="Symbol" panose="05050102010706020507" pitchFamily="18" charset="2"/>
              </a:rPr>
              <a:t>événements</a:t>
            </a:r>
            <a:r>
              <a:rPr lang="fr-FR" spc="-15" dirty="0">
                <a:effectLst/>
                <a:latin typeface="+mn-lt"/>
                <a:ea typeface="Symbol" panose="05050102010706020507" pitchFamily="18" charset="2"/>
                <a:cs typeface="Symbol" panose="05050102010706020507" pitchFamily="18" charset="2"/>
              </a:rPr>
              <a:t> </a:t>
            </a:r>
            <a:r>
              <a:rPr lang="fr-FR" spc="0" dirty="0" err="1">
                <a:effectLst/>
                <a:latin typeface="+mn-lt"/>
                <a:ea typeface="Symbol" panose="05050102010706020507" pitchFamily="18" charset="2"/>
                <a:cs typeface="Symbol" panose="05050102010706020507" pitchFamily="18" charset="2"/>
              </a:rPr>
              <a:t>React</a:t>
            </a:r>
            <a:r>
              <a:rPr lang="fr-FR" spc="-25" dirty="0">
                <a:effectLst/>
                <a:latin typeface="+mn-lt"/>
                <a:ea typeface="Symbol" panose="05050102010706020507" pitchFamily="18" charset="2"/>
                <a:cs typeface="Symbol" panose="05050102010706020507" pitchFamily="18" charset="2"/>
              </a:rPr>
              <a:t> </a:t>
            </a:r>
            <a:r>
              <a:rPr lang="fr-FR" spc="0" dirty="0">
                <a:effectLst/>
                <a:latin typeface="+mn-lt"/>
                <a:ea typeface="Symbol" panose="05050102010706020507" pitchFamily="18" charset="2"/>
                <a:cs typeface="Symbol" panose="05050102010706020507" pitchFamily="18" charset="2"/>
              </a:rPr>
              <a:t>sont</a:t>
            </a:r>
            <a:r>
              <a:rPr lang="fr-FR" spc="-25" dirty="0">
                <a:effectLst/>
                <a:latin typeface="+mn-lt"/>
                <a:ea typeface="Symbol" panose="05050102010706020507" pitchFamily="18" charset="2"/>
                <a:cs typeface="Symbol" panose="05050102010706020507" pitchFamily="18" charset="2"/>
              </a:rPr>
              <a:t> </a:t>
            </a:r>
            <a:r>
              <a:rPr lang="fr-FR" spc="0" dirty="0">
                <a:effectLst/>
                <a:latin typeface="+mn-lt"/>
                <a:ea typeface="Symbol" panose="05050102010706020507" pitchFamily="18" charset="2"/>
                <a:cs typeface="Symbol" panose="05050102010706020507" pitchFamily="18" charset="2"/>
              </a:rPr>
              <a:t>nommés</a:t>
            </a:r>
            <a:r>
              <a:rPr lang="fr-FR" spc="-20" dirty="0">
                <a:effectLst/>
                <a:latin typeface="+mn-lt"/>
                <a:ea typeface="Symbol" panose="05050102010706020507" pitchFamily="18" charset="2"/>
                <a:cs typeface="Symbol" panose="05050102010706020507" pitchFamily="18" charset="2"/>
              </a:rPr>
              <a:t> </a:t>
            </a:r>
            <a:r>
              <a:rPr lang="fr-FR" spc="0" dirty="0">
                <a:effectLst/>
                <a:latin typeface="+mn-lt"/>
                <a:ea typeface="Symbol" panose="05050102010706020507" pitchFamily="18" charset="2"/>
                <a:cs typeface="Symbol" panose="05050102010706020507" pitchFamily="18" charset="2"/>
              </a:rPr>
              <a:t>en</a:t>
            </a:r>
            <a:r>
              <a:rPr lang="fr-FR" spc="-15" dirty="0">
                <a:effectLst/>
                <a:latin typeface="+mn-lt"/>
                <a:ea typeface="Symbol" panose="05050102010706020507" pitchFamily="18" charset="2"/>
                <a:cs typeface="Symbol" panose="05050102010706020507" pitchFamily="18" charset="2"/>
              </a:rPr>
              <a:t> </a:t>
            </a:r>
            <a:r>
              <a:rPr lang="fr-FR" spc="0" dirty="0" err="1">
                <a:effectLst/>
                <a:latin typeface="+mn-lt"/>
                <a:ea typeface="Symbol" panose="05050102010706020507" pitchFamily="18" charset="2"/>
                <a:cs typeface="Symbol" panose="05050102010706020507" pitchFamily="18" charset="2"/>
              </a:rPr>
              <a:t>camelCase</a:t>
            </a:r>
            <a:r>
              <a:rPr lang="fr-FR" spc="0" dirty="0">
                <a:effectLst/>
                <a:latin typeface="+mn-lt"/>
                <a:ea typeface="Symbol" panose="05050102010706020507" pitchFamily="18" charset="2"/>
                <a:cs typeface="Symbol" panose="05050102010706020507" pitchFamily="18" charset="2"/>
              </a:rPr>
              <a:t>,</a:t>
            </a:r>
            <a:r>
              <a:rPr lang="fr-FR" spc="-15" dirty="0">
                <a:effectLst/>
                <a:latin typeface="+mn-lt"/>
                <a:ea typeface="Symbol" panose="05050102010706020507" pitchFamily="18" charset="2"/>
                <a:cs typeface="Symbol" panose="05050102010706020507" pitchFamily="18" charset="2"/>
              </a:rPr>
              <a:t> </a:t>
            </a:r>
            <a:r>
              <a:rPr lang="fr-FR" spc="0" dirty="0">
                <a:effectLst/>
                <a:latin typeface="+mn-lt"/>
                <a:ea typeface="Symbol" panose="05050102010706020507" pitchFamily="18" charset="2"/>
                <a:cs typeface="Symbol" panose="05050102010706020507" pitchFamily="18" charset="2"/>
              </a:rPr>
              <a:t>plutôt</a:t>
            </a:r>
            <a:r>
              <a:rPr lang="fr-FR" spc="-25" dirty="0">
                <a:effectLst/>
                <a:latin typeface="+mn-lt"/>
                <a:ea typeface="Symbol" panose="05050102010706020507" pitchFamily="18" charset="2"/>
                <a:cs typeface="Symbol" panose="05050102010706020507" pitchFamily="18" charset="2"/>
              </a:rPr>
              <a:t> </a:t>
            </a:r>
            <a:r>
              <a:rPr lang="fr-FR" spc="0" dirty="0">
                <a:effectLst/>
                <a:latin typeface="+mn-lt"/>
                <a:ea typeface="Symbol" panose="05050102010706020507" pitchFamily="18" charset="2"/>
                <a:cs typeface="Symbol" panose="05050102010706020507" pitchFamily="18" charset="2"/>
              </a:rPr>
              <a:t>qu'en</a:t>
            </a:r>
            <a:r>
              <a:rPr lang="fr-FR" spc="-10" dirty="0">
                <a:effectLst/>
                <a:latin typeface="+mn-lt"/>
                <a:ea typeface="Symbol" panose="05050102010706020507" pitchFamily="18" charset="2"/>
                <a:cs typeface="Symbol" panose="05050102010706020507" pitchFamily="18" charset="2"/>
              </a:rPr>
              <a:t> minuscules.</a:t>
            </a:r>
            <a:endParaRPr lang="fr-FR" dirty="0">
              <a:latin typeface="+mn-lt"/>
              <a:ea typeface="Symbol" panose="05050102010706020507" pitchFamily="18" charset="2"/>
              <a:cs typeface="Symbol" panose="05050102010706020507" pitchFamily="18" charset="2"/>
            </a:endParaRPr>
          </a:p>
          <a:p>
            <a:pPr marL="342900" lvl="0" indent="-168275" algn="just">
              <a:spcBef>
                <a:spcPts val="805"/>
              </a:spcBef>
              <a:buSzPts val="1200"/>
              <a:buFont typeface="Symbol" panose="05050102010706020507" pitchFamily="18" charset="2"/>
              <a:buChar char=""/>
              <a:tabLst>
                <a:tab pos="1176655" algn="l"/>
              </a:tabLst>
            </a:pPr>
            <a:r>
              <a:rPr lang="fr-FR" dirty="0">
                <a:effectLst/>
                <a:latin typeface="+mn-lt"/>
                <a:ea typeface="Consolas" panose="020B0609020204030204" pitchFamily="49" charset="0"/>
                <a:cs typeface="Consolas" panose="020B0609020204030204" pitchFamily="49" charset="0"/>
              </a:rPr>
              <a:t>Avec</a:t>
            </a:r>
            <a:r>
              <a:rPr lang="fr-FR" spc="-2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JSX,</a:t>
            </a:r>
            <a:r>
              <a:rPr lang="fr-FR" spc="-1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vous</a:t>
            </a:r>
            <a:r>
              <a:rPr lang="fr-FR" spc="-2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transmettez</a:t>
            </a:r>
            <a:r>
              <a:rPr lang="fr-FR" spc="-2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une</a:t>
            </a:r>
            <a:r>
              <a:rPr lang="fr-FR" spc="-30"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fonction</a:t>
            </a:r>
            <a:r>
              <a:rPr lang="fr-FR" spc="-1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en</a:t>
            </a:r>
            <a:r>
              <a:rPr lang="fr-FR" spc="-2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tant que</a:t>
            </a:r>
            <a:r>
              <a:rPr lang="fr-FR" spc="-15" dirty="0">
                <a:effectLst/>
                <a:latin typeface="+mn-lt"/>
                <a:ea typeface="Consolas" panose="020B0609020204030204" pitchFamily="49" charset="0"/>
                <a:cs typeface="Consolas" panose="020B0609020204030204" pitchFamily="49" charset="0"/>
              </a:rPr>
              <a:t> </a:t>
            </a:r>
            <a:r>
              <a:rPr lang="fr-FR" dirty="0" err="1">
                <a:effectLst/>
                <a:latin typeface="+mn-lt"/>
                <a:ea typeface="Consolas" panose="020B0609020204030204" pitchFamily="49" charset="0"/>
                <a:cs typeface="Consolas" panose="020B0609020204030204" pitchFamily="49" charset="0"/>
              </a:rPr>
              <a:t>callBack</a:t>
            </a:r>
            <a:r>
              <a:rPr lang="fr-FR" spc="-2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fonction (Fonction séparée)</a:t>
            </a:r>
            <a:r>
              <a:rPr lang="fr-FR" spc="-15" dirty="0">
                <a:effectLst/>
                <a:latin typeface="+mn-lt"/>
                <a:ea typeface="Consolas" panose="020B0609020204030204" pitchFamily="49" charset="0"/>
                <a:cs typeface="Consolas" panose="020B0609020204030204" pitchFamily="49" charset="0"/>
              </a:rPr>
              <a:t> </a:t>
            </a:r>
            <a:r>
              <a:rPr lang="fr-FR" dirty="0">
                <a:effectLst/>
                <a:latin typeface="+mn-lt"/>
                <a:ea typeface="Consolas" panose="020B0609020204030204" pitchFamily="49" charset="0"/>
                <a:cs typeface="Consolas" panose="020B0609020204030204" pitchFamily="49" charset="0"/>
              </a:rPr>
              <a:t>ou</a:t>
            </a:r>
            <a:r>
              <a:rPr lang="fr-FR" spc="-15" dirty="0">
                <a:effectLst/>
                <a:latin typeface="+mn-lt"/>
                <a:ea typeface="Consolas" panose="020B0609020204030204" pitchFamily="49" charset="0"/>
                <a:cs typeface="Consolas" panose="020B0609020204030204" pitchFamily="49" charset="0"/>
              </a:rPr>
              <a:t> </a:t>
            </a:r>
            <a:r>
              <a:rPr lang="fr-FR" dirty="0" err="1">
                <a:effectLst/>
                <a:latin typeface="+mn-lt"/>
                <a:ea typeface="Consolas" panose="020B0609020204030204" pitchFamily="49" charset="0"/>
                <a:cs typeface="Consolas" panose="020B0609020204030204" pitchFamily="49" charset="0"/>
              </a:rPr>
              <a:t>arrow</a:t>
            </a:r>
            <a:r>
              <a:rPr lang="fr-FR" dirty="0">
                <a:effectLst/>
                <a:latin typeface="+mn-lt"/>
                <a:ea typeface="Consolas" panose="020B0609020204030204" pitchFamily="49" charset="0"/>
                <a:cs typeface="Consolas" panose="020B0609020204030204" pitchFamily="49" charset="0"/>
              </a:rPr>
              <a:t> fonction (une fonction fléchée), plutôt qu'une  </a:t>
            </a:r>
            <a:r>
              <a:rPr lang="fr-FR" dirty="0" err="1">
                <a:effectLst/>
                <a:latin typeface="+mn-lt"/>
                <a:ea typeface="Consolas" panose="020B0609020204030204" pitchFamily="49" charset="0"/>
                <a:cs typeface="Consolas" panose="020B0609020204030204" pitchFamily="49" charset="0"/>
              </a:rPr>
              <a:t>qu'une</a:t>
            </a:r>
            <a:r>
              <a:rPr lang="fr-FR" dirty="0">
                <a:effectLst/>
                <a:latin typeface="+mn-lt"/>
                <a:ea typeface="Consolas" panose="020B0609020204030204" pitchFamily="49" charset="0"/>
                <a:cs typeface="Consolas" panose="020B0609020204030204" pitchFamily="49" charset="0"/>
              </a:rPr>
              <a:t> chaîne.</a:t>
            </a:r>
            <a:endParaRPr lang="fr-MA" dirty="0">
              <a:latin typeface="+mn-lt"/>
            </a:endParaRPr>
          </a:p>
          <a:p>
            <a:pPr lvl="0" algn="just"/>
            <a:r>
              <a:rPr lang="fr-MA" b="1" dirty="0">
                <a:solidFill>
                  <a:schemeClr val="accent5">
                    <a:lumMod val="50000"/>
                  </a:schemeClr>
                </a:solidFill>
                <a:latin typeface="+mn-lt"/>
              </a:rPr>
              <a:t>Exemples</a:t>
            </a:r>
          </a:p>
        </p:txBody>
      </p:sp>
      <p:sp>
        <p:nvSpPr>
          <p:cNvPr id="9" name="ZoneTexte 8">
            <a:extLst>
              <a:ext uri="{FF2B5EF4-FFF2-40B4-BE49-F238E27FC236}">
                <a16:creationId xmlns:a16="http://schemas.microsoft.com/office/drawing/2014/main" id="{B087AE72-9287-450F-05A0-0B236FCEFEA6}"/>
              </a:ext>
            </a:extLst>
          </p:cNvPr>
          <p:cNvSpPr txBox="1"/>
          <p:nvPr/>
        </p:nvSpPr>
        <p:spPr>
          <a:xfrm>
            <a:off x="328936" y="2892347"/>
            <a:ext cx="1202076" cy="338554"/>
          </a:xfrm>
          <a:prstGeom prst="rect">
            <a:avLst/>
          </a:prstGeom>
          <a:noFill/>
        </p:spPr>
        <p:txBody>
          <a:bodyPr wrap="square">
            <a:spAutoFit/>
          </a:bodyPr>
          <a:lstStyle/>
          <a:p>
            <a:pPr lvl="0" algn="just"/>
            <a:r>
              <a:rPr lang="fr-FR" sz="1600" b="1" u="sng" spc="-10" dirty="0" err="1">
                <a:solidFill>
                  <a:srgbClr val="833B0A"/>
                </a:solidFill>
                <a:effectLst/>
                <a:uFill>
                  <a:solidFill>
                    <a:srgbClr val="833B0A"/>
                  </a:solidFill>
                </a:uFill>
                <a:latin typeface="Calibri" panose="020F0502020204030204" pitchFamily="34" charset="0"/>
                <a:ea typeface="Consolas" panose="020B0609020204030204" pitchFamily="49" charset="0"/>
                <a:cs typeface="Consolas" panose="020B0609020204030204" pitchFamily="49" charset="0"/>
              </a:rPr>
              <a:t>onClick</a:t>
            </a:r>
            <a:endParaRPr lang="fr-MA" b="1" dirty="0">
              <a:solidFill>
                <a:schemeClr val="accent5">
                  <a:lumMod val="50000"/>
                </a:schemeClr>
              </a:solidFill>
              <a:latin typeface="+mn-lt"/>
            </a:endParaRPr>
          </a:p>
        </p:txBody>
      </p:sp>
      <p:graphicFrame>
        <p:nvGraphicFramePr>
          <p:cNvPr id="13" name="Tableau 12">
            <a:extLst>
              <a:ext uri="{FF2B5EF4-FFF2-40B4-BE49-F238E27FC236}">
                <a16:creationId xmlns:a16="http://schemas.microsoft.com/office/drawing/2014/main" id="{0BE95A00-B96C-41BE-0D9C-BAE3D9778212}"/>
              </a:ext>
            </a:extLst>
          </p:cNvPr>
          <p:cNvGraphicFramePr>
            <a:graphicFrameLocks noGrp="1"/>
          </p:cNvGraphicFramePr>
          <p:nvPr>
            <p:extLst>
              <p:ext uri="{D42A27DB-BD31-4B8C-83A1-F6EECF244321}">
                <p14:modId xmlns:p14="http://schemas.microsoft.com/office/powerpoint/2010/main" val="1498184879"/>
              </p:ext>
            </p:extLst>
          </p:nvPr>
        </p:nvGraphicFramePr>
        <p:xfrm>
          <a:off x="232101" y="3223520"/>
          <a:ext cx="4311650" cy="1225193"/>
        </p:xfrm>
        <a:graphic>
          <a:graphicData uri="http://schemas.openxmlformats.org/drawingml/2006/table">
            <a:tbl>
              <a:tblPr>
                <a:tableStyleId>{5C22544A-7EE6-4342-B048-85BDC9FD1C3A}</a:tableStyleId>
              </a:tblPr>
              <a:tblGrid>
                <a:gridCol w="729093">
                  <a:extLst>
                    <a:ext uri="{9D8B030D-6E8A-4147-A177-3AD203B41FA5}">
                      <a16:colId xmlns:a16="http://schemas.microsoft.com/office/drawing/2014/main" val="3273276620"/>
                    </a:ext>
                  </a:extLst>
                </a:gridCol>
                <a:gridCol w="3582557">
                  <a:extLst>
                    <a:ext uri="{9D8B030D-6E8A-4147-A177-3AD203B41FA5}">
                      <a16:colId xmlns:a16="http://schemas.microsoft.com/office/drawing/2014/main" val="1186735320"/>
                    </a:ext>
                  </a:extLst>
                </a:gridCol>
              </a:tblGrid>
              <a:tr h="447672">
                <a:tc>
                  <a:txBody>
                    <a:bodyPr/>
                    <a:lstStyle/>
                    <a:p>
                      <a:pPr marL="67945" algn="ctr">
                        <a:lnSpc>
                          <a:spcPts val="1330"/>
                        </a:lnSpc>
                      </a:pPr>
                      <a:r>
                        <a:rPr lang="fr-FR" sz="1400" b="1" spc="-20">
                          <a:solidFill>
                            <a:schemeClr val="tx1"/>
                          </a:solidFill>
                          <a:effectLst/>
                        </a:rPr>
                        <a:t>HTML</a:t>
                      </a:r>
                      <a:endParaRPr lang="fr-FR" sz="1400" b="1" spc="-20" dirty="0">
                        <a:solidFill>
                          <a:schemeClr val="tx1"/>
                        </a:solidFill>
                        <a:effectLst/>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indent="0"/>
                      <a:r>
                        <a:rPr lang="fr-FR" sz="1400" b="0" kern="1200" dirty="0">
                          <a:solidFill>
                            <a:schemeClr val="dk1"/>
                          </a:solidFill>
                          <a:effectLst/>
                          <a:latin typeface="+mn-lt"/>
                          <a:ea typeface="+mn-ea"/>
                          <a:cs typeface="+mn-cs"/>
                        </a:rPr>
                        <a:t>&lt;</a:t>
                      </a:r>
                      <a:r>
                        <a:rPr lang="fr-FR" sz="1400" b="0" kern="1200" dirty="0" err="1">
                          <a:solidFill>
                            <a:schemeClr val="dk1"/>
                          </a:solidFill>
                          <a:effectLst/>
                          <a:latin typeface="+mn-lt"/>
                          <a:ea typeface="+mn-ea"/>
                          <a:cs typeface="+mn-cs"/>
                        </a:rPr>
                        <a:t>button</a:t>
                      </a:r>
                      <a:r>
                        <a:rPr lang="fr-FR" sz="1400" b="0" kern="1200" dirty="0">
                          <a:solidFill>
                            <a:schemeClr val="dk1"/>
                          </a:solidFill>
                          <a:effectLst/>
                          <a:latin typeface="+mn-lt"/>
                          <a:ea typeface="+mn-ea"/>
                          <a:cs typeface="+mn-cs"/>
                        </a:rPr>
                        <a:t> </a:t>
                      </a:r>
                      <a:r>
                        <a:rPr lang="fr-FR" sz="1400" b="1" kern="1200" dirty="0" err="1">
                          <a:solidFill>
                            <a:srgbClr val="C00000"/>
                          </a:solidFill>
                          <a:effectLst/>
                          <a:latin typeface="+mn-lt"/>
                          <a:ea typeface="+mn-ea"/>
                          <a:cs typeface="+mn-cs"/>
                        </a:rPr>
                        <a:t>onclick</a:t>
                      </a:r>
                      <a:r>
                        <a:rPr lang="fr-FR" sz="1400" b="0" kern="1200" dirty="0">
                          <a:solidFill>
                            <a:schemeClr val="dk1"/>
                          </a:solidFill>
                          <a:effectLst/>
                          <a:latin typeface="+mn-lt"/>
                          <a:ea typeface="+mn-ea"/>
                          <a:cs typeface="+mn-cs"/>
                        </a:rPr>
                        <a:t>=</a:t>
                      </a:r>
                      <a:r>
                        <a:rPr lang="fr-FR" sz="1400" b="1" kern="1200" dirty="0">
                          <a:solidFill>
                            <a:schemeClr val="accent6">
                              <a:lumMod val="75000"/>
                            </a:schemeClr>
                          </a:solidFill>
                          <a:effectLst/>
                          <a:latin typeface="+mn-lt"/>
                          <a:ea typeface="+mn-ea"/>
                          <a:cs typeface="+mn-cs"/>
                        </a:rPr>
                        <a:t>"ajouter()"&gt;</a:t>
                      </a:r>
                      <a:r>
                        <a:rPr lang="fr-FR" sz="1400" b="0" kern="1200" dirty="0">
                          <a:solidFill>
                            <a:schemeClr val="dk1"/>
                          </a:solidFill>
                          <a:effectLst/>
                          <a:latin typeface="+mn-lt"/>
                          <a:ea typeface="+mn-ea"/>
                          <a:cs typeface="+mn-cs"/>
                        </a:rPr>
                        <a:t> Ajouter article</a:t>
                      </a:r>
                    </a:p>
                    <a:p>
                      <a:pPr marL="174625" indent="0"/>
                      <a:r>
                        <a:rPr lang="fr-FR" sz="1400" b="0" kern="1200" dirty="0">
                          <a:solidFill>
                            <a:schemeClr val="dk1"/>
                          </a:solidFill>
                          <a:effectLst/>
                          <a:latin typeface="+mn-lt"/>
                          <a:ea typeface="+mn-ea"/>
                          <a:cs typeface="+mn-cs"/>
                        </a:rPr>
                        <a:t>&lt;/</a:t>
                      </a:r>
                      <a:r>
                        <a:rPr lang="fr-FR" sz="1400" b="0" kern="1200" dirty="0" err="1">
                          <a:solidFill>
                            <a:schemeClr val="dk1"/>
                          </a:solidFill>
                          <a:effectLst/>
                          <a:latin typeface="+mn-lt"/>
                          <a:ea typeface="+mn-ea"/>
                          <a:cs typeface="+mn-cs"/>
                        </a:rPr>
                        <a:t>button</a:t>
                      </a:r>
                      <a:r>
                        <a:rPr lang="fr-FR" sz="1400" b="0" kern="1200" dirty="0">
                          <a:solidFill>
                            <a:schemeClr val="dk1"/>
                          </a:solidFill>
                          <a:effectLst/>
                          <a:latin typeface="+mn-lt"/>
                          <a:ea typeface="+mn-ea"/>
                          <a:cs typeface="+mn-cs"/>
                        </a:rPr>
                        <a:t>&gt;</a:t>
                      </a:r>
                      <a:endParaRPr lang="fr-FR" sz="1400" b="0" dirty="0">
                        <a:solidFill>
                          <a:schemeClr val="tx1"/>
                        </a:solidFill>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3208930"/>
                  </a:ext>
                </a:extLst>
              </a:tr>
              <a:tr h="777521">
                <a:tc>
                  <a:txBody>
                    <a:bodyPr/>
                    <a:lstStyle/>
                    <a:p>
                      <a:pPr marL="67945" algn="ctr">
                        <a:lnSpc>
                          <a:spcPts val="1325"/>
                        </a:lnSpc>
                      </a:pPr>
                      <a:r>
                        <a:rPr lang="fr-FR" sz="1400" b="1" spc="-10" dirty="0">
                          <a:solidFill>
                            <a:schemeClr val="tx1"/>
                          </a:solidFill>
                          <a:effectLst/>
                        </a:rPr>
                        <a:t>REACT</a:t>
                      </a:r>
                      <a:endParaRPr lang="fr-FR" sz="1400" b="1" dirty="0">
                        <a:solidFill>
                          <a:schemeClr val="tx1"/>
                        </a:solidFill>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indent="0"/>
                      <a:r>
                        <a:rPr lang="en-US" sz="1400" b="1" kern="1200" dirty="0">
                          <a:solidFill>
                            <a:schemeClr val="accent6">
                              <a:lumMod val="75000"/>
                            </a:schemeClr>
                          </a:solidFill>
                          <a:effectLst/>
                          <a:latin typeface="+mn-lt"/>
                          <a:ea typeface="+mn-ea"/>
                          <a:cs typeface="+mn-cs"/>
                        </a:rPr>
                        <a:t>//</a:t>
                      </a:r>
                      <a:r>
                        <a:rPr lang="en-US" sz="1400" b="1" kern="1200" dirty="0" err="1">
                          <a:solidFill>
                            <a:schemeClr val="accent6">
                              <a:lumMod val="75000"/>
                            </a:schemeClr>
                          </a:solidFill>
                          <a:effectLst/>
                          <a:latin typeface="+mn-lt"/>
                          <a:ea typeface="+mn-ea"/>
                          <a:cs typeface="+mn-cs"/>
                        </a:rPr>
                        <a:t>callBack</a:t>
                      </a:r>
                      <a:r>
                        <a:rPr lang="en-US" sz="1400" b="1" kern="1200" dirty="0">
                          <a:solidFill>
                            <a:schemeClr val="accent6">
                              <a:lumMod val="75000"/>
                            </a:schemeClr>
                          </a:solidFill>
                          <a:effectLst/>
                          <a:latin typeface="+mn-lt"/>
                          <a:ea typeface="+mn-ea"/>
                          <a:cs typeface="+mn-cs"/>
                        </a:rPr>
                        <a:t> function</a:t>
                      </a:r>
                      <a:endParaRPr lang="fr-FR" sz="1400" b="1" kern="1200" dirty="0">
                        <a:solidFill>
                          <a:schemeClr val="accent6">
                            <a:lumMod val="75000"/>
                          </a:schemeClr>
                        </a:solidFill>
                        <a:effectLst/>
                        <a:latin typeface="+mn-lt"/>
                        <a:ea typeface="+mn-ea"/>
                        <a:cs typeface="+mn-cs"/>
                      </a:endParaRPr>
                    </a:p>
                    <a:p>
                      <a:pPr marL="174625" indent="0"/>
                      <a:r>
                        <a:rPr lang="en-US" sz="1400" b="0" kern="1200" dirty="0">
                          <a:solidFill>
                            <a:schemeClr val="dk1"/>
                          </a:solidFill>
                          <a:effectLst/>
                          <a:latin typeface="+mn-lt"/>
                          <a:ea typeface="+mn-ea"/>
                          <a:cs typeface="+mn-cs"/>
                        </a:rPr>
                        <a:t>&lt;button </a:t>
                      </a:r>
                      <a:r>
                        <a:rPr lang="en-US" sz="1400" b="1" kern="1200" dirty="0" err="1">
                          <a:solidFill>
                            <a:srgbClr val="C00000"/>
                          </a:solidFill>
                          <a:effectLst/>
                          <a:latin typeface="+mn-lt"/>
                          <a:ea typeface="+mn-ea"/>
                          <a:cs typeface="+mn-cs"/>
                        </a:rPr>
                        <a:t>onClick</a:t>
                      </a:r>
                      <a:r>
                        <a:rPr lang="en-US" sz="1400" b="0" kern="1200" dirty="0">
                          <a:solidFill>
                            <a:schemeClr val="dk1"/>
                          </a:solidFill>
                          <a:effectLst/>
                          <a:latin typeface="+mn-lt"/>
                          <a:ea typeface="+mn-ea"/>
                          <a:cs typeface="+mn-cs"/>
                        </a:rPr>
                        <a:t>=</a:t>
                      </a:r>
                      <a:r>
                        <a:rPr lang="en-US" sz="1400" b="1" kern="1200" dirty="0">
                          <a:solidFill>
                            <a:schemeClr val="accent6">
                              <a:lumMod val="75000"/>
                            </a:schemeClr>
                          </a:solidFill>
                          <a:effectLst/>
                          <a:latin typeface="+mn-lt"/>
                          <a:ea typeface="+mn-ea"/>
                          <a:cs typeface="+mn-cs"/>
                        </a:rPr>
                        <a:t>{</a:t>
                      </a:r>
                      <a:r>
                        <a:rPr lang="en-US" sz="1400" b="1" kern="1200" dirty="0" err="1">
                          <a:solidFill>
                            <a:schemeClr val="accent6">
                              <a:lumMod val="75000"/>
                            </a:schemeClr>
                          </a:solidFill>
                          <a:effectLst/>
                          <a:latin typeface="+mn-lt"/>
                          <a:ea typeface="+mn-ea"/>
                          <a:cs typeface="+mn-cs"/>
                        </a:rPr>
                        <a:t>ajouter</a:t>
                      </a:r>
                      <a:r>
                        <a:rPr lang="en-US" sz="1400" b="1" kern="1200" dirty="0">
                          <a:solidFill>
                            <a:schemeClr val="accent6">
                              <a:lumMod val="75000"/>
                            </a:schemeClr>
                          </a:solidFill>
                          <a:effectLst/>
                          <a:latin typeface="+mn-lt"/>
                          <a:ea typeface="+mn-ea"/>
                          <a:cs typeface="+mn-cs"/>
                        </a:rPr>
                        <a:t>}</a:t>
                      </a:r>
                      <a:r>
                        <a:rPr lang="en-US" sz="1400" b="0" kern="1200" dirty="0">
                          <a:solidFill>
                            <a:schemeClr val="dk1"/>
                          </a:solidFill>
                          <a:effectLst/>
                          <a:latin typeface="+mn-lt"/>
                          <a:ea typeface="+mn-ea"/>
                          <a:cs typeface="+mn-cs"/>
                        </a:rPr>
                        <a:t>&gt;</a:t>
                      </a:r>
                      <a:r>
                        <a:rPr lang="fr-FR" sz="1400" b="0" kern="1200" dirty="0">
                          <a:solidFill>
                            <a:schemeClr val="dk1"/>
                          </a:solidFill>
                          <a:effectLst/>
                          <a:latin typeface="+mn-lt"/>
                          <a:ea typeface="+mn-ea"/>
                          <a:cs typeface="+mn-cs"/>
                        </a:rPr>
                        <a:t> </a:t>
                      </a:r>
                      <a:r>
                        <a:rPr lang="fr-FR" sz="1400" b="0" kern="1200" dirty="0" err="1">
                          <a:solidFill>
                            <a:schemeClr val="dk1"/>
                          </a:solidFill>
                          <a:effectLst/>
                          <a:latin typeface="+mn-lt"/>
                          <a:ea typeface="+mn-ea"/>
                          <a:cs typeface="+mn-cs"/>
                        </a:rPr>
                        <a:t>Ajouer</a:t>
                      </a:r>
                      <a:r>
                        <a:rPr lang="fr-FR" sz="1400" b="0" kern="1200" dirty="0">
                          <a:solidFill>
                            <a:schemeClr val="dk1"/>
                          </a:solidFill>
                          <a:effectLst/>
                          <a:latin typeface="+mn-lt"/>
                          <a:ea typeface="+mn-ea"/>
                          <a:cs typeface="+mn-cs"/>
                        </a:rPr>
                        <a:t> article</a:t>
                      </a:r>
                    </a:p>
                    <a:p>
                      <a:pPr marL="174625" indent="0"/>
                      <a:r>
                        <a:rPr lang="fr-FR" sz="1400" b="0" kern="1200" dirty="0">
                          <a:solidFill>
                            <a:schemeClr val="dk1"/>
                          </a:solidFill>
                          <a:effectLst/>
                          <a:latin typeface="+mn-lt"/>
                          <a:ea typeface="+mn-ea"/>
                          <a:cs typeface="+mn-cs"/>
                        </a:rPr>
                        <a:t>&lt;/</a:t>
                      </a:r>
                      <a:r>
                        <a:rPr lang="fr-FR" sz="1400" b="0" kern="1200" dirty="0" err="1">
                          <a:solidFill>
                            <a:schemeClr val="dk1"/>
                          </a:solidFill>
                          <a:effectLst/>
                          <a:latin typeface="+mn-lt"/>
                          <a:ea typeface="+mn-ea"/>
                          <a:cs typeface="+mn-cs"/>
                        </a:rPr>
                        <a:t>button</a:t>
                      </a:r>
                      <a:r>
                        <a:rPr lang="fr-FR" sz="1400" b="0" kern="1200" dirty="0">
                          <a:solidFill>
                            <a:schemeClr val="dk1"/>
                          </a:solidFill>
                          <a:effectLst/>
                          <a:latin typeface="+mn-lt"/>
                          <a:ea typeface="+mn-ea"/>
                          <a:cs typeface="+mn-cs"/>
                        </a:rPr>
                        <a:t>&gt;</a:t>
                      </a:r>
                      <a:endParaRPr lang="fr-FR" sz="1400" b="0" dirty="0">
                        <a:solidFill>
                          <a:schemeClr val="tx1"/>
                        </a:solidFill>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1793246"/>
                  </a:ext>
                </a:extLst>
              </a:tr>
            </a:tbl>
          </a:graphicData>
        </a:graphic>
      </p:graphicFrame>
      <p:sp>
        <p:nvSpPr>
          <p:cNvPr id="16" name="ZoneTexte 15">
            <a:extLst>
              <a:ext uri="{FF2B5EF4-FFF2-40B4-BE49-F238E27FC236}">
                <a16:creationId xmlns:a16="http://schemas.microsoft.com/office/drawing/2014/main" id="{C392C807-1C8F-46C8-2C95-6F52F06CFEA5}"/>
              </a:ext>
            </a:extLst>
          </p:cNvPr>
          <p:cNvSpPr txBox="1"/>
          <p:nvPr/>
        </p:nvSpPr>
        <p:spPr>
          <a:xfrm>
            <a:off x="4736386" y="2799881"/>
            <a:ext cx="2167847" cy="369332"/>
          </a:xfrm>
          <a:prstGeom prst="rect">
            <a:avLst/>
          </a:prstGeom>
          <a:noFill/>
        </p:spPr>
        <p:txBody>
          <a:bodyPr wrap="square">
            <a:spAutoFit/>
          </a:bodyPr>
          <a:lstStyle/>
          <a:p>
            <a:pPr algn="l"/>
            <a:r>
              <a:rPr lang="fr-FR" sz="1800" b="1" u="sng" spc="-10" dirty="0" err="1">
                <a:solidFill>
                  <a:srgbClr val="833B0A"/>
                </a:solidFill>
                <a:effectLst/>
                <a:uFill>
                  <a:solidFill>
                    <a:srgbClr val="833B0A"/>
                  </a:solidFill>
                </a:uFill>
                <a:latin typeface="Calibri" panose="020F0502020204030204" pitchFamily="34" charset="0"/>
                <a:ea typeface="Consolas" panose="020B0609020204030204" pitchFamily="49" charset="0"/>
                <a:cs typeface="Consolas" panose="020B0609020204030204" pitchFamily="49" charset="0"/>
              </a:rPr>
              <a:t>onChange</a:t>
            </a:r>
            <a:endParaRPr lang="fr-FR" sz="1800" dirty="0">
              <a:effectLst/>
              <a:latin typeface="Consolas" panose="020B0609020204030204" pitchFamily="49" charset="0"/>
              <a:ea typeface="Consolas" panose="020B0609020204030204" pitchFamily="49" charset="0"/>
              <a:cs typeface="Consolas" panose="020B0609020204030204" pitchFamily="49" charset="0"/>
            </a:endParaRPr>
          </a:p>
        </p:txBody>
      </p:sp>
      <p:graphicFrame>
        <p:nvGraphicFramePr>
          <p:cNvPr id="20" name="Tableau 19">
            <a:extLst>
              <a:ext uri="{FF2B5EF4-FFF2-40B4-BE49-F238E27FC236}">
                <a16:creationId xmlns:a16="http://schemas.microsoft.com/office/drawing/2014/main" id="{393FF0BB-E7B7-2A61-9F41-059CE34C1A4F}"/>
              </a:ext>
            </a:extLst>
          </p:cNvPr>
          <p:cNvGraphicFramePr>
            <a:graphicFrameLocks noGrp="1"/>
          </p:cNvGraphicFramePr>
          <p:nvPr>
            <p:extLst>
              <p:ext uri="{D42A27DB-BD31-4B8C-83A1-F6EECF244321}">
                <p14:modId xmlns:p14="http://schemas.microsoft.com/office/powerpoint/2010/main" val="499873455"/>
              </p:ext>
            </p:extLst>
          </p:nvPr>
        </p:nvGraphicFramePr>
        <p:xfrm>
          <a:off x="4736386" y="3202973"/>
          <a:ext cx="4344113" cy="1225193"/>
        </p:xfrm>
        <a:graphic>
          <a:graphicData uri="http://schemas.openxmlformats.org/drawingml/2006/table">
            <a:tbl>
              <a:tblPr>
                <a:tableStyleId>{5C22544A-7EE6-4342-B048-85BDC9FD1C3A}</a:tableStyleId>
              </a:tblPr>
              <a:tblGrid>
                <a:gridCol w="734582">
                  <a:extLst>
                    <a:ext uri="{9D8B030D-6E8A-4147-A177-3AD203B41FA5}">
                      <a16:colId xmlns:a16="http://schemas.microsoft.com/office/drawing/2014/main" val="3273276620"/>
                    </a:ext>
                  </a:extLst>
                </a:gridCol>
                <a:gridCol w="3609531">
                  <a:extLst>
                    <a:ext uri="{9D8B030D-6E8A-4147-A177-3AD203B41FA5}">
                      <a16:colId xmlns:a16="http://schemas.microsoft.com/office/drawing/2014/main" val="1186735320"/>
                    </a:ext>
                  </a:extLst>
                </a:gridCol>
              </a:tblGrid>
              <a:tr h="452293">
                <a:tc>
                  <a:txBody>
                    <a:bodyPr/>
                    <a:lstStyle/>
                    <a:p>
                      <a:pPr marL="67945" algn="ctr">
                        <a:lnSpc>
                          <a:spcPts val="1330"/>
                        </a:lnSpc>
                      </a:pPr>
                      <a:r>
                        <a:rPr lang="fr-FR" sz="1400" b="1" spc="-20" dirty="0">
                          <a:solidFill>
                            <a:schemeClr val="tx1"/>
                          </a:solidFill>
                          <a:effectLst/>
                        </a:rPr>
                        <a:t>HTML</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indent="0"/>
                      <a:r>
                        <a:rPr lang="en-US" sz="1400" kern="1200" dirty="0">
                          <a:solidFill>
                            <a:schemeClr val="dk1"/>
                          </a:solidFill>
                          <a:effectLst/>
                          <a:latin typeface="+mn-lt"/>
                          <a:ea typeface="+mn-ea"/>
                          <a:cs typeface="+mn-cs"/>
                        </a:rPr>
                        <a:t>&lt;input type="text" </a:t>
                      </a:r>
                      <a:r>
                        <a:rPr lang="en-US" sz="1400" b="1" kern="1200" dirty="0" err="1">
                          <a:solidFill>
                            <a:srgbClr val="C00000"/>
                          </a:solidFill>
                          <a:effectLst/>
                          <a:latin typeface="+mn-lt"/>
                          <a:ea typeface="+mn-ea"/>
                          <a:cs typeface="+mn-cs"/>
                        </a:rPr>
                        <a:t>onchange</a:t>
                      </a:r>
                      <a:r>
                        <a:rPr lang="en-US" sz="1400" kern="1200" dirty="0">
                          <a:solidFill>
                            <a:schemeClr val="dk1"/>
                          </a:solidFill>
                          <a:effectLst/>
                          <a:latin typeface="+mn-lt"/>
                          <a:ea typeface="+mn-ea"/>
                          <a:cs typeface="+mn-cs"/>
                        </a:rPr>
                        <a:t>=”</a:t>
                      </a:r>
                      <a:r>
                        <a:rPr lang="en-US" sz="1400" kern="1200" dirty="0" err="1">
                          <a:solidFill>
                            <a:schemeClr val="dk1"/>
                          </a:solidFill>
                          <a:effectLst/>
                          <a:latin typeface="+mn-lt"/>
                          <a:ea typeface="+mn-ea"/>
                          <a:cs typeface="+mn-cs"/>
                        </a:rPr>
                        <a:t>changeNom</a:t>
                      </a:r>
                      <a:r>
                        <a:rPr lang="en-US" sz="1400" kern="1200" dirty="0">
                          <a:solidFill>
                            <a:schemeClr val="dk1"/>
                          </a:solidFill>
                          <a:effectLst/>
                          <a:latin typeface="+mn-lt"/>
                          <a:ea typeface="+mn-ea"/>
                          <a:cs typeface="+mn-cs"/>
                        </a:rPr>
                        <a:t>()”}&gt;&lt;/input&gt;</a:t>
                      </a:r>
                      <a:endParaRPr lang="fr-FR" sz="1400" b="0" dirty="0">
                        <a:solidFill>
                          <a:schemeClr val="tx1"/>
                        </a:solidFill>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93208930"/>
                  </a:ext>
                </a:extLst>
              </a:tr>
              <a:tr h="772900">
                <a:tc>
                  <a:txBody>
                    <a:bodyPr/>
                    <a:lstStyle/>
                    <a:p>
                      <a:pPr marL="67945" algn="ctr">
                        <a:lnSpc>
                          <a:spcPts val="1325"/>
                        </a:lnSpc>
                      </a:pPr>
                      <a:r>
                        <a:rPr lang="fr-FR" sz="1400" b="1" spc="-10" dirty="0">
                          <a:solidFill>
                            <a:schemeClr val="tx1"/>
                          </a:solidFill>
                          <a:effectLst/>
                        </a:rPr>
                        <a:t>REACT</a:t>
                      </a:r>
                      <a:endParaRPr lang="fr-FR" sz="1400" b="1" dirty="0">
                        <a:solidFill>
                          <a:schemeClr val="tx1"/>
                        </a:solidFill>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4625" marR="0" lvl="0" indent="0" algn="l" defTabSz="685800" rtl="0" eaLnBrk="1" fontAlgn="auto" latinLnBrk="0" hangingPunct="1">
                        <a:lnSpc>
                          <a:spcPct val="100000"/>
                        </a:lnSpc>
                        <a:spcBef>
                          <a:spcPts val="0"/>
                        </a:spcBef>
                        <a:spcAft>
                          <a:spcPts val="0"/>
                        </a:spcAft>
                        <a:buClrTx/>
                        <a:buSzTx/>
                        <a:buFontTx/>
                        <a:buNone/>
                        <a:tabLst/>
                        <a:defRPr/>
                      </a:pPr>
                      <a:r>
                        <a:rPr lang="en-US" sz="1400" b="1" kern="1200" dirty="0">
                          <a:solidFill>
                            <a:schemeClr val="accent6">
                              <a:lumMod val="75000"/>
                            </a:schemeClr>
                          </a:solidFill>
                          <a:effectLst/>
                          <a:latin typeface="+mn-lt"/>
                          <a:ea typeface="+mn-ea"/>
                          <a:cs typeface="+mn-cs"/>
                        </a:rPr>
                        <a:t>//</a:t>
                      </a:r>
                      <a:r>
                        <a:rPr lang="en-US" sz="1400" b="1" kern="1200" dirty="0" err="1">
                          <a:solidFill>
                            <a:schemeClr val="accent6">
                              <a:lumMod val="75000"/>
                            </a:schemeClr>
                          </a:solidFill>
                          <a:effectLst/>
                          <a:latin typeface="+mn-lt"/>
                          <a:ea typeface="+mn-ea"/>
                          <a:cs typeface="+mn-cs"/>
                        </a:rPr>
                        <a:t>callBack</a:t>
                      </a:r>
                      <a:r>
                        <a:rPr lang="en-US" sz="1400" b="1" kern="1200" dirty="0">
                          <a:solidFill>
                            <a:schemeClr val="accent6">
                              <a:lumMod val="75000"/>
                            </a:schemeClr>
                          </a:solidFill>
                          <a:effectLst/>
                          <a:latin typeface="+mn-lt"/>
                          <a:ea typeface="+mn-ea"/>
                          <a:cs typeface="+mn-cs"/>
                        </a:rPr>
                        <a:t> function</a:t>
                      </a:r>
                      <a:endParaRPr lang="en-US" sz="1400" kern="1200" dirty="0">
                        <a:solidFill>
                          <a:schemeClr val="accent6">
                            <a:lumMod val="75000"/>
                          </a:schemeClr>
                        </a:solidFill>
                        <a:effectLst/>
                        <a:latin typeface="+mn-lt"/>
                        <a:ea typeface="+mn-ea"/>
                        <a:cs typeface="+mn-cs"/>
                      </a:endParaRPr>
                    </a:p>
                    <a:p>
                      <a:pPr marL="174625" indent="0"/>
                      <a:r>
                        <a:rPr lang="en-US" sz="1400" kern="1200" dirty="0">
                          <a:solidFill>
                            <a:schemeClr val="dk1"/>
                          </a:solidFill>
                          <a:effectLst/>
                          <a:latin typeface="+mn-lt"/>
                          <a:ea typeface="+mn-ea"/>
                          <a:cs typeface="+mn-cs"/>
                        </a:rPr>
                        <a:t>&lt;input type="text" </a:t>
                      </a:r>
                      <a:r>
                        <a:rPr lang="en-US" sz="1400" b="1" kern="1200" dirty="0" err="1">
                          <a:solidFill>
                            <a:srgbClr val="C00000"/>
                          </a:solidFill>
                          <a:effectLst/>
                          <a:latin typeface="+mn-lt"/>
                          <a:ea typeface="+mn-ea"/>
                          <a:cs typeface="+mn-cs"/>
                        </a:rPr>
                        <a:t>onChange</a:t>
                      </a:r>
                      <a:r>
                        <a:rPr lang="en-US" sz="1400" kern="1200" dirty="0">
                          <a:solidFill>
                            <a:schemeClr val="dk1"/>
                          </a:solidFill>
                          <a:effectLst/>
                          <a:latin typeface="+mn-lt"/>
                          <a:ea typeface="+mn-ea"/>
                          <a:cs typeface="+mn-cs"/>
                        </a:rPr>
                        <a:t>=</a:t>
                      </a:r>
                      <a:r>
                        <a:rPr lang="en-US" sz="1400" b="1" kern="1200" dirty="0">
                          <a:solidFill>
                            <a:schemeClr val="accent6">
                              <a:lumMod val="75000"/>
                            </a:schemeClr>
                          </a:solidFill>
                          <a:effectLst/>
                          <a:latin typeface="+mn-lt"/>
                          <a:ea typeface="+mn-ea"/>
                          <a:cs typeface="+mn-cs"/>
                        </a:rPr>
                        <a:t>{</a:t>
                      </a:r>
                      <a:r>
                        <a:rPr lang="en-US" sz="1400" b="1" kern="1200" dirty="0" err="1">
                          <a:solidFill>
                            <a:schemeClr val="accent6">
                              <a:lumMod val="75000"/>
                            </a:schemeClr>
                          </a:solidFill>
                          <a:effectLst/>
                          <a:latin typeface="+mn-lt"/>
                          <a:ea typeface="+mn-ea"/>
                          <a:cs typeface="+mn-cs"/>
                        </a:rPr>
                        <a:t>changeNom</a:t>
                      </a:r>
                      <a:r>
                        <a:rPr lang="en-US" sz="1400" b="1" kern="1200" dirty="0">
                          <a:solidFill>
                            <a:schemeClr val="accent6">
                              <a:lumMod val="75000"/>
                            </a:schemeClr>
                          </a:solidFill>
                          <a:effectLst/>
                          <a:latin typeface="+mn-lt"/>
                          <a:ea typeface="+mn-ea"/>
                          <a:cs typeface="+mn-cs"/>
                        </a:rPr>
                        <a:t>}</a:t>
                      </a:r>
                      <a:r>
                        <a:rPr lang="en-US" sz="1400" kern="1200" dirty="0">
                          <a:solidFill>
                            <a:schemeClr val="dk1"/>
                          </a:solidFill>
                          <a:effectLst/>
                          <a:latin typeface="+mn-lt"/>
                          <a:ea typeface="+mn-ea"/>
                          <a:cs typeface="+mn-cs"/>
                        </a:rPr>
                        <a:t>&gt;&lt;/input&gt;</a:t>
                      </a:r>
                      <a:endParaRPr lang="fr-FR" sz="1400" b="0" dirty="0">
                        <a:solidFill>
                          <a:schemeClr val="tx1"/>
                        </a:solidFill>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61793246"/>
                  </a:ext>
                </a:extLst>
              </a:tr>
            </a:tbl>
          </a:graphicData>
        </a:graphic>
      </p:graphicFrame>
      <p:pic>
        <p:nvPicPr>
          <p:cNvPr id="21" name="Image 20">
            <a:extLst>
              <a:ext uri="{FF2B5EF4-FFF2-40B4-BE49-F238E27FC236}">
                <a16:creationId xmlns:a16="http://schemas.microsoft.com/office/drawing/2014/main" id="{A8FBC083-F45C-B77E-65B8-4E80F364D74A}"/>
              </a:ext>
            </a:extLst>
          </p:cNvPr>
          <p:cNvPicPr>
            <a:picLocks/>
          </p:cNvPicPr>
          <p:nvPr/>
        </p:nvPicPr>
        <p:blipFill>
          <a:blip r:embed="rId3" cstate="print"/>
          <a:stretch>
            <a:fillRect/>
          </a:stretch>
        </p:blipFill>
        <p:spPr>
          <a:xfrm>
            <a:off x="1800860" y="4537265"/>
            <a:ext cx="5123180" cy="1894358"/>
          </a:xfrm>
          <a:prstGeom prst="rect">
            <a:avLst/>
          </a:prstGeom>
        </p:spPr>
      </p:pic>
      <p:grpSp>
        <p:nvGrpSpPr>
          <p:cNvPr id="1025" name="Group 13"/>
          <p:cNvGrpSpPr>
            <a:grpSpLocks/>
          </p:cNvGrpSpPr>
          <p:nvPr/>
        </p:nvGrpSpPr>
        <p:grpSpPr bwMode="auto">
          <a:xfrm>
            <a:off x="50800" y="0"/>
            <a:ext cx="4311650" cy="2354263"/>
            <a:chOff x="0" y="0"/>
            <a:chExt cx="43110" cy="23539"/>
          </a:xfrm>
        </p:grpSpPr>
      </p:grpSp>
    </p:spTree>
    <p:extLst>
      <p:ext uri="{BB962C8B-B14F-4D97-AF65-F5344CB8AC3E}">
        <p14:creationId xmlns:p14="http://schemas.microsoft.com/office/powerpoint/2010/main" val="273784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a:t>
            </a:r>
            <a:r>
              <a:rPr lang="fr-FR" sz="2400" b="1">
                <a:solidFill>
                  <a:schemeClr val="accent1">
                    <a:lumMod val="75000"/>
                  </a:schemeClr>
                </a:solidFill>
                <a:latin typeface="+mn-lt"/>
              </a:rPr>
              <a:t>: Evénements</a:t>
            </a:r>
            <a:endParaRPr lang="fr-FR" sz="2400" b="1" dirty="0">
              <a:solidFill>
                <a:schemeClr val="accent1">
                  <a:lumMod val="75000"/>
                </a:schemeClr>
              </a:solidFill>
              <a:latin typeface="+mn-lt"/>
            </a:endParaRPr>
          </a:p>
        </p:txBody>
      </p:sp>
      <p:sp>
        <p:nvSpPr>
          <p:cNvPr id="9" name="ZoneTexte 8">
            <a:extLst>
              <a:ext uri="{FF2B5EF4-FFF2-40B4-BE49-F238E27FC236}">
                <a16:creationId xmlns:a16="http://schemas.microsoft.com/office/drawing/2014/main" id="{B087AE72-9287-450F-05A0-0B236FCEFEA6}"/>
              </a:ext>
            </a:extLst>
          </p:cNvPr>
          <p:cNvSpPr txBox="1"/>
          <p:nvPr/>
        </p:nvSpPr>
        <p:spPr>
          <a:xfrm>
            <a:off x="328936" y="888891"/>
            <a:ext cx="1202076" cy="369332"/>
          </a:xfrm>
          <a:prstGeom prst="rect">
            <a:avLst/>
          </a:prstGeom>
          <a:noFill/>
        </p:spPr>
        <p:txBody>
          <a:bodyPr wrap="square">
            <a:spAutoFit/>
          </a:bodyPr>
          <a:lstStyle/>
          <a:p>
            <a:pPr algn="just"/>
            <a:r>
              <a:rPr lang="fr-FR" sz="1800" b="1" u="sng" spc="-10" dirty="0" err="1">
                <a:solidFill>
                  <a:srgbClr val="833B0A"/>
                </a:solidFill>
                <a:effectLst/>
                <a:uFill>
                  <a:solidFill>
                    <a:srgbClr val="833B0A"/>
                  </a:solidFill>
                </a:uFill>
                <a:latin typeface="Calibri" panose="020F0502020204030204" pitchFamily="34" charset="0"/>
                <a:ea typeface="Consolas" panose="020B0609020204030204" pitchFamily="49" charset="0"/>
                <a:cs typeface="Consolas" panose="020B0609020204030204" pitchFamily="49" charset="0"/>
              </a:rPr>
              <a:t>onSubmit</a:t>
            </a:r>
            <a:endParaRPr lang="fr-FR" sz="1800" dirty="0">
              <a:effectLst/>
              <a:latin typeface="Consolas" panose="020B0609020204030204" pitchFamily="49" charset="0"/>
              <a:ea typeface="Consolas" panose="020B0609020204030204" pitchFamily="49" charset="0"/>
              <a:cs typeface="Consolas" panose="020B0609020204030204" pitchFamily="49" charset="0"/>
            </a:endParaRPr>
          </a:p>
        </p:txBody>
      </p:sp>
      <p:graphicFrame>
        <p:nvGraphicFramePr>
          <p:cNvPr id="7" name="Tableau 6">
            <a:extLst>
              <a:ext uri="{FF2B5EF4-FFF2-40B4-BE49-F238E27FC236}">
                <a16:creationId xmlns:a16="http://schemas.microsoft.com/office/drawing/2014/main" id="{9B3EB8DF-7998-4D62-83BA-E58084C73ACE}"/>
              </a:ext>
            </a:extLst>
          </p:cNvPr>
          <p:cNvGraphicFramePr>
            <a:graphicFrameLocks noGrp="1"/>
          </p:cNvGraphicFramePr>
          <p:nvPr>
            <p:extLst>
              <p:ext uri="{D42A27DB-BD31-4B8C-83A1-F6EECF244321}">
                <p14:modId xmlns:p14="http://schemas.microsoft.com/office/powerpoint/2010/main" val="4122795008"/>
              </p:ext>
            </p:extLst>
          </p:nvPr>
        </p:nvGraphicFramePr>
        <p:xfrm>
          <a:off x="328935" y="1274966"/>
          <a:ext cx="8751565" cy="4449191"/>
        </p:xfrm>
        <a:graphic>
          <a:graphicData uri="http://schemas.openxmlformats.org/drawingml/2006/table">
            <a:tbl>
              <a:tblPr firstRow="1" bandRow="1">
                <a:tableStyleId>{5940675A-B579-460E-94D1-54222C63F5DA}</a:tableStyleId>
              </a:tblPr>
              <a:tblGrid>
                <a:gridCol w="923863">
                  <a:extLst>
                    <a:ext uri="{9D8B030D-6E8A-4147-A177-3AD203B41FA5}">
                      <a16:colId xmlns:a16="http://schemas.microsoft.com/office/drawing/2014/main" val="3795611353"/>
                    </a:ext>
                  </a:extLst>
                </a:gridCol>
                <a:gridCol w="3855436">
                  <a:extLst>
                    <a:ext uri="{9D8B030D-6E8A-4147-A177-3AD203B41FA5}">
                      <a16:colId xmlns:a16="http://schemas.microsoft.com/office/drawing/2014/main" val="2668071799"/>
                    </a:ext>
                  </a:extLst>
                </a:gridCol>
                <a:gridCol w="3972266">
                  <a:extLst>
                    <a:ext uri="{9D8B030D-6E8A-4147-A177-3AD203B41FA5}">
                      <a16:colId xmlns:a16="http://schemas.microsoft.com/office/drawing/2014/main" val="2390406730"/>
                    </a:ext>
                  </a:extLst>
                </a:gridCol>
              </a:tblGrid>
              <a:tr h="370840">
                <a:tc>
                  <a:txBody>
                    <a:bodyPr/>
                    <a:lstStyle/>
                    <a:p>
                      <a:pPr algn="l"/>
                      <a:r>
                        <a:rPr lang="fr-FR" dirty="0"/>
                        <a:t>HTML</a:t>
                      </a:r>
                    </a:p>
                  </a:txBody>
                  <a:tcPr anchor="ctr"/>
                </a:tc>
                <a:tc gridSpan="2">
                  <a:txBody>
                    <a:bodyPr/>
                    <a:lstStyle/>
                    <a:p>
                      <a:pPr marL="67945" algn="l">
                        <a:lnSpc>
                          <a:spcPct val="121000"/>
                        </a:lnSpc>
                        <a:spcBef>
                          <a:spcPts val="270"/>
                        </a:spcBef>
                      </a:pPr>
                      <a:r>
                        <a:rPr lang="en-US" sz="1400" dirty="0">
                          <a:effectLst/>
                          <a:latin typeface="+mn-lt"/>
                          <a:ea typeface="Consolas" panose="020B0609020204030204" pitchFamily="49" charset="0"/>
                          <a:cs typeface="Consolas" panose="020B0609020204030204" pitchFamily="49" charset="0"/>
                        </a:rPr>
                        <a:t>&lt;form</a:t>
                      </a:r>
                      <a:r>
                        <a:rPr lang="en-US" sz="1400" spc="-55" dirty="0">
                          <a:effectLst/>
                          <a:latin typeface="+mn-lt"/>
                          <a:ea typeface="Consolas" panose="020B0609020204030204" pitchFamily="49" charset="0"/>
                          <a:cs typeface="Consolas" panose="020B0609020204030204" pitchFamily="49" charset="0"/>
                        </a:rPr>
                        <a:t> </a:t>
                      </a:r>
                      <a:r>
                        <a:rPr lang="en-US" sz="1400" b="1" dirty="0" err="1">
                          <a:solidFill>
                            <a:srgbClr val="C00000"/>
                          </a:solidFill>
                          <a:effectLst/>
                          <a:latin typeface="+mn-lt"/>
                          <a:ea typeface="Consolas" panose="020B0609020204030204" pitchFamily="49" charset="0"/>
                          <a:cs typeface="Consolas" panose="020B0609020204030204" pitchFamily="49" charset="0"/>
                        </a:rPr>
                        <a:t>onsubmit</a:t>
                      </a:r>
                      <a:r>
                        <a:rPr lang="en-US" sz="1400" dirty="0">
                          <a:effectLst/>
                          <a:latin typeface="+mn-lt"/>
                          <a:ea typeface="Consolas" panose="020B0609020204030204" pitchFamily="49" charset="0"/>
                          <a:cs typeface="Consolas" panose="020B0609020204030204" pitchFamily="49" charset="0"/>
                        </a:rPr>
                        <a:t>=</a:t>
                      </a:r>
                      <a:r>
                        <a:rPr lang="en-US" sz="1400" b="1" dirty="0">
                          <a:solidFill>
                            <a:schemeClr val="accent6">
                              <a:lumMod val="75000"/>
                            </a:schemeClr>
                          </a:solidFill>
                          <a:effectLst/>
                          <a:latin typeface="+mn-lt"/>
                          <a:ea typeface="Consolas" panose="020B0609020204030204" pitchFamily="49" charset="0"/>
                          <a:cs typeface="Consolas" panose="020B0609020204030204" pitchFamily="49" charset="0"/>
                        </a:rPr>
                        <a:t>"console.log('You</a:t>
                      </a:r>
                      <a:r>
                        <a:rPr lang="en-US" sz="1400" b="1" spc="-55" dirty="0">
                          <a:solidFill>
                            <a:schemeClr val="accent6">
                              <a:lumMod val="75000"/>
                            </a:schemeClr>
                          </a:solidFill>
                          <a:effectLst/>
                          <a:latin typeface="+mn-lt"/>
                          <a:ea typeface="Consolas" panose="020B0609020204030204" pitchFamily="49" charset="0"/>
                          <a:cs typeface="Consolas" panose="020B0609020204030204" pitchFamily="49" charset="0"/>
                        </a:rPr>
                        <a:t> </a:t>
                      </a:r>
                      <a:r>
                        <a:rPr lang="en-US" sz="1400" b="1" dirty="0">
                          <a:solidFill>
                            <a:schemeClr val="accent6">
                              <a:lumMod val="75000"/>
                            </a:schemeClr>
                          </a:solidFill>
                          <a:effectLst/>
                          <a:latin typeface="+mn-lt"/>
                          <a:ea typeface="Consolas" panose="020B0609020204030204" pitchFamily="49" charset="0"/>
                          <a:cs typeface="Consolas" panose="020B0609020204030204" pitchFamily="49" charset="0"/>
                        </a:rPr>
                        <a:t>clicked</a:t>
                      </a:r>
                      <a:r>
                        <a:rPr lang="en-US" sz="1400" b="1" spc="-55" dirty="0">
                          <a:solidFill>
                            <a:schemeClr val="accent6">
                              <a:lumMod val="75000"/>
                            </a:schemeClr>
                          </a:solidFill>
                          <a:effectLst/>
                          <a:latin typeface="+mn-lt"/>
                          <a:ea typeface="Consolas" panose="020B0609020204030204" pitchFamily="49" charset="0"/>
                          <a:cs typeface="Consolas" panose="020B0609020204030204" pitchFamily="49" charset="0"/>
                        </a:rPr>
                        <a:t> </a:t>
                      </a:r>
                      <a:r>
                        <a:rPr lang="en-US" sz="1400" b="1" dirty="0">
                          <a:solidFill>
                            <a:schemeClr val="accent6">
                              <a:lumMod val="75000"/>
                            </a:schemeClr>
                          </a:solidFill>
                          <a:effectLst/>
                          <a:latin typeface="+mn-lt"/>
                          <a:ea typeface="Consolas" panose="020B0609020204030204" pitchFamily="49" charset="0"/>
                          <a:cs typeface="Consolas" panose="020B0609020204030204" pitchFamily="49" charset="0"/>
                        </a:rPr>
                        <a:t>submit.');</a:t>
                      </a:r>
                      <a:r>
                        <a:rPr lang="en-US" sz="1400" b="1" spc="-55" dirty="0">
                          <a:solidFill>
                            <a:schemeClr val="accent6">
                              <a:lumMod val="75000"/>
                            </a:schemeClr>
                          </a:solidFill>
                          <a:effectLst/>
                          <a:latin typeface="+mn-lt"/>
                          <a:ea typeface="Consolas" panose="020B0609020204030204" pitchFamily="49" charset="0"/>
                          <a:cs typeface="Consolas" panose="020B0609020204030204" pitchFamily="49" charset="0"/>
                        </a:rPr>
                        <a:t> </a:t>
                      </a:r>
                      <a:r>
                        <a:rPr lang="en-US" sz="1400" b="1" dirty="0">
                          <a:solidFill>
                            <a:schemeClr val="accent6">
                              <a:lumMod val="75000"/>
                            </a:schemeClr>
                          </a:solidFill>
                          <a:effectLst/>
                          <a:latin typeface="+mn-lt"/>
                          <a:ea typeface="Consolas" panose="020B0609020204030204" pitchFamily="49" charset="0"/>
                          <a:cs typeface="Consolas" panose="020B0609020204030204" pitchFamily="49" charset="0"/>
                        </a:rPr>
                        <a:t>return </a:t>
                      </a:r>
                      <a:r>
                        <a:rPr lang="en-US" sz="1400" b="1" spc="-10" dirty="0">
                          <a:solidFill>
                            <a:schemeClr val="accent6">
                              <a:lumMod val="75000"/>
                            </a:schemeClr>
                          </a:solidFill>
                          <a:effectLst/>
                          <a:latin typeface="+mn-lt"/>
                          <a:ea typeface="Consolas" panose="020B0609020204030204" pitchFamily="49" charset="0"/>
                          <a:cs typeface="Consolas" panose="020B0609020204030204" pitchFamily="49" charset="0"/>
                        </a:rPr>
                        <a:t>false"</a:t>
                      </a:r>
                      <a:r>
                        <a:rPr lang="en-US" sz="1400" spc="-10" dirty="0">
                          <a:effectLst/>
                          <a:latin typeface="+mn-lt"/>
                          <a:ea typeface="Consolas" panose="020B0609020204030204" pitchFamily="49" charset="0"/>
                          <a:cs typeface="Consolas" panose="020B0609020204030204" pitchFamily="49" charset="0"/>
                        </a:rPr>
                        <a:t>&gt;</a:t>
                      </a:r>
                      <a:endParaRPr lang="fr-FR" sz="1600" dirty="0">
                        <a:effectLst/>
                        <a:latin typeface="+mn-lt"/>
                        <a:ea typeface="Consolas" panose="020B0609020204030204" pitchFamily="49" charset="0"/>
                        <a:cs typeface="Consolas" panose="020B0609020204030204" pitchFamily="49" charset="0"/>
                      </a:endParaRPr>
                    </a:p>
                    <a:p>
                      <a:pPr marL="214630" algn="l"/>
                      <a:r>
                        <a:rPr lang="en-US" sz="1400" dirty="0">
                          <a:effectLst/>
                          <a:latin typeface="+mn-lt"/>
                          <a:ea typeface="Consolas" panose="020B0609020204030204" pitchFamily="49" charset="0"/>
                          <a:cs typeface="Consolas" panose="020B0609020204030204" pitchFamily="49" charset="0"/>
                        </a:rPr>
                        <a:t>&lt;button</a:t>
                      </a:r>
                      <a:r>
                        <a:rPr lang="en-US" sz="1400" spc="-40" dirty="0">
                          <a:effectLst/>
                          <a:latin typeface="+mn-lt"/>
                          <a:ea typeface="Consolas" panose="020B0609020204030204" pitchFamily="49" charset="0"/>
                          <a:cs typeface="Consolas" panose="020B0609020204030204" pitchFamily="49" charset="0"/>
                        </a:rPr>
                        <a:t> </a:t>
                      </a:r>
                      <a:r>
                        <a:rPr lang="en-US" sz="1400" spc="-10" dirty="0">
                          <a:effectLst/>
                          <a:latin typeface="+mn-lt"/>
                          <a:ea typeface="Consolas" panose="020B0609020204030204" pitchFamily="49" charset="0"/>
                          <a:cs typeface="Consolas" panose="020B0609020204030204" pitchFamily="49" charset="0"/>
                        </a:rPr>
                        <a:t>type="submit"&gt;Submit&lt;/button&gt;</a:t>
                      </a:r>
                      <a:endParaRPr lang="fr-FR" sz="1600" dirty="0">
                        <a:effectLst/>
                        <a:latin typeface="+mn-lt"/>
                        <a:ea typeface="Consolas" panose="020B0609020204030204" pitchFamily="49" charset="0"/>
                        <a:cs typeface="Consolas" panose="020B0609020204030204" pitchFamily="49" charset="0"/>
                      </a:endParaRPr>
                    </a:p>
                    <a:p>
                      <a:pPr algn="l"/>
                      <a:r>
                        <a:rPr lang="fr-FR" sz="1400" spc="-10" dirty="0">
                          <a:effectLst/>
                          <a:latin typeface="+mn-lt"/>
                          <a:ea typeface="Consolas" panose="020B0609020204030204" pitchFamily="49" charset="0"/>
                          <a:cs typeface="Consolas" panose="020B0609020204030204" pitchFamily="49" charset="0"/>
                        </a:rPr>
                        <a:t>&lt;/</a:t>
                      </a:r>
                      <a:r>
                        <a:rPr lang="fr-FR" sz="1400" spc="-10" dirty="0" err="1">
                          <a:effectLst/>
                          <a:latin typeface="+mn-lt"/>
                          <a:ea typeface="Consolas" panose="020B0609020204030204" pitchFamily="49" charset="0"/>
                          <a:cs typeface="Consolas" panose="020B0609020204030204" pitchFamily="49" charset="0"/>
                        </a:rPr>
                        <a:t>form</a:t>
                      </a:r>
                      <a:r>
                        <a:rPr lang="fr-FR" sz="1400" spc="-10" dirty="0">
                          <a:effectLst/>
                          <a:latin typeface="+mn-lt"/>
                          <a:ea typeface="Consolas" panose="020B0609020204030204" pitchFamily="49" charset="0"/>
                          <a:cs typeface="Consolas" panose="020B0609020204030204" pitchFamily="49" charset="0"/>
                        </a:rPr>
                        <a:t>&gt;</a:t>
                      </a:r>
                      <a:endParaRPr lang="fr-FR" dirty="0">
                        <a:latin typeface="+mn-lt"/>
                      </a:endParaRPr>
                    </a:p>
                  </a:txBody>
                  <a:tcPr/>
                </a:tc>
                <a:tc hMerge="1">
                  <a:txBody>
                    <a:bodyPr/>
                    <a:lstStyle/>
                    <a:p>
                      <a:endParaRPr lang="fr-FR"/>
                    </a:p>
                  </a:txBody>
                  <a:tcPr/>
                </a:tc>
                <a:extLst>
                  <a:ext uri="{0D108BD9-81ED-4DB2-BD59-A6C34878D82A}">
                    <a16:rowId xmlns:a16="http://schemas.microsoft.com/office/drawing/2014/main" val="3486870146"/>
                  </a:ext>
                </a:extLst>
              </a:tr>
              <a:tr h="370840">
                <a:tc>
                  <a:txBody>
                    <a:bodyPr/>
                    <a:lstStyle/>
                    <a:p>
                      <a:pPr algn="l"/>
                      <a:r>
                        <a:rPr lang="fr-FR" dirty="0"/>
                        <a:t>REACT</a:t>
                      </a:r>
                    </a:p>
                    <a:p>
                      <a:pPr algn="l"/>
                      <a:endParaRPr lang="fr-FR" dirty="0"/>
                    </a:p>
                  </a:txBody>
                  <a:tcPr anchor="ctr"/>
                </a:tc>
                <a:tc>
                  <a:txBody>
                    <a:bodyPr/>
                    <a:lstStyle/>
                    <a:p>
                      <a:pPr marL="20320" marR="0" lvl="0" indent="0" algn="l" defTabSz="685800" rtl="0" eaLnBrk="1" fontAlgn="auto" latinLnBrk="0" hangingPunct="1">
                        <a:lnSpc>
                          <a:spcPct val="100000"/>
                        </a:lnSpc>
                        <a:spcBef>
                          <a:spcPts val="0"/>
                        </a:spcBef>
                        <a:spcAft>
                          <a:spcPts val="0"/>
                        </a:spcAft>
                        <a:buClrTx/>
                        <a:buSzTx/>
                        <a:buFontTx/>
                        <a:buNone/>
                        <a:tabLst/>
                        <a:defRPr/>
                      </a:pPr>
                      <a:r>
                        <a:rPr lang="en-US" sz="1400" b="1" kern="1200" dirty="0">
                          <a:solidFill>
                            <a:schemeClr val="accent6">
                              <a:lumMod val="75000"/>
                            </a:schemeClr>
                          </a:solidFill>
                          <a:effectLst/>
                          <a:highlight>
                            <a:srgbClr val="000000"/>
                          </a:highlight>
                          <a:latin typeface="+mn-lt"/>
                          <a:ea typeface="+mn-ea"/>
                          <a:cs typeface="+mn-cs"/>
                        </a:rPr>
                        <a:t>//</a:t>
                      </a:r>
                      <a:r>
                        <a:rPr lang="en-US" sz="1400" b="1" kern="1200" dirty="0" err="1">
                          <a:solidFill>
                            <a:schemeClr val="accent6">
                              <a:lumMod val="75000"/>
                            </a:schemeClr>
                          </a:solidFill>
                          <a:effectLst/>
                          <a:highlight>
                            <a:srgbClr val="000000"/>
                          </a:highlight>
                          <a:latin typeface="+mn-lt"/>
                          <a:ea typeface="+mn-ea"/>
                          <a:cs typeface="+mn-cs"/>
                        </a:rPr>
                        <a:t>callBack</a:t>
                      </a:r>
                      <a:r>
                        <a:rPr lang="en-US" sz="1400" b="1" kern="1200" dirty="0">
                          <a:solidFill>
                            <a:schemeClr val="accent6">
                              <a:lumMod val="75000"/>
                            </a:schemeClr>
                          </a:solidFill>
                          <a:effectLst/>
                          <a:highlight>
                            <a:srgbClr val="000000"/>
                          </a:highlight>
                          <a:latin typeface="+mn-lt"/>
                          <a:ea typeface="+mn-ea"/>
                          <a:cs typeface="+mn-cs"/>
                        </a:rPr>
                        <a:t> function</a:t>
                      </a:r>
                      <a:endParaRPr lang="en-US" sz="1400" dirty="0">
                        <a:solidFill>
                          <a:srgbClr val="9CDCFD"/>
                        </a:solidFill>
                        <a:effectLst/>
                        <a:highlight>
                          <a:srgbClr val="000000"/>
                        </a:highlight>
                        <a:latin typeface="+mn-lt"/>
                        <a:ea typeface="Consolas" panose="020B0609020204030204" pitchFamily="49" charset="0"/>
                        <a:cs typeface="Consolas" panose="020B0609020204030204" pitchFamily="49" charset="0"/>
                      </a:endParaRPr>
                    </a:p>
                    <a:p>
                      <a:pPr marL="20320">
                        <a:spcBef>
                          <a:spcPts val="0"/>
                        </a:spcBef>
                        <a:spcAft>
                          <a:spcPts val="0"/>
                        </a:spcAft>
                      </a:pP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Import </a:t>
                      </a:r>
                      <a:r>
                        <a:rPr lang="en-US" sz="1400" dirty="0">
                          <a:solidFill>
                            <a:srgbClr val="9CDCFD"/>
                          </a:solidFill>
                          <a:effectLst/>
                          <a:highlight>
                            <a:srgbClr val="000000"/>
                          </a:highlight>
                          <a:latin typeface="+mn-lt"/>
                          <a:ea typeface="Consolas" panose="020B0609020204030204" pitchFamily="49" charset="0"/>
                          <a:cs typeface="Consolas" panose="020B0609020204030204" pitchFamily="49" charset="0"/>
                        </a:rPr>
                        <a:t>React</a:t>
                      </a:r>
                      <a:r>
                        <a:rPr lang="en-US" sz="1400" spc="-20" dirty="0">
                          <a:solidFill>
                            <a:srgbClr val="9CDCFD"/>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from</a:t>
                      </a:r>
                      <a:r>
                        <a:rPr lang="en-US" sz="1400" spc="-25" dirty="0">
                          <a:solidFill>
                            <a:srgbClr val="C585C0"/>
                          </a:solidFill>
                          <a:effectLst/>
                          <a:highlight>
                            <a:srgbClr val="000000"/>
                          </a:highlight>
                          <a:latin typeface="+mn-lt"/>
                          <a:ea typeface="Consolas" panose="020B0609020204030204" pitchFamily="49" charset="0"/>
                          <a:cs typeface="Consolas" panose="020B0609020204030204" pitchFamily="49" charset="0"/>
                        </a:rPr>
                        <a:t> </a:t>
                      </a:r>
                      <a:r>
                        <a:rPr lang="en-US" sz="1400" spc="-10" dirty="0">
                          <a:solidFill>
                            <a:srgbClr val="CE9178"/>
                          </a:solidFill>
                          <a:effectLst/>
                          <a:highlight>
                            <a:srgbClr val="000000"/>
                          </a:highlight>
                          <a:latin typeface="+mn-lt"/>
                          <a:ea typeface="Consolas" panose="020B0609020204030204" pitchFamily="49" charset="0"/>
                          <a:cs typeface="Consolas" panose="020B0609020204030204" pitchFamily="49" charset="0"/>
                        </a:rPr>
                        <a:t>'react'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313055" marR="1991360" indent="-293370">
                        <a:lnSpc>
                          <a:spcPct val="115000"/>
                        </a:lnSpc>
                        <a:spcBef>
                          <a:spcPts val="0"/>
                        </a:spcBef>
                        <a:spcAft>
                          <a:spcPts val="0"/>
                        </a:spcAft>
                      </a:pP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export</a:t>
                      </a:r>
                      <a:r>
                        <a:rPr lang="en-US" sz="1400" spc="-50" dirty="0">
                          <a:solidFill>
                            <a:srgbClr val="C585C0"/>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default  </a:t>
                      </a:r>
                      <a:r>
                        <a:rPr lang="en-US" sz="1400" dirty="0">
                          <a:solidFill>
                            <a:srgbClr val="559CD5"/>
                          </a:solidFill>
                          <a:effectLst/>
                          <a:highlight>
                            <a:srgbClr val="000000"/>
                          </a:highlight>
                          <a:latin typeface="+mn-lt"/>
                          <a:ea typeface="Consolas" panose="020B0609020204030204" pitchFamily="49" charset="0"/>
                          <a:cs typeface="Consolas" panose="020B0609020204030204" pitchFamily="49" charset="0"/>
                        </a:rPr>
                        <a:t>function </a:t>
                      </a:r>
                      <a:r>
                        <a:rPr lang="en-US" sz="1400" spc="-50" dirty="0">
                          <a:solidFill>
                            <a:srgbClr val="559CD5"/>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DCDCAA"/>
                          </a:solidFill>
                          <a:effectLst/>
                          <a:highlight>
                            <a:srgbClr val="000000"/>
                          </a:highlight>
                          <a:latin typeface="+mn-lt"/>
                          <a:ea typeface="Consolas" panose="020B0609020204030204" pitchFamily="49" charset="0"/>
                          <a:cs typeface="Consolas" panose="020B0609020204030204" pitchFamily="49" charset="0"/>
                        </a:rPr>
                        <a:t>Form</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55" dirty="0">
                          <a:solidFill>
                            <a:srgbClr val="D3D3D3"/>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 </a:t>
                      </a:r>
                    </a:p>
                    <a:p>
                      <a:pPr marL="313055" marR="1991360" indent="-293370">
                        <a:lnSpc>
                          <a:spcPct val="115000"/>
                        </a:lnSpc>
                        <a:spcBef>
                          <a:spcPts val="0"/>
                        </a:spcBef>
                        <a:spcAft>
                          <a:spcPts val="0"/>
                        </a:spcAft>
                      </a:pPr>
                      <a:r>
                        <a:rPr lang="en-US" sz="1400" dirty="0">
                          <a:solidFill>
                            <a:srgbClr val="559CD5"/>
                          </a:solidFill>
                          <a:effectLst/>
                          <a:highlight>
                            <a:srgbClr val="000000"/>
                          </a:highlight>
                          <a:latin typeface="+mn-lt"/>
                          <a:ea typeface="Consolas" panose="020B0609020204030204" pitchFamily="49" charset="0"/>
                          <a:cs typeface="Consolas" panose="020B0609020204030204" pitchFamily="49" charset="0"/>
                        </a:rPr>
                        <a:t>function </a:t>
                      </a:r>
                      <a:r>
                        <a:rPr lang="en-US" sz="1400" dirty="0" err="1">
                          <a:solidFill>
                            <a:srgbClr val="DCDCAA"/>
                          </a:solidFill>
                          <a:effectLst/>
                          <a:highlight>
                            <a:srgbClr val="000000"/>
                          </a:highlight>
                          <a:latin typeface="+mn-lt"/>
                          <a:ea typeface="Consolas" panose="020B0609020204030204" pitchFamily="49" charset="0"/>
                          <a:cs typeface="Consolas" panose="020B0609020204030204" pitchFamily="49" charset="0"/>
                        </a:rPr>
                        <a:t>handleSubmit</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dirty="0">
                          <a:solidFill>
                            <a:srgbClr val="9CDCFD"/>
                          </a:solidFill>
                          <a:effectLst/>
                          <a:highlight>
                            <a:srgbClr val="000000"/>
                          </a:highlight>
                          <a:latin typeface="+mn-lt"/>
                          <a:ea typeface="Consolas" panose="020B0609020204030204" pitchFamily="49" charset="0"/>
                          <a:cs typeface="Consolas" panose="020B0609020204030204" pitchFamily="49" charset="0"/>
                        </a:rPr>
                        <a:t>e</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 {</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20320" marR="57150" indent="438785">
                        <a:lnSpc>
                          <a:spcPct val="115000"/>
                        </a:lnSpc>
                        <a:spcBef>
                          <a:spcPts val="0"/>
                        </a:spcBef>
                        <a:spcAft>
                          <a:spcPts val="0"/>
                        </a:spcAft>
                      </a:pPr>
                      <a:r>
                        <a:rPr lang="en-US" sz="1400" dirty="0" err="1">
                          <a:solidFill>
                            <a:srgbClr val="9CDCFD"/>
                          </a:solidFill>
                          <a:effectLst/>
                          <a:highlight>
                            <a:srgbClr val="000000"/>
                          </a:highlight>
                          <a:latin typeface="+mn-lt"/>
                          <a:ea typeface="Consolas" panose="020B0609020204030204" pitchFamily="49" charset="0"/>
                          <a:cs typeface="Consolas" panose="020B0609020204030204" pitchFamily="49" charset="0"/>
                        </a:rPr>
                        <a:t>e</a:t>
                      </a:r>
                      <a:r>
                        <a:rPr lang="en-US" sz="1400" dirty="0" err="1">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dirty="0" err="1">
                          <a:solidFill>
                            <a:srgbClr val="DCDCAA"/>
                          </a:solidFill>
                          <a:effectLst/>
                          <a:highlight>
                            <a:srgbClr val="000000"/>
                          </a:highlight>
                          <a:latin typeface="+mn-lt"/>
                          <a:ea typeface="Consolas" panose="020B0609020204030204" pitchFamily="49" charset="0"/>
                          <a:cs typeface="Consolas" panose="020B0609020204030204" pitchFamily="49" charset="0"/>
                        </a:rPr>
                        <a:t>preventDefault</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a:t>
                      </a:r>
                    </a:p>
                    <a:p>
                      <a:pPr marL="20320" marR="57150" indent="438785">
                        <a:lnSpc>
                          <a:spcPct val="115000"/>
                        </a:lnSpc>
                        <a:spcBef>
                          <a:spcPts val="0"/>
                        </a:spcBef>
                        <a:spcAft>
                          <a:spcPts val="0"/>
                        </a:spcAft>
                      </a:pPr>
                      <a:r>
                        <a:rPr lang="en-US" sz="1400" dirty="0">
                          <a:solidFill>
                            <a:srgbClr val="9CDCFD"/>
                          </a:solidFill>
                          <a:effectLst/>
                          <a:highlight>
                            <a:srgbClr val="000000"/>
                          </a:highlight>
                          <a:latin typeface="+mn-lt"/>
                          <a:ea typeface="Consolas" panose="020B0609020204030204" pitchFamily="49" charset="0"/>
                          <a:cs typeface="Consolas" panose="020B0609020204030204" pitchFamily="49" charset="0"/>
                        </a:rPr>
                        <a:t>console</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dirty="0">
                          <a:solidFill>
                            <a:srgbClr val="DCDCAA"/>
                          </a:solidFill>
                          <a:effectLst/>
                          <a:highlight>
                            <a:srgbClr val="000000"/>
                          </a:highlight>
                          <a:latin typeface="+mn-lt"/>
                          <a:ea typeface="Consolas" panose="020B0609020204030204" pitchFamily="49" charset="0"/>
                          <a:cs typeface="Consolas" panose="020B0609020204030204" pitchFamily="49" charset="0"/>
                        </a:rPr>
                        <a:t>log</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dirty="0">
                          <a:solidFill>
                            <a:srgbClr val="CE9178"/>
                          </a:solidFill>
                          <a:effectLst/>
                          <a:highlight>
                            <a:srgbClr val="000000"/>
                          </a:highlight>
                          <a:latin typeface="+mn-lt"/>
                          <a:ea typeface="Consolas" panose="020B0609020204030204" pitchFamily="49" charset="0"/>
                          <a:cs typeface="Consolas" panose="020B0609020204030204" pitchFamily="49" charset="0"/>
                        </a:rPr>
                        <a:t>'You</a:t>
                      </a:r>
                      <a:r>
                        <a:rPr lang="en-US" sz="1400" spc="-145" dirty="0">
                          <a:solidFill>
                            <a:srgbClr val="CE9178"/>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CE9178"/>
                          </a:solidFill>
                          <a:effectLst/>
                          <a:highlight>
                            <a:srgbClr val="000000"/>
                          </a:highlight>
                          <a:latin typeface="+mn-lt"/>
                          <a:ea typeface="Consolas" panose="020B0609020204030204" pitchFamily="49" charset="0"/>
                          <a:cs typeface="Consolas" panose="020B0609020204030204" pitchFamily="49" charset="0"/>
                        </a:rPr>
                        <a:t>clicked </a:t>
                      </a:r>
                      <a:r>
                        <a:rPr lang="en-US" sz="1400" spc="-10" dirty="0">
                          <a:solidFill>
                            <a:srgbClr val="CE9178"/>
                          </a:solidFill>
                          <a:effectLst/>
                          <a:highlight>
                            <a:srgbClr val="000000"/>
                          </a:highlight>
                          <a:latin typeface="+mn-lt"/>
                          <a:ea typeface="Consolas" panose="020B0609020204030204" pitchFamily="49" charset="0"/>
                          <a:cs typeface="Consolas" panose="020B0609020204030204" pitchFamily="49" charset="0"/>
                        </a:rPr>
                        <a:t>submit.'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50" dirty="0">
                          <a:solidFill>
                            <a:srgbClr val="D3D3D3"/>
                          </a:solidFill>
                          <a:effectLst/>
                          <a:highlight>
                            <a:srgbClr val="000000"/>
                          </a:highlight>
                          <a:latin typeface="+mn-lt"/>
                          <a:ea typeface="Consolas" panose="020B0609020204030204" pitchFamily="49" charset="0"/>
                          <a:cs typeface="Consolas" panose="020B0609020204030204" pitchFamily="49" charset="0"/>
                        </a:rPr>
                        <a: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313055">
                        <a:spcBef>
                          <a:spcPts val="0"/>
                        </a:spcBef>
                        <a:spcAft>
                          <a:spcPts val="0"/>
                        </a:spcAft>
                      </a:pP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return</a:t>
                      </a:r>
                      <a:r>
                        <a:rPr lang="en-US" sz="1400" spc="-35" dirty="0">
                          <a:solidFill>
                            <a:srgbClr val="C585C0"/>
                          </a:solidFill>
                          <a:effectLst/>
                          <a:highlight>
                            <a:srgbClr val="000000"/>
                          </a:highlight>
                          <a:latin typeface="+mn-lt"/>
                          <a:ea typeface="Consolas" panose="020B0609020204030204" pitchFamily="49" charset="0"/>
                          <a:cs typeface="Consolas" panose="020B0609020204030204" pitchFamily="49" charset="0"/>
                        </a:rPr>
                        <a:t> </a:t>
                      </a:r>
                      <a:r>
                        <a:rPr lang="en-US" sz="1400" spc="-50" dirty="0">
                          <a:solidFill>
                            <a:srgbClr val="D3D3D3"/>
                          </a:solidFill>
                          <a:effectLst/>
                          <a:highlight>
                            <a:srgbClr val="000000"/>
                          </a:highlight>
                          <a:latin typeface="+mn-lt"/>
                          <a:ea typeface="Consolas" panose="020B0609020204030204" pitchFamily="49" charset="0"/>
                          <a:cs typeface="Consolas" panose="020B0609020204030204" pitchFamily="49" charset="0"/>
                        </a:rPr>
                        <a: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605790">
                        <a:spcBef>
                          <a:spcPts val="0"/>
                        </a:spcBef>
                        <a:spcAft>
                          <a:spcPts val="0"/>
                        </a:spcAft>
                      </a:pPr>
                      <a:r>
                        <a:rPr lang="en-US" sz="1400" dirty="0">
                          <a:solidFill>
                            <a:srgbClr val="6A9954"/>
                          </a:solidFill>
                          <a:effectLst/>
                          <a:highlight>
                            <a:srgbClr val="000000"/>
                          </a:highlight>
                          <a:latin typeface="+mn-lt"/>
                          <a:ea typeface="Consolas" panose="020B0609020204030204" pitchFamily="49" charset="0"/>
                          <a:cs typeface="Consolas" panose="020B0609020204030204" pitchFamily="49" charset="0"/>
                        </a:rPr>
                        <a:t>//</a:t>
                      </a:r>
                      <a:r>
                        <a:rPr lang="en-US" sz="1400" dirty="0" err="1">
                          <a:solidFill>
                            <a:srgbClr val="6A9954"/>
                          </a:solidFill>
                          <a:effectLst/>
                          <a:highlight>
                            <a:srgbClr val="000000"/>
                          </a:highlight>
                          <a:latin typeface="+mn-lt"/>
                          <a:ea typeface="Consolas" panose="020B0609020204030204" pitchFamily="49" charset="0"/>
                          <a:cs typeface="Consolas" panose="020B0609020204030204" pitchFamily="49" charset="0"/>
                        </a:rPr>
                        <a:t>callBack</a:t>
                      </a:r>
                      <a:r>
                        <a:rPr lang="en-US" sz="1400" spc="-85" dirty="0">
                          <a:solidFill>
                            <a:srgbClr val="6A9954"/>
                          </a:solidFill>
                          <a:effectLst/>
                          <a:highlight>
                            <a:srgbClr val="000000"/>
                          </a:highlight>
                          <a:latin typeface="+mn-lt"/>
                          <a:ea typeface="Consolas" panose="020B0609020204030204" pitchFamily="49" charset="0"/>
                          <a:cs typeface="Consolas" panose="020B0609020204030204" pitchFamily="49" charset="0"/>
                        </a:rPr>
                        <a:t> </a:t>
                      </a:r>
                      <a:r>
                        <a:rPr lang="en-US" sz="1400" spc="-10" dirty="0">
                          <a:solidFill>
                            <a:srgbClr val="6A9954"/>
                          </a:solidFill>
                          <a:effectLst/>
                          <a:highlight>
                            <a:srgbClr val="000000"/>
                          </a:highlight>
                          <a:latin typeface="+mn-lt"/>
                          <a:ea typeface="Consolas" panose="020B0609020204030204" pitchFamily="49" charset="0"/>
                          <a:cs typeface="Consolas" panose="020B0609020204030204" pitchFamily="49" charset="0"/>
                        </a:rPr>
                        <a:t>function</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459740">
                        <a:spcBef>
                          <a:spcPts val="0"/>
                        </a:spcBef>
                        <a:spcAft>
                          <a:spcPts val="0"/>
                        </a:spcAft>
                      </a:pPr>
                      <a:r>
                        <a:rPr lang="en-US" sz="1400" dirty="0">
                          <a:solidFill>
                            <a:srgbClr val="808080"/>
                          </a:solidFill>
                          <a:effectLst/>
                          <a:highlight>
                            <a:srgbClr val="000000"/>
                          </a:highlight>
                          <a:latin typeface="+mn-lt"/>
                          <a:ea typeface="Consolas" panose="020B0609020204030204" pitchFamily="49" charset="0"/>
                          <a:cs typeface="Consolas" panose="020B0609020204030204" pitchFamily="49" charset="0"/>
                        </a:rPr>
                        <a:t>&lt;</a:t>
                      </a:r>
                      <a:r>
                        <a:rPr lang="en-US" sz="1400" dirty="0">
                          <a:solidFill>
                            <a:srgbClr val="559CD5"/>
                          </a:solidFill>
                          <a:effectLst/>
                          <a:highlight>
                            <a:srgbClr val="000000"/>
                          </a:highlight>
                          <a:latin typeface="+mn-lt"/>
                          <a:ea typeface="Consolas" panose="020B0609020204030204" pitchFamily="49" charset="0"/>
                          <a:cs typeface="Consolas" panose="020B0609020204030204" pitchFamily="49" charset="0"/>
                        </a:rPr>
                        <a:t>form</a:t>
                      </a:r>
                      <a:r>
                        <a:rPr lang="en-US" sz="1400" spc="-30" dirty="0">
                          <a:solidFill>
                            <a:srgbClr val="559CD5"/>
                          </a:solidFill>
                          <a:effectLst/>
                          <a:highlight>
                            <a:srgbClr val="000000"/>
                          </a:highlight>
                          <a:latin typeface="+mn-lt"/>
                          <a:ea typeface="Consolas" panose="020B0609020204030204" pitchFamily="49" charset="0"/>
                          <a:cs typeface="Consolas" panose="020B0609020204030204" pitchFamily="49" charset="0"/>
                        </a:rPr>
                        <a:t> </a:t>
                      </a:r>
                      <a:r>
                        <a:rPr lang="en-US" sz="1400" spc="-10" dirty="0" err="1">
                          <a:solidFill>
                            <a:srgbClr val="9CDCFD"/>
                          </a:solidFill>
                          <a:effectLst/>
                          <a:highlight>
                            <a:srgbClr val="000000"/>
                          </a:highlight>
                          <a:latin typeface="+mn-lt"/>
                          <a:ea typeface="Consolas" panose="020B0609020204030204" pitchFamily="49" charset="0"/>
                          <a:cs typeface="Consolas" panose="020B0609020204030204" pitchFamily="49" charset="0"/>
                        </a:rPr>
                        <a:t>onSubmit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559CD5"/>
                          </a:solidFill>
                          <a:effectLst/>
                          <a:highlight>
                            <a:srgbClr val="000000"/>
                          </a:highlight>
                          <a:latin typeface="+mn-lt"/>
                          <a:ea typeface="Consolas" panose="020B0609020204030204" pitchFamily="49" charset="0"/>
                          <a:cs typeface="Consolas" panose="020B0609020204030204" pitchFamily="49" charset="0"/>
                        </a:rPr>
                        <a:t>{</a:t>
                      </a:r>
                      <a:r>
                        <a:rPr lang="en-US" sz="1400" spc="-10" dirty="0" err="1">
                          <a:solidFill>
                            <a:srgbClr val="DCDCAA"/>
                          </a:solidFill>
                          <a:effectLst/>
                          <a:highlight>
                            <a:srgbClr val="000000"/>
                          </a:highlight>
                          <a:latin typeface="+mn-lt"/>
                          <a:ea typeface="Consolas" panose="020B0609020204030204" pitchFamily="49" charset="0"/>
                          <a:cs typeface="Consolas" panose="020B0609020204030204" pitchFamily="49" charset="0"/>
                        </a:rPr>
                        <a:t>handleSubmit</a:t>
                      </a:r>
                      <a:r>
                        <a:rPr lang="en-US" sz="1400" spc="-10" dirty="0">
                          <a:solidFill>
                            <a:srgbClr val="559CD5"/>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&gt;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605790">
                        <a:spcBef>
                          <a:spcPts val="0"/>
                        </a:spcBef>
                        <a:spcAft>
                          <a:spcPts val="0"/>
                        </a:spcAft>
                      </a:pPr>
                      <a:r>
                        <a:rPr lang="en-US" sz="1400" dirty="0">
                          <a:solidFill>
                            <a:srgbClr val="808080"/>
                          </a:solidFill>
                          <a:effectLst/>
                          <a:highlight>
                            <a:srgbClr val="000000"/>
                          </a:highlight>
                          <a:latin typeface="+mn-lt"/>
                          <a:ea typeface="Consolas" panose="020B0609020204030204" pitchFamily="49" charset="0"/>
                          <a:cs typeface="Consolas" panose="020B0609020204030204" pitchFamily="49" charset="0"/>
                        </a:rPr>
                        <a:t>&lt;</a:t>
                      </a:r>
                      <a:r>
                        <a:rPr lang="en-US" sz="1400" dirty="0">
                          <a:solidFill>
                            <a:srgbClr val="559CD5"/>
                          </a:solidFill>
                          <a:effectLst/>
                          <a:highlight>
                            <a:srgbClr val="000000"/>
                          </a:highlight>
                          <a:latin typeface="+mn-lt"/>
                          <a:ea typeface="Consolas" panose="020B0609020204030204" pitchFamily="49" charset="0"/>
                          <a:cs typeface="Consolas" panose="020B0609020204030204" pitchFamily="49" charset="0"/>
                        </a:rPr>
                        <a:t>button</a:t>
                      </a:r>
                      <a:r>
                        <a:rPr lang="en-US" sz="1400" spc="-45" dirty="0">
                          <a:solidFill>
                            <a:srgbClr val="559CD5"/>
                          </a:solidFill>
                          <a:effectLst/>
                          <a:highlight>
                            <a:srgbClr val="000000"/>
                          </a:highlight>
                          <a:latin typeface="+mn-lt"/>
                          <a:ea typeface="Consolas" panose="020B0609020204030204" pitchFamily="49" charset="0"/>
                          <a:cs typeface="Consolas" panose="020B0609020204030204" pitchFamily="49" charset="0"/>
                        </a:rPr>
                        <a:t> </a:t>
                      </a:r>
                      <a:r>
                        <a:rPr lang="en-US" sz="1400" spc="-10" dirty="0">
                          <a:solidFill>
                            <a:srgbClr val="9CDCFD"/>
                          </a:solidFill>
                          <a:effectLst/>
                          <a:highlight>
                            <a:srgbClr val="000000"/>
                          </a:highlight>
                          <a:latin typeface="+mn-lt"/>
                          <a:ea typeface="Consolas" panose="020B0609020204030204" pitchFamily="49" charset="0"/>
                          <a:cs typeface="Consolas" panose="020B0609020204030204" pitchFamily="49" charset="0"/>
                        </a:rPr>
                        <a:t>type</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CE9178"/>
                          </a:solidFill>
                          <a:effectLst/>
                          <a:highlight>
                            <a:srgbClr val="000000"/>
                          </a:highlight>
                          <a:latin typeface="+mn-lt"/>
                          <a:ea typeface="Consolas" panose="020B0609020204030204" pitchFamily="49" charset="0"/>
                          <a:cs typeface="Consolas" panose="020B0609020204030204" pitchFamily="49" charset="0"/>
                        </a:rPr>
                        <a:t>"submit"</a:t>
                      </a:r>
                      <a:r>
                        <a:rPr lang="en-US"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&gt;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Submit</a:t>
                      </a:r>
                      <a:r>
                        <a:rPr lang="en-US"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&lt;/</a:t>
                      </a:r>
                      <a:r>
                        <a:rPr lang="en-US" sz="1400" spc="-10" dirty="0">
                          <a:solidFill>
                            <a:srgbClr val="559CD5"/>
                          </a:solidFill>
                          <a:effectLst/>
                          <a:highlight>
                            <a:srgbClr val="000000"/>
                          </a:highlight>
                          <a:latin typeface="+mn-lt"/>
                          <a:ea typeface="Consolas" panose="020B0609020204030204" pitchFamily="49" charset="0"/>
                          <a:cs typeface="Consolas" panose="020B0609020204030204" pitchFamily="49" charset="0"/>
                        </a:rPr>
                        <a:t>button</a:t>
                      </a:r>
                      <a:r>
                        <a:rPr lang="en-US"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&gt;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459740">
                        <a:spcBef>
                          <a:spcPts val="0"/>
                        </a:spcBef>
                        <a:spcAft>
                          <a:spcPts val="0"/>
                        </a:spcAft>
                      </a:pPr>
                      <a:r>
                        <a:rPr lang="fr-FR"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&lt;/</a:t>
                      </a:r>
                      <a:r>
                        <a:rPr lang="fr-FR" sz="1400" spc="-10" dirty="0" err="1">
                          <a:solidFill>
                            <a:srgbClr val="559CD5"/>
                          </a:solidFill>
                          <a:effectLst/>
                          <a:highlight>
                            <a:srgbClr val="000000"/>
                          </a:highlight>
                          <a:latin typeface="+mn-lt"/>
                          <a:ea typeface="Consolas" panose="020B0609020204030204" pitchFamily="49" charset="0"/>
                          <a:cs typeface="Consolas" panose="020B0609020204030204" pitchFamily="49" charset="0"/>
                        </a:rPr>
                        <a:t>form</a:t>
                      </a:r>
                      <a:r>
                        <a:rPr lang="fr-FR"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&gt;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313055">
                        <a:spcBef>
                          <a:spcPts val="205"/>
                        </a:spcBef>
                        <a:spcAft>
                          <a:spcPts val="0"/>
                        </a:spcAft>
                      </a:pPr>
                      <a:r>
                        <a:rPr lang="fr-FR" sz="1400" spc="-25"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fr-FR" sz="1400" spc="-50" dirty="0">
                          <a:solidFill>
                            <a:srgbClr val="D3D3D3"/>
                          </a:solidFill>
                          <a:effectLst/>
                          <a:highlight>
                            <a:srgbClr val="000000"/>
                          </a:highlight>
                          <a:latin typeface="+mn-lt"/>
                          <a:ea typeface="Consolas" panose="020B0609020204030204" pitchFamily="49" charset="0"/>
                          <a:cs typeface="Consolas" panose="020B0609020204030204" pitchFamily="49" charset="0"/>
                        </a:rPr>
                        <a:t>}</a:t>
                      </a:r>
                      <a:endParaRPr lang="fr-FR" sz="1400" dirty="0">
                        <a:highlight>
                          <a:srgbClr val="000000"/>
                        </a:highlight>
                        <a:latin typeface="+mn-lt"/>
                      </a:endParaRPr>
                    </a:p>
                  </a:txBody>
                  <a:tcPr/>
                </a:tc>
                <a:tc>
                  <a:txBody>
                    <a:bodyPr/>
                    <a:lstStyle/>
                    <a:p>
                      <a:pPr marL="67945" marR="0" lvl="0" indent="0" algn="l" defTabSz="685800" rtl="0" eaLnBrk="1" fontAlgn="auto" latinLnBrk="0" hangingPunct="1">
                        <a:lnSpc>
                          <a:spcPct val="100000"/>
                        </a:lnSpc>
                        <a:spcBef>
                          <a:spcPts val="185"/>
                        </a:spcBef>
                        <a:spcAft>
                          <a:spcPts val="0"/>
                        </a:spcAft>
                        <a:buClrTx/>
                        <a:buSzTx/>
                        <a:buFontTx/>
                        <a:buNone/>
                        <a:tabLst/>
                        <a:defRPr/>
                      </a:pPr>
                      <a:r>
                        <a:rPr lang="en-US" sz="1400" b="1" kern="1200" dirty="0">
                          <a:solidFill>
                            <a:schemeClr val="accent6">
                              <a:lumMod val="75000"/>
                            </a:schemeClr>
                          </a:solidFill>
                          <a:effectLst/>
                          <a:highlight>
                            <a:srgbClr val="000000"/>
                          </a:highlight>
                          <a:latin typeface="+mn-lt"/>
                          <a:ea typeface="+mn-ea"/>
                          <a:cs typeface="+mn-cs"/>
                        </a:rPr>
                        <a:t>//arrow </a:t>
                      </a:r>
                      <a:r>
                        <a:rPr lang="en-US" sz="1400" b="1" kern="1200" dirty="0" err="1">
                          <a:solidFill>
                            <a:schemeClr val="accent6">
                              <a:lumMod val="75000"/>
                            </a:schemeClr>
                          </a:solidFill>
                          <a:effectLst/>
                          <a:highlight>
                            <a:srgbClr val="000000"/>
                          </a:highlight>
                          <a:latin typeface="+mn-lt"/>
                          <a:ea typeface="+mn-ea"/>
                          <a:cs typeface="+mn-cs"/>
                        </a:rPr>
                        <a:t>fonction</a:t>
                      </a:r>
                      <a:endParaRPr lang="en-US" sz="1400" dirty="0">
                        <a:solidFill>
                          <a:srgbClr val="C585C0"/>
                        </a:solidFill>
                        <a:effectLst/>
                        <a:highlight>
                          <a:srgbClr val="000000"/>
                        </a:highlight>
                        <a:latin typeface="Consolas" panose="020B0609020204030204" pitchFamily="49" charset="0"/>
                        <a:ea typeface="Consolas" panose="020B0609020204030204" pitchFamily="49" charset="0"/>
                        <a:cs typeface="Consolas" panose="020B0609020204030204" pitchFamily="49" charset="0"/>
                      </a:endParaRPr>
                    </a:p>
                    <a:p>
                      <a:pPr marL="67945">
                        <a:spcBef>
                          <a:spcPts val="185"/>
                        </a:spcBef>
                      </a:pP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import</a:t>
                      </a:r>
                      <a:r>
                        <a:rPr lang="en-US" sz="1400" spc="-25" dirty="0">
                          <a:solidFill>
                            <a:srgbClr val="C585C0"/>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9CDCFD"/>
                          </a:solidFill>
                          <a:effectLst/>
                          <a:highlight>
                            <a:srgbClr val="000000"/>
                          </a:highlight>
                          <a:latin typeface="+mn-lt"/>
                          <a:ea typeface="Consolas" panose="020B0609020204030204" pitchFamily="49" charset="0"/>
                          <a:cs typeface="Consolas" panose="020B0609020204030204" pitchFamily="49" charset="0"/>
                        </a:rPr>
                        <a:t>React</a:t>
                      </a:r>
                      <a:r>
                        <a:rPr lang="en-US" sz="1400" spc="-20" dirty="0">
                          <a:solidFill>
                            <a:srgbClr val="9CDCFD"/>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from</a:t>
                      </a:r>
                      <a:r>
                        <a:rPr lang="en-US" sz="1400" spc="-25" dirty="0">
                          <a:solidFill>
                            <a:srgbClr val="C585C0"/>
                          </a:solidFill>
                          <a:effectLst/>
                          <a:highlight>
                            <a:srgbClr val="000000"/>
                          </a:highlight>
                          <a:latin typeface="+mn-lt"/>
                          <a:ea typeface="Consolas" panose="020B0609020204030204" pitchFamily="49" charset="0"/>
                          <a:cs typeface="Consolas" panose="020B0609020204030204" pitchFamily="49" charset="0"/>
                        </a:rPr>
                        <a:t> </a:t>
                      </a:r>
                      <a:r>
                        <a:rPr lang="en-US" sz="1400" spc="-10" dirty="0">
                          <a:solidFill>
                            <a:srgbClr val="CE9178"/>
                          </a:solidFill>
                          <a:effectLst/>
                          <a:highlight>
                            <a:srgbClr val="000000"/>
                          </a:highlight>
                          <a:latin typeface="+mn-lt"/>
                          <a:ea typeface="Consolas" panose="020B0609020204030204" pitchFamily="49" charset="0"/>
                          <a:cs typeface="Consolas" panose="020B0609020204030204" pitchFamily="49" charset="0"/>
                        </a:rPr>
                        <a:t>'react'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360680" marR="1802130" indent="-293370">
                        <a:lnSpc>
                          <a:spcPct val="115000"/>
                        </a:lnSpc>
                        <a:spcBef>
                          <a:spcPts val="200"/>
                        </a:spcBef>
                        <a:spcAft>
                          <a:spcPts val="0"/>
                        </a:spcAft>
                      </a:pP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export</a:t>
                      </a:r>
                      <a:r>
                        <a:rPr lang="en-US" sz="1400" spc="-50" dirty="0">
                          <a:solidFill>
                            <a:srgbClr val="C585C0"/>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default</a:t>
                      </a:r>
                      <a:r>
                        <a:rPr lang="en-US" sz="1400" spc="-50" dirty="0">
                          <a:solidFill>
                            <a:srgbClr val="C585C0"/>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559CD5"/>
                          </a:solidFill>
                          <a:effectLst/>
                          <a:highlight>
                            <a:srgbClr val="000000"/>
                          </a:highlight>
                          <a:latin typeface="+mn-lt"/>
                          <a:ea typeface="Consolas" panose="020B0609020204030204" pitchFamily="49" charset="0"/>
                          <a:cs typeface="Consolas" panose="020B0609020204030204" pitchFamily="49" charset="0"/>
                        </a:rPr>
                        <a:t>function</a:t>
                      </a:r>
                      <a:r>
                        <a:rPr lang="en-US" sz="1400" spc="-50" dirty="0">
                          <a:solidFill>
                            <a:srgbClr val="559CD5"/>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DCDCAA"/>
                          </a:solidFill>
                          <a:effectLst/>
                          <a:highlight>
                            <a:srgbClr val="000000"/>
                          </a:highlight>
                          <a:latin typeface="+mn-lt"/>
                          <a:ea typeface="Consolas" panose="020B0609020204030204" pitchFamily="49" charset="0"/>
                          <a:cs typeface="Consolas" panose="020B0609020204030204" pitchFamily="49" charset="0"/>
                        </a:rPr>
                        <a:t>Form</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559CD5"/>
                          </a:solidFill>
                          <a:effectLst/>
                          <a:highlight>
                            <a:srgbClr val="000000"/>
                          </a:highlight>
                          <a:latin typeface="+mn-lt"/>
                          <a:ea typeface="Consolas" panose="020B0609020204030204" pitchFamily="49" charset="0"/>
                          <a:cs typeface="Consolas" panose="020B0609020204030204" pitchFamily="49" charset="0"/>
                        </a:rPr>
                        <a:t>function </a:t>
                      </a:r>
                      <a:r>
                        <a:rPr lang="en-US" sz="1400" dirty="0" err="1">
                          <a:solidFill>
                            <a:srgbClr val="DCDCAA"/>
                          </a:solidFill>
                          <a:effectLst/>
                          <a:highlight>
                            <a:srgbClr val="000000"/>
                          </a:highlight>
                          <a:latin typeface="+mn-lt"/>
                          <a:ea typeface="Consolas" panose="020B0609020204030204" pitchFamily="49" charset="0"/>
                          <a:cs typeface="Consolas" panose="020B0609020204030204" pitchFamily="49" charset="0"/>
                        </a:rPr>
                        <a:t>handleSubmit</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dirty="0">
                          <a:solidFill>
                            <a:srgbClr val="9CDCFD"/>
                          </a:solidFill>
                          <a:effectLst/>
                          <a:highlight>
                            <a:srgbClr val="000000"/>
                          </a:highlight>
                          <a:latin typeface="+mn-lt"/>
                          <a:ea typeface="Consolas" panose="020B0609020204030204" pitchFamily="49" charset="0"/>
                          <a:cs typeface="Consolas" panose="020B0609020204030204" pitchFamily="49" charset="0"/>
                        </a:rPr>
                        <a:t>e</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 </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67945" marR="56515" indent="438785">
                        <a:lnSpc>
                          <a:spcPct val="115000"/>
                        </a:lnSpc>
                        <a:spcBef>
                          <a:spcPts val="15"/>
                        </a:spcBef>
                        <a:spcAft>
                          <a:spcPts val="0"/>
                        </a:spcAft>
                      </a:pPr>
                      <a:r>
                        <a:rPr lang="en-US" sz="1400" dirty="0" err="1">
                          <a:solidFill>
                            <a:srgbClr val="9CDCFD"/>
                          </a:solidFill>
                          <a:effectLst/>
                          <a:highlight>
                            <a:srgbClr val="000000"/>
                          </a:highlight>
                          <a:latin typeface="+mn-lt"/>
                          <a:ea typeface="Consolas" panose="020B0609020204030204" pitchFamily="49" charset="0"/>
                          <a:cs typeface="Consolas" panose="020B0609020204030204" pitchFamily="49" charset="0"/>
                        </a:rPr>
                        <a:t>e</a:t>
                      </a:r>
                      <a:r>
                        <a:rPr lang="en-US" sz="1400" dirty="0" err="1">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dirty="0" err="1">
                          <a:solidFill>
                            <a:srgbClr val="DCDCAA"/>
                          </a:solidFill>
                          <a:effectLst/>
                          <a:highlight>
                            <a:srgbClr val="000000"/>
                          </a:highlight>
                          <a:latin typeface="+mn-lt"/>
                          <a:ea typeface="Consolas" panose="020B0609020204030204" pitchFamily="49" charset="0"/>
                          <a:cs typeface="Consolas" panose="020B0609020204030204" pitchFamily="49" charset="0"/>
                        </a:rPr>
                        <a:t>preventDefault</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a:t>
                      </a:r>
                    </a:p>
                    <a:p>
                      <a:pPr marL="67945" marR="56515" indent="438785">
                        <a:lnSpc>
                          <a:spcPct val="115000"/>
                        </a:lnSpc>
                        <a:spcBef>
                          <a:spcPts val="15"/>
                        </a:spcBef>
                        <a:spcAft>
                          <a:spcPts val="0"/>
                        </a:spcAft>
                      </a:pPr>
                      <a:r>
                        <a:rPr lang="en-US" sz="1400" dirty="0">
                          <a:solidFill>
                            <a:srgbClr val="9CDCFD"/>
                          </a:solidFill>
                          <a:effectLst/>
                          <a:highlight>
                            <a:srgbClr val="000000"/>
                          </a:highlight>
                          <a:latin typeface="+mn-lt"/>
                          <a:ea typeface="Consolas" panose="020B0609020204030204" pitchFamily="49" charset="0"/>
                          <a:cs typeface="Consolas" panose="020B0609020204030204" pitchFamily="49" charset="0"/>
                        </a:rPr>
                        <a:t>console</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dirty="0">
                          <a:solidFill>
                            <a:srgbClr val="DCDCAA"/>
                          </a:solidFill>
                          <a:effectLst/>
                          <a:highlight>
                            <a:srgbClr val="000000"/>
                          </a:highlight>
                          <a:latin typeface="+mn-lt"/>
                          <a:ea typeface="Consolas" panose="020B0609020204030204" pitchFamily="49" charset="0"/>
                          <a:cs typeface="Consolas" panose="020B0609020204030204" pitchFamily="49" charset="0"/>
                        </a:rPr>
                        <a:t>log</a:t>
                      </a:r>
                      <a:r>
                        <a:rPr lang="en-US" sz="140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dirty="0">
                          <a:solidFill>
                            <a:srgbClr val="CE9178"/>
                          </a:solidFill>
                          <a:effectLst/>
                          <a:highlight>
                            <a:srgbClr val="000000"/>
                          </a:highlight>
                          <a:latin typeface="+mn-lt"/>
                          <a:ea typeface="Consolas" panose="020B0609020204030204" pitchFamily="49" charset="0"/>
                          <a:cs typeface="Consolas" panose="020B0609020204030204" pitchFamily="49" charset="0"/>
                        </a:rPr>
                        <a:t>'You</a:t>
                      </a:r>
                      <a:r>
                        <a:rPr lang="en-US" sz="1400" spc="-145" dirty="0">
                          <a:solidFill>
                            <a:srgbClr val="CE9178"/>
                          </a:solidFill>
                          <a:effectLst/>
                          <a:highlight>
                            <a:srgbClr val="000000"/>
                          </a:highlight>
                          <a:latin typeface="+mn-lt"/>
                          <a:ea typeface="Consolas" panose="020B0609020204030204" pitchFamily="49" charset="0"/>
                          <a:cs typeface="Consolas" panose="020B0609020204030204" pitchFamily="49" charset="0"/>
                        </a:rPr>
                        <a:t> </a:t>
                      </a:r>
                      <a:r>
                        <a:rPr lang="en-US" sz="1400" dirty="0">
                          <a:solidFill>
                            <a:srgbClr val="CE9178"/>
                          </a:solidFill>
                          <a:effectLst/>
                          <a:highlight>
                            <a:srgbClr val="000000"/>
                          </a:highlight>
                          <a:latin typeface="+mn-lt"/>
                          <a:ea typeface="Consolas" panose="020B0609020204030204" pitchFamily="49" charset="0"/>
                          <a:cs typeface="Consolas" panose="020B0609020204030204" pitchFamily="49" charset="0"/>
                        </a:rPr>
                        <a:t>clicked </a:t>
                      </a:r>
                      <a:r>
                        <a:rPr lang="en-US" sz="1400" spc="-10" dirty="0">
                          <a:solidFill>
                            <a:srgbClr val="CE9178"/>
                          </a:solidFill>
                          <a:effectLst/>
                          <a:highlight>
                            <a:srgbClr val="000000"/>
                          </a:highlight>
                          <a:latin typeface="+mn-lt"/>
                          <a:ea typeface="Consolas" panose="020B0609020204030204" pitchFamily="49" charset="0"/>
                          <a:cs typeface="Consolas" panose="020B0609020204030204" pitchFamily="49" charset="0"/>
                        </a:rPr>
                        <a:t>submit.'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50" dirty="0">
                          <a:solidFill>
                            <a:srgbClr val="D3D3D3"/>
                          </a:solidFill>
                          <a:effectLst/>
                          <a:highlight>
                            <a:srgbClr val="000000"/>
                          </a:highlight>
                          <a:latin typeface="+mn-lt"/>
                          <a:ea typeface="Consolas" panose="020B0609020204030204" pitchFamily="49" charset="0"/>
                          <a:cs typeface="Consolas" panose="020B0609020204030204" pitchFamily="49" charset="0"/>
                        </a:rPr>
                        <a: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360680">
                        <a:spcBef>
                          <a:spcPts val="185"/>
                        </a:spcBef>
                        <a:spcAft>
                          <a:spcPts val="0"/>
                        </a:spcAft>
                      </a:pPr>
                      <a:r>
                        <a:rPr lang="en-US" sz="1400" dirty="0">
                          <a:solidFill>
                            <a:srgbClr val="C585C0"/>
                          </a:solidFill>
                          <a:effectLst/>
                          <a:highlight>
                            <a:srgbClr val="000000"/>
                          </a:highlight>
                          <a:latin typeface="+mn-lt"/>
                          <a:ea typeface="Consolas" panose="020B0609020204030204" pitchFamily="49" charset="0"/>
                          <a:cs typeface="Consolas" panose="020B0609020204030204" pitchFamily="49" charset="0"/>
                        </a:rPr>
                        <a:t>return</a:t>
                      </a:r>
                      <a:r>
                        <a:rPr lang="en-US" sz="1400" spc="-35" dirty="0">
                          <a:solidFill>
                            <a:srgbClr val="C585C0"/>
                          </a:solidFill>
                          <a:effectLst/>
                          <a:highlight>
                            <a:srgbClr val="000000"/>
                          </a:highlight>
                          <a:latin typeface="+mn-lt"/>
                          <a:ea typeface="Consolas" panose="020B0609020204030204" pitchFamily="49" charset="0"/>
                          <a:cs typeface="Consolas" panose="020B0609020204030204" pitchFamily="49" charset="0"/>
                        </a:rPr>
                        <a:t> </a:t>
                      </a:r>
                      <a:r>
                        <a:rPr lang="en-US" sz="1400" spc="-50" dirty="0">
                          <a:solidFill>
                            <a:srgbClr val="D3D3D3"/>
                          </a:solidFill>
                          <a:effectLst/>
                          <a:highlight>
                            <a:srgbClr val="000000"/>
                          </a:highlight>
                          <a:latin typeface="+mn-lt"/>
                          <a:ea typeface="Consolas" panose="020B0609020204030204" pitchFamily="49" charset="0"/>
                          <a:cs typeface="Consolas" panose="020B0609020204030204" pitchFamily="49" charset="0"/>
                        </a:rPr>
                        <a: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653415">
                        <a:spcBef>
                          <a:spcPts val="200"/>
                        </a:spcBef>
                        <a:spcAft>
                          <a:spcPts val="0"/>
                        </a:spcAft>
                      </a:pPr>
                      <a:r>
                        <a:rPr lang="en-US" sz="1400" dirty="0">
                          <a:solidFill>
                            <a:srgbClr val="6A9954"/>
                          </a:solidFill>
                          <a:effectLst/>
                          <a:highlight>
                            <a:srgbClr val="000000"/>
                          </a:highlight>
                          <a:latin typeface="+mn-lt"/>
                          <a:ea typeface="Consolas" panose="020B0609020204030204" pitchFamily="49" charset="0"/>
                          <a:cs typeface="Consolas" panose="020B0609020204030204" pitchFamily="49" charset="0"/>
                        </a:rPr>
                        <a:t>//arrow</a:t>
                      </a:r>
                      <a:r>
                        <a:rPr lang="en-US" sz="1400" spc="-50" dirty="0">
                          <a:solidFill>
                            <a:srgbClr val="6A9954"/>
                          </a:solidFill>
                          <a:effectLst/>
                          <a:highlight>
                            <a:srgbClr val="000000"/>
                          </a:highlight>
                          <a:latin typeface="+mn-lt"/>
                          <a:ea typeface="Consolas" panose="020B0609020204030204" pitchFamily="49" charset="0"/>
                          <a:cs typeface="Consolas" panose="020B0609020204030204" pitchFamily="49" charset="0"/>
                        </a:rPr>
                        <a:t> </a:t>
                      </a:r>
                      <a:r>
                        <a:rPr lang="en-US" sz="1400" spc="-10" dirty="0">
                          <a:solidFill>
                            <a:srgbClr val="6A9954"/>
                          </a:solidFill>
                          <a:effectLst/>
                          <a:highlight>
                            <a:srgbClr val="000000"/>
                          </a:highlight>
                          <a:latin typeface="+mn-lt"/>
                          <a:ea typeface="Consolas" panose="020B0609020204030204" pitchFamily="49" charset="0"/>
                          <a:cs typeface="Consolas" panose="020B0609020204030204" pitchFamily="49" charset="0"/>
                        </a:rPr>
                        <a:t>function</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507365">
                        <a:spcBef>
                          <a:spcPts val="200"/>
                        </a:spcBef>
                        <a:spcAft>
                          <a:spcPts val="0"/>
                        </a:spcAft>
                      </a:pPr>
                      <a:r>
                        <a:rPr lang="en-US" sz="1400" dirty="0">
                          <a:solidFill>
                            <a:srgbClr val="808080"/>
                          </a:solidFill>
                          <a:effectLst/>
                          <a:highlight>
                            <a:srgbClr val="000000"/>
                          </a:highlight>
                          <a:latin typeface="+mn-lt"/>
                          <a:ea typeface="Consolas" panose="020B0609020204030204" pitchFamily="49" charset="0"/>
                          <a:cs typeface="Consolas" panose="020B0609020204030204" pitchFamily="49" charset="0"/>
                        </a:rPr>
                        <a:t>&lt;</a:t>
                      </a:r>
                      <a:r>
                        <a:rPr lang="en-US" sz="1400" dirty="0">
                          <a:solidFill>
                            <a:srgbClr val="559CD5"/>
                          </a:solidFill>
                          <a:effectLst/>
                          <a:highlight>
                            <a:srgbClr val="000000"/>
                          </a:highlight>
                          <a:latin typeface="+mn-lt"/>
                          <a:ea typeface="Consolas" panose="020B0609020204030204" pitchFamily="49" charset="0"/>
                          <a:cs typeface="Consolas" panose="020B0609020204030204" pitchFamily="49" charset="0"/>
                        </a:rPr>
                        <a:t>form</a:t>
                      </a:r>
                      <a:r>
                        <a:rPr lang="en-US" sz="1400" spc="-30" dirty="0">
                          <a:solidFill>
                            <a:srgbClr val="559CD5"/>
                          </a:solidFill>
                          <a:effectLst/>
                          <a:highlight>
                            <a:srgbClr val="000000"/>
                          </a:highlight>
                          <a:latin typeface="+mn-lt"/>
                          <a:ea typeface="Consolas" panose="020B0609020204030204" pitchFamily="49" charset="0"/>
                          <a:cs typeface="Consolas" panose="020B0609020204030204" pitchFamily="49" charset="0"/>
                        </a:rPr>
                        <a:t> </a:t>
                      </a:r>
                      <a:r>
                        <a:rPr lang="en-US" sz="1400" spc="-10" dirty="0" err="1">
                          <a:solidFill>
                            <a:srgbClr val="9CDCFD"/>
                          </a:solidFill>
                          <a:effectLst/>
                          <a:highlight>
                            <a:srgbClr val="000000"/>
                          </a:highlight>
                          <a:latin typeface="+mn-lt"/>
                          <a:ea typeface="Consolas" panose="020B0609020204030204" pitchFamily="49" charset="0"/>
                          <a:cs typeface="Consolas" panose="020B0609020204030204" pitchFamily="49" charset="0"/>
                        </a:rPr>
                        <a:t>onSubmit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559CD5"/>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9CDCFD"/>
                          </a:solidFill>
                          <a:effectLst/>
                          <a:highlight>
                            <a:srgbClr val="000000"/>
                          </a:highlight>
                          <a:latin typeface="+mn-lt"/>
                          <a:ea typeface="Consolas" panose="020B0609020204030204" pitchFamily="49" charset="0"/>
                          <a:cs typeface="Consolas" panose="020B0609020204030204" pitchFamily="49" charset="0"/>
                        </a:rPr>
                        <a:t>event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559CD5"/>
                          </a:solidFill>
                          <a:effectLst/>
                          <a:highlight>
                            <a:srgbClr val="000000"/>
                          </a:highlight>
                          <a:latin typeface="+mn-lt"/>
                          <a:ea typeface="Consolas" panose="020B0609020204030204" pitchFamily="49" charset="0"/>
                          <a:cs typeface="Consolas" panose="020B0609020204030204" pitchFamily="49" charset="0"/>
                        </a:rPr>
                        <a:t>=&gt;</a:t>
                      </a:r>
                      <a:r>
                        <a:rPr lang="en-US" sz="1400" spc="-10" dirty="0" err="1">
                          <a:solidFill>
                            <a:srgbClr val="DCDCAA"/>
                          </a:solidFill>
                          <a:effectLst/>
                          <a:highlight>
                            <a:srgbClr val="000000"/>
                          </a:highlight>
                          <a:latin typeface="+mn-lt"/>
                          <a:ea typeface="Consolas" panose="020B0609020204030204" pitchFamily="49" charset="0"/>
                          <a:cs typeface="Consolas" panose="020B0609020204030204" pitchFamily="49" charset="0"/>
                        </a:rPr>
                        <a:t>handleSubmit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9CDCFD"/>
                          </a:solidFill>
                          <a:effectLst/>
                          <a:highlight>
                            <a:srgbClr val="000000"/>
                          </a:highlight>
                          <a:latin typeface="+mn-lt"/>
                          <a:ea typeface="Consolas" panose="020B0609020204030204" pitchFamily="49" charset="0"/>
                          <a:cs typeface="Consolas" panose="020B0609020204030204" pitchFamily="49" charset="0"/>
                        </a:rPr>
                        <a:t>event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559CD5"/>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&gt;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653415">
                        <a:spcBef>
                          <a:spcPts val="200"/>
                        </a:spcBef>
                        <a:spcAft>
                          <a:spcPts val="0"/>
                        </a:spcAft>
                      </a:pPr>
                      <a:r>
                        <a:rPr lang="en-US" sz="1400" dirty="0">
                          <a:solidFill>
                            <a:srgbClr val="808080"/>
                          </a:solidFill>
                          <a:effectLst/>
                          <a:highlight>
                            <a:srgbClr val="000000"/>
                          </a:highlight>
                          <a:latin typeface="+mn-lt"/>
                          <a:ea typeface="Consolas" panose="020B0609020204030204" pitchFamily="49" charset="0"/>
                          <a:cs typeface="Consolas" panose="020B0609020204030204" pitchFamily="49" charset="0"/>
                        </a:rPr>
                        <a:t>&lt;</a:t>
                      </a:r>
                      <a:r>
                        <a:rPr lang="en-US" sz="1400" dirty="0">
                          <a:solidFill>
                            <a:srgbClr val="559CD5"/>
                          </a:solidFill>
                          <a:effectLst/>
                          <a:highlight>
                            <a:srgbClr val="000000"/>
                          </a:highlight>
                          <a:latin typeface="+mn-lt"/>
                          <a:ea typeface="Consolas" panose="020B0609020204030204" pitchFamily="49" charset="0"/>
                          <a:cs typeface="Consolas" panose="020B0609020204030204" pitchFamily="49" charset="0"/>
                        </a:rPr>
                        <a:t>button</a:t>
                      </a:r>
                      <a:r>
                        <a:rPr lang="en-US" sz="1400" spc="-45" dirty="0">
                          <a:solidFill>
                            <a:srgbClr val="559CD5"/>
                          </a:solidFill>
                          <a:effectLst/>
                          <a:highlight>
                            <a:srgbClr val="000000"/>
                          </a:highlight>
                          <a:latin typeface="+mn-lt"/>
                          <a:ea typeface="Consolas" panose="020B0609020204030204" pitchFamily="49" charset="0"/>
                          <a:cs typeface="Consolas" panose="020B0609020204030204" pitchFamily="49" charset="0"/>
                        </a:rPr>
                        <a:t> </a:t>
                      </a:r>
                      <a:r>
                        <a:rPr lang="en-US" sz="1400" spc="-10" dirty="0">
                          <a:solidFill>
                            <a:srgbClr val="9CDCFD"/>
                          </a:solidFill>
                          <a:effectLst/>
                          <a:highlight>
                            <a:srgbClr val="000000"/>
                          </a:highlight>
                          <a:latin typeface="+mn-lt"/>
                          <a:ea typeface="Consolas" panose="020B0609020204030204" pitchFamily="49" charset="0"/>
                          <a:cs typeface="Consolas" panose="020B0609020204030204" pitchFamily="49" charset="0"/>
                        </a:rPr>
                        <a:t>type</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en-US" sz="1400" spc="-10" dirty="0">
                          <a:solidFill>
                            <a:srgbClr val="CE9178"/>
                          </a:solidFill>
                          <a:effectLst/>
                          <a:highlight>
                            <a:srgbClr val="000000"/>
                          </a:highlight>
                          <a:latin typeface="+mn-lt"/>
                          <a:ea typeface="Consolas" panose="020B0609020204030204" pitchFamily="49" charset="0"/>
                          <a:cs typeface="Consolas" panose="020B0609020204030204" pitchFamily="49" charset="0"/>
                        </a:rPr>
                        <a:t>"submit"</a:t>
                      </a:r>
                      <a:r>
                        <a:rPr lang="en-US"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&gt;</a:t>
                      </a:r>
                      <a:r>
                        <a:rPr lang="en-US" sz="1400" spc="-10" dirty="0">
                          <a:solidFill>
                            <a:srgbClr val="D3D3D3"/>
                          </a:solidFill>
                          <a:effectLst/>
                          <a:highlight>
                            <a:srgbClr val="000000"/>
                          </a:highlight>
                          <a:latin typeface="+mn-lt"/>
                          <a:ea typeface="Consolas" panose="020B0609020204030204" pitchFamily="49" charset="0"/>
                          <a:cs typeface="Consolas" panose="020B0609020204030204" pitchFamily="49" charset="0"/>
                        </a:rPr>
                        <a:t>Submit</a:t>
                      </a:r>
                      <a:r>
                        <a:rPr lang="en-US"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&lt;/</a:t>
                      </a:r>
                      <a:r>
                        <a:rPr lang="en-US" sz="1400" spc="-10" dirty="0">
                          <a:solidFill>
                            <a:srgbClr val="559CD5"/>
                          </a:solidFill>
                          <a:effectLst/>
                          <a:highlight>
                            <a:srgbClr val="000000"/>
                          </a:highlight>
                          <a:latin typeface="+mn-lt"/>
                          <a:ea typeface="Consolas" panose="020B0609020204030204" pitchFamily="49" charset="0"/>
                          <a:cs typeface="Consolas" panose="020B0609020204030204" pitchFamily="49" charset="0"/>
                        </a:rPr>
                        <a:t>button</a:t>
                      </a:r>
                      <a:r>
                        <a:rPr lang="en-US"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&gt;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507365">
                        <a:spcBef>
                          <a:spcPts val="185"/>
                        </a:spcBef>
                        <a:spcAft>
                          <a:spcPts val="0"/>
                        </a:spcAft>
                      </a:pPr>
                      <a:r>
                        <a:rPr lang="fr-FR"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&lt;/</a:t>
                      </a:r>
                      <a:r>
                        <a:rPr lang="fr-FR" sz="1400" spc="-10" dirty="0" err="1">
                          <a:solidFill>
                            <a:srgbClr val="559CD5"/>
                          </a:solidFill>
                          <a:effectLst/>
                          <a:highlight>
                            <a:srgbClr val="000000"/>
                          </a:highlight>
                          <a:latin typeface="+mn-lt"/>
                          <a:ea typeface="Consolas" panose="020B0609020204030204" pitchFamily="49" charset="0"/>
                          <a:cs typeface="Consolas" panose="020B0609020204030204" pitchFamily="49" charset="0"/>
                        </a:rPr>
                        <a:t>form</a:t>
                      </a:r>
                      <a:r>
                        <a:rPr lang="fr-FR" sz="1400" spc="-10" dirty="0">
                          <a:solidFill>
                            <a:srgbClr val="808080"/>
                          </a:solidFill>
                          <a:effectLst/>
                          <a:highlight>
                            <a:srgbClr val="000000"/>
                          </a:highlight>
                          <a:latin typeface="+mn-lt"/>
                          <a:ea typeface="Consolas" panose="020B0609020204030204" pitchFamily="49" charset="0"/>
                          <a:cs typeface="Consolas" panose="020B0609020204030204" pitchFamily="49" charset="0"/>
                        </a:rPr>
                        <a:t>&gt;</a:t>
                      </a:r>
                      <a:endParaRPr lang="fr-FR" sz="1400" dirty="0">
                        <a:effectLst/>
                        <a:highlight>
                          <a:srgbClr val="000000"/>
                        </a:highlight>
                        <a:latin typeface="+mn-lt"/>
                        <a:ea typeface="Consolas" panose="020B0609020204030204" pitchFamily="49" charset="0"/>
                        <a:cs typeface="Consolas" panose="020B0609020204030204" pitchFamily="49" charset="0"/>
                      </a:endParaRPr>
                    </a:p>
                    <a:p>
                      <a:pPr marL="360680">
                        <a:spcBef>
                          <a:spcPts val="200"/>
                        </a:spcBef>
                        <a:spcAft>
                          <a:spcPts val="0"/>
                        </a:spcAft>
                      </a:pPr>
                      <a:r>
                        <a:rPr lang="fr-FR" sz="1400" spc="-25" dirty="0">
                          <a:solidFill>
                            <a:srgbClr val="D3D3D3"/>
                          </a:solidFill>
                          <a:effectLst/>
                          <a:highlight>
                            <a:srgbClr val="000000"/>
                          </a:highlight>
                          <a:latin typeface="+mn-lt"/>
                          <a:ea typeface="Consolas" panose="020B0609020204030204" pitchFamily="49" charset="0"/>
                          <a:cs typeface="Consolas" panose="020B0609020204030204" pitchFamily="49" charset="0"/>
                        </a:rPr>
                        <a:t>);</a:t>
                      </a:r>
                      <a:r>
                        <a:rPr lang="fr-FR" sz="1400" spc="-50" dirty="0">
                          <a:solidFill>
                            <a:srgbClr val="D3D3D3"/>
                          </a:solidFill>
                          <a:effectLst/>
                          <a:highlight>
                            <a:srgbClr val="000000"/>
                          </a:highlight>
                          <a:latin typeface="+mn-lt"/>
                          <a:ea typeface="Consolas" panose="020B0609020204030204" pitchFamily="49" charset="0"/>
                          <a:cs typeface="Consolas" panose="020B0609020204030204" pitchFamily="49" charset="0"/>
                        </a:rPr>
                        <a:t>}</a:t>
                      </a:r>
                      <a:endParaRPr lang="fr-FR" sz="1400" dirty="0">
                        <a:highlight>
                          <a:srgbClr val="000000"/>
                        </a:highlight>
                        <a:latin typeface="+mn-lt"/>
                      </a:endParaRPr>
                    </a:p>
                    <a:p>
                      <a:pPr marL="313055">
                        <a:spcBef>
                          <a:spcPts val="205"/>
                        </a:spcBef>
                        <a:spcAft>
                          <a:spcPts val="0"/>
                        </a:spcAft>
                      </a:pPr>
                      <a:endParaRPr lang="fr-FR" dirty="0">
                        <a:highlight>
                          <a:srgbClr val="000000"/>
                        </a:highlight>
                      </a:endParaRPr>
                    </a:p>
                  </a:txBody>
                  <a:tcPr/>
                </a:tc>
                <a:extLst>
                  <a:ext uri="{0D108BD9-81ED-4DB2-BD59-A6C34878D82A}">
                    <a16:rowId xmlns:a16="http://schemas.microsoft.com/office/drawing/2014/main" val="2671468079"/>
                  </a:ext>
                </a:extLst>
              </a:tr>
            </a:tbl>
          </a:graphicData>
        </a:graphic>
      </p:graphicFrame>
    </p:spTree>
    <p:extLst>
      <p:ext uri="{BB962C8B-B14F-4D97-AF65-F5344CB8AC3E}">
        <p14:creationId xmlns:p14="http://schemas.microsoft.com/office/powerpoint/2010/main" val="2730544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a:t>
            </a:r>
            <a:r>
              <a:rPr lang="fr-FR" sz="2400" b="1">
                <a:solidFill>
                  <a:schemeClr val="accent1">
                    <a:lumMod val="75000"/>
                  </a:schemeClr>
                </a:solidFill>
                <a:latin typeface="+mn-lt"/>
              </a:rPr>
              <a:t>: Evénements</a:t>
            </a:r>
            <a:endParaRPr lang="fr-FR" sz="2400" b="1" dirty="0">
              <a:solidFill>
                <a:schemeClr val="accent1">
                  <a:lumMod val="75000"/>
                </a:schemeClr>
              </a:solidFill>
              <a:latin typeface="+mn-lt"/>
            </a:endParaRPr>
          </a:p>
        </p:txBody>
      </p:sp>
      <p:sp>
        <p:nvSpPr>
          <p:cNvPr id="9" name="ZoneTexte 8">
            <a:extLst>
              <a:ext uri="{FF2B5EF4-FFF2-40B4-BE49-F238E27FC236}">
                <a16:creationId xmlns:a16="http://schemas.microsoft.com/office/drawing/2014/main" id="{B087AE72-9287-450F-05A0-0B236FCEFEA6}"/>
              </a:ext>
            </a:extLst>
          </p:cNvPr>
          <p:cNvSpPr txBox="1"/>
          <p:nvPr/>
        </p:nvSpPr>
        <p:spPr>
          <a:xfrm>
            <a:off x="328936" y="888891"/>
            <a:ext cx="1202076" cy="369332"/>
          </a:xfrm>
          <a:prstGeom prst="rect">
            <a:avLst/>
          </a:prstGeom>
          <a:noFill/>
        </p:spPr>
        <p:txBody>
          <a:bodyPr wrap="square">
            <a:spAutoFit/>
          </a:bodyPr>
          <a:lstStyle/>
          <a:p>
            <a:pPr algn="just"/>
            <a:r>
              <a:rPr lang="fr-FR" sz="1800" b="1" u="sng" spc="-10" dirty="0" err="1">
                <a:solidFill>
                  <a:srgbClr val="833B0A"/>
                </a:solidFill>
                <a:effectLst/>
                <a:uFill>
                  <a:solidFill>
                    <a:srgbClr val="833B0A"/>
                  </a:solidFill>
                </a:uFill>
                <a:latin typeface="Calibri" panose="020F0502020204030204" pitchFamily="34" charset="0"/>
                <a:ea typeface="Consolas" panose="020B0609020204030204" pitchFamily="49" charset="0"/>
                <a:cs typeface="Consolas" panose="020B0609020204030204" pitchFamily="49" charset="0"/>
              </a:rPr>
              <a:t>onSubmit</a:t>
            </a:r>
            <a:endParaRPr lang="fr-FR" sz="18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2" name="ZoneTexte 1">
            <a:extLst>
              <a:ext uri="{FF2B5EF4-FFF2-40B4-BE49-F238E27FC236}">
                <a16:creationId xmlns:a16="http://schemas.microsoft.com/office/drawing/2014/main" id="{30FEC71A-738E-4F91-E673-01DAA2F1ECE1}"/>
              </a:ext>
            </a:extLst>
          </p:cNvPr>
          <p:cNvSpPr txBox="1"/>
          <p:nvPr/>
        </p:nvSpPr>
        <p:spPr>
          <a:xfrm>
            <a:off x="328936" y="1525884"/>
            <a:ext cx="1202076" cy="338554"/>
          </a:xfrm>
          <a:prstGeom prst="rect">
            <a:avLst/>
          </a:prstGeom>
          <a:noFill/>
        </p:spPr>
        <p:txBody>
          <a:bodyPr wrap="square">
            <a:spAutoFit/>
          </a:bodyPr>
          <a:lstStyle/>
          <a:p>
            <a:pPr lvl="0" algn="just"/>
            <a:r>
              <a:rPr lang="fr-FR" sz="1600" b="1" u="sng" spc="-10" dirty="0">
                <a:effectLst/>
                <a:uFill>
                  <a:solidFill>
                    <a:srgbClr val="833B0A"/>
                  </a:solidFill>
                </a:uFill>
                <a:latin typeface="Calibri" panose="020F0502020204030204" pitchFamily="34" charset="0"/>
                <a:ea typeface="Consolas" panose="020B0609020204030204" pitchFamily="49" charset="0"/>
                <a:cs typeface="Consolas" panose="020B0609020204030204" pitchFamily="49" charset="0"/>
              </a:rPr>
              <a:t>HTML</a:t>
            </a:r>
            <a:endParaRPr lang="fr-MA" b="1" dirty="0">
              <a:latin typeface="+mn-lt"/>
            </a:endParaRPr>
          </a:p>
        </p:txBody>
      </p:sp>
      <p:sp>
        <p:nvSpPr>
          <p:cNvPr id="3" name="ZoneTexte 2">
            <a:extLst>
              <a:ext uri="{FF2B5EF4-FFF2-40B4-BE49-F238E27FC236}">
                <a16:creationId xmlns:a16="http://schemas.microsoft.com/office/drawing/2014/main" id="{CC6A3583-BF7F-38F7-65A3-09D5882FD6E2}"/>
              </a:ext>
            </a:extLst>
          </p:cNvPr>
          <p:cNvSpPr txBox="1"/>
          <p:nvPr/>
        </p:nvSpPr>
        <p:spPr>
          <a:xfrm>
            <a:off x="328936" y="3429000"/>
            <a:ext cx="1202076" cy="338554"/>
          </a:xfrm>
          <a:prstGeom prst="rect">
            <a:avLst/>
          </a:prstGeom>
          <a:noFill/>
        </p:spPr>
        <p:txBody>
          <a:bodyPr wrap="square">
            <a:spAutoFit/>
          </a:bodyPr>
          <a:lstStyle/>
          <a:p>
            <a:pPr lvl="0" algn="just"/>
            <a:r>
              <a:rPr lang="fr-FR" sz="1600" b="1" u="sng" spc="-10" dirty="0">
                <a:effectLst/>
                <a:uFill>
                  <a:solidFill>
                    <a:srgbClr val="833B0A"/>
                  </a:solidFill>
                </a:uFill>
                <a:latin typeface="Calibri" panose="020F0502020204030204" pitchFamily="34" charset="0"/>
                <a:ea typeface="Consolas" panose="020B0609020204030204" pitchFamily="49" charset="0"/>
                <a:cs typeface="Consolas" panose="020B0609020204030204" pitchFamily="49" charset="0"/>
              </a:rPr>
              <a:t>REACT</a:t>
            </a:r>
            <a:endParaRPr lang="fr-MA" b="1" dirty="0">
              <a:latin typeface="+mn-lt"/>
            </a:endParaRPr>
          </a:p>
        </p:txBody>
      </p:sp>
      <p:sp>
        <p:nvSpPr>
          <p:cNvPr id="8" name="ZoneTexte 7">
            <a:extLst>
              <a:ext uri="{FF2B5EF4-FFF2-40B4-BE49-F238E27FC236}">
                <a16:creationId xmlns:a16="http://schemas.microsoft.com/office/drawing/2014/main" id="{5EC8889D-0C9E-3406-D0DC-70BA6FF441B4}"/>
              </a:ext>
            </a:extLst>
          </p:cNvPr>
          <p:cNvSpPr txBox="1"/>
          <p:nvPr/>
        </p:nvSpPr>
        <p:spPr>
          <a:xfrm>
            <a:off x="2024008" y="1274148"/>
            <a:ext cx="6072027" cy="882678"/>
          </a:xfrm>
          <a:prstGeom prst="rect">
            <a:avLst/>
          </a:prstGeom>
          <a:solidFill>
            <a:schemeClr val="tx1"/>
          </a:solidFill>
        </p:spPr>
        <p:txBody>
          <a:bodyPr wrap="square">
            <a:spAutoFit/>
          </a:bodyPr>
          <a:lstStyle/>
          <a:p>
            <a:pPr marL="67945" algn="l">
              <a:lnSpc>
                <a:spcPct val="121000"/>
              </a:lnSpc>
              <a:spcBef>
                <a:spcPts val="270"/>
              </a:spcBef>
            </a:pPr>
            <a:r>
              <a:rPr lang="en-US" sz="1600" dirty="0">
                <a:effectLst/>
                <a:latin typeface="+mn-lt"/>
                <a:ea typeface="Consolas" panose="020B0609020204030204" pitchFamily="49" charset="0"/>
                <a:cs typeface="Consolas" panose="020B0609020204030204" pitchFamily="49" charset="0"/>
              </a:rPr>
              <a:t>&lt;</a:t>
            </a:r>
            <a:r>
              <a:rPr lang="en-US" sz="1400" dirty="0">
                <a:solidFill>
                  <a:srgbClr val="559CD5"/>
                </a:solidFill>
                <a:highlight>
                  <a:srgbClr val="000000"/>
                </a:highlight>
                <a:latin typeface="+mn-lt"/>
              </a:rPr>
              <a:t>form</a:t>
            </a:r>
            <a:r>
              <a:rPr lang="en-US" sz="1600" spc="-55" dirty="0">
                <a:effectLst/>
                <a:latin typeface="+mn-lt"/>
                <a:ea typeface="Consolas" panose="020B0609020204030204" pitchFamily="49" charset="0"/>
                <a:cs typeface="Consolas" panose="020B0609020204030204" pitchFamily="49" charset="0"/>
              </a:rPr>
              <a:t> </a:t>
            </a:r>
            <a:r>
              <a:rPr lang="en-US" sz="1600" b="1" dirty="0" err="1">
                <a:solidFill>
                  <a:srgbClr val="C00000"/>
                </a:solidFill>
                <a:effectLst/>
                <a:latin typeface="+mn-lt"/>
                <a:ea typeface="Consolas" panose="020B0609020204030204" pitchFamily="49" charset="0"/>
                <a:cs typeface="Consolas" panose="020B0609020204030204" pitchFamily="49" charset="0"/>
              </a:rPr>
              <a:t>onsubmit</a:t>
            </a:r>
            <a:r>
              <a:rPr lang="en-US" sz="1600" dirty="0">
                <a:effectLst/>
                <a:latin typeface="+mn-lt"/>
                <a:ea typeface="Consolas" panose="020B0609020204030204" pitchFamily="49" charset="0"/>
                <a:cs typeface="Consolas" panose="020B0609020204030204" pitchFamily="49" charset="0"/>
              </a:rPr>
              <a:t>=</a:t>
            </a:r>
            <a:r>
              <a:rPr lang="en-US" sz="1600" b="1" dirty="0">
                <a:solidFill>
                  <a:schemeClr val="accent6">
                    <a:lumMod val="75000"/>
                  </a:schemeClr>
                </a:solidFill>
                <a:effectLst/>
                <a:latin typeface="+mn-lt"/>
                <a:ea typeface="Consolas" panose="020B0609020204030204" pitchFamily="49" charset="0"/>
                <a:cs typeface="Consolas" panose="020B0609020204030204" pitchFamily="49" charset="0"/>
              </a:rPr>
              <a:t>"console.log('You</a:t>
            </a:r>
            <a:r>
              <a:rPr lang="en-US" sz="1600" b="1" spc="-55" dirty="0">
                <a:solidFill>
                  <a:schemeClr val="accent6">
                    <a:lumMod val="75000"/>
                  </a:schemeClr>
                </a:solidFill>
                <a:effectLst/>
                <a:latin typeface="+mn-lt"/>
                <a:ea typeface="Consolas" panose="020B0609020204030204" pitchFamily="49" charset="0"/>
                <a:cs typeface="Consolas" panose="020B0609020204030204" pitchFamily="49" charset="0"/>
              </a:rPr>
              <a:t> </a:t>
            </a:r>
            <a:r>
              <a:rPr lang="en-US" sz="1600" b="1" dirty="0">
                <a:solidFill>
                  <a:schemeClr val="accent6">
                    <a:lumMod val="75000"/>
                  </a:schemeClr>
                </a:solidFill>
                <a:effectLst/>
                <a:latin typeface="+mn-lt"/>
                <a:ea typeface="Consolas" panose="020B0609020204030204" pitchFamily="49" charset="0"/>
                <a:cs typeface="Consolas" panose="020B0609020204030204" pitchFamily="49" charset="0"/>
              </a:rPr>
              <a:t>clicked</a:t>
            </a:r>
            <a:r>
              <a:rPr lang="en-US" sz="1600" b="1" spc="-55" dirty="0">
                <a:solidFill>
                  <a:schemeClr val="accent6">
                    <a:lumMod val="75000"/>
                  </a:schemeClr>
                </a:solidFill>
                <a:effectLst/>
                <a:latin typeface="+mn-lt"/>
                <a:ea typeface="Consolas" panose="020B0609020204030204" pitchFamily="49" charset="0"/>
                <a:cs typeface="Consolas" panose="020B0609020204030204" pitchFamily="49" charset="0"/>
              </a:rPr>
              <a:t> </a:t>
            </a:r>
            <a:r>
              <a:rPr lang="en-US" sz="1600" b="1" dirty="0">
                <a:solidFill>
                  <a:schemeClr val="accent6">
                    <a:lumMod val="75000"/>
                  </a:schemeClr>
                </a:solidFill>
                <a:effectLst/>
                <a:latin typeface="+mn-lt"/>
                <a:ea typeface="Consolas" panose="020B0609020204030204" pitchFamily="49" charset="0"/>
                <a:cs typeface="Consolas" panose="020B0609020204030204" pitchFamily="49" charset="0"/>
              </a:rPr>
              <a:t>submit.');</a:t>
            </a:r>
            <a:r>
              <a:rPr lang="en-US" sz="1600" b="1" spc="-55" dirty="0">
                <a:solidFill>
                  <a:schemeClr val="accent6">
                    <a:lumMod val="75000"/>
                  </a:schemeClr>
                </a:solidFill>
                <a:effectLst/>
                <a:latin typeface="+mn-lt"/>
                <a:ea typeface="Consolas" panose="020B0609020204030204" pitchFamily="49" charset="0"/>
                <a:cs typeface="Consolas" panose="020B0609020204030204" pitchFamily="49" charset="0"/>
              </a:rPr>
              <a:t> </a:t>
            </a:r>
            <a:r>
              <a:rPr lang="en-US" sz="1600" b="1" dirty="0">
                <a:solidFill>
                  <a:schemeClr val="accent6">
                    <a:lumMod val="75000"/>
                  </a:schemeClr>
                </a:solidFill>
                <a:effectLst/>
                <a:latin typeface="+mn-lt"/>
                <a:ea typeface="Consolas" panose="020B0609020204030204" pitchFamily="49" charset="0"/>
                <a:cs typeface="Consolas" panose="020B0609020204030204" pitchFamily="49" charset="0"/>
              </a:rPr>
              <a:t>return </a:t>
            </a:r>
            <a:r>
              <a:rPr lang="en-US" sz="1600" b="1" spc="-10" dirty="0">
                <a:solidFill>
                  <a:schemeClr val="accent6">
                    <a:lumMod val="75000"/>
                  </a:schemeClr>
                </a:solidFill>
                <a:effectLst/>
                <a:latin typeface="+mn-lt"/>
                <a:ea typeface="Consolas" panose="020B0609020204030204" pitchFamily="49" charset="0"/>
                <a:cs typeface="Consolas" panose="020B0609020204030204" pitchFamily="49" charset="0"/>
              </a:rPr>
              <a:t>false"</a:t>
            </a:r>
            <a:r>
              <a:rPr lang="en-US" sz="1600" spc="-10" dirty="0">
                <a:effectLst/>
                <a:latin typeface="+mn-lt"/>
                <a:ea typeface="Consolas" panose="020B0609020204030204" pitchFamily="49" charset="0"/>
                <a:cs typeface="Consolas" panose="020B0609020204030204" pitchFamily="49" charset="0"/>
              </a:rPr>
              <a:t>&gt;</a:t>
            </a:r>
            <a:endParaRPr lang="fr-FR" sz="1800" dirty="0">
              <a:effectLst/>
              <a:latin typeface="+mn-lt"/>
              <a:ea typeface="Consolas" panose="020B0609020204030204" pitchFamily="49" charset="0"/>
              <a:cs typeface="Consolas" panose="020B0609020204030204" pitchFamily="49" charset="0"/>
            </a:endParaRPr>
          </a:p>
          <a:p>
            <a:pPr marL="214630" algn="l"/>
            <a:r>
              <a:rPr lang="en-US" sz="1600" dirty="0">
                <a:effectLst/>
                <a:latin typeface="+mn-lt"/>
                <a:ea typeface="Consolas" panose="020B0609020204030204" pitchFamily="49" charset="0"/>
                <a:cs typeface="Consolas" panose="020B0609020204030204" pitchFamily="49" charset="0"/>
              </a:rPr>
              <a:t>&lt;</a:t>
            </a:r>
            <a:r>
              <a:rPr lang="en-US" sz="1400" dirty="0">
                <a:solidFill>
                  <a:srgbClr val="559CD5"/>
                </a:solidFill>
                <a:highlight>
                  <a:srgbClr val="000000"/>
                </a:highlight>
                <a:latin typeface="+mn-lt"/>
              </a:rPr>
              <a:t>button</a:t>
            </a:r>
            <a:r>
              <a:rPr lang="en-US" sz="1600" spc="-40" dirty="0">
                <a:effectLst/>
                <a:latin typeface="+mn-lt"/>
                <a:ea typeface="Consolas" panose="020B0609020204030204" pitchFamily="49" charset="0"/>
                <a:cs typeface="Consolas" panose="020B0609020204030204" pitchFamily="49" charset="0"/>
              </a:rPr>
              <a:t> </a:t>
            </a:r>
            <a:r>
              <a:rPr lang="en-US" sz="1400" spc="-10" dirty="0">
                <a:solidFill>
                  <a:srgbClr val="9CDCFD"/>
                </a:solidFill>
                <a:highlight>
                  <a:srgbClr val="000000"/>
                </a:highlight>
                <a:latin typeface="+mn-lt"/>
              </a:rPr>
              <a:t>type</a:t>
            </a:r>
            <a:r>
              <a:rPr lang="en-US" sz="1600" spc="-10" dirty="0">
                <a:effectLst/>
                <a:latin typeface="+mn-lt"/>
                <a:ea typeface="Consolas" panose="020B0609020204030204" pitchFamily="49" charset="0"/>
                <a:cs typeface="Consolas" panose="020B0609020204030204" pitchFamily="49" charset="0"/>
              </a:rPr>
              <a:t>="</a:t>
            </a:r>
            <a:r>
              <a:rPr lang="en-US" sz="1400" spc="-10" dirty="0">
                <a:solidFill>
                  <a:srgbClr val="CE9178"/>
                </a:solidFill>
                <a:highlight>
                  <a:srgbClr val="000000"/>
                </a:highlight>
                <a:latin typeface="+mn-lt"/>
              </a:rPr>
              <a:t>submit</a:t>
            </a:r>
            <a:r>
              <a:rPr lang="en-US" sz="1600" spc="-10" dirty="0">
                <a:effectLst/>
                <a:latin typeface="+mn-lt"/>
                <a:ea typeface="Consolas" panose="020B0609020204030204" pitchFamily="49" charset="0"/>
                <a:cs typeface="Consolas" panose="020B0609020204030204" pitchFamily="49" charset="0"/>
              </a:rPr>
              <a:t>"&gt;</a:t>
            </a:r>
            <a:r>
              <a:rPr lang="en-US" sz="1400" spc="-10" dirty="0">
                <a:solidFill>
                  <a:srgbClr val="D3D3D3"/>
                </a:solidFill>
                <a:highlight>
                  <a:srgbClr val="000000"/>
                </a:highlight>
                <a:latin typeface="+mn-lt"/>
              </a:rPr>
              <a:t>Submit</a:t>
            </a:r>
            <a:r>
              <a:rPr lang="en-US" sz="1600" spc="-10" dirty="0">
                <a:effectLst/>
                <a:latin typeface="+mn-lt"/>
                <a:ea typeface="Consolas" panose="020B0609020204030204" pitchFamily="49" charset="0"/>
                <a:cs typeface="Consolas" panose="020B0609020204030204" pitchFamily="49" charset="0"/>
              </a:rPr>
              <a:t>&lt;/</a:t>
            </a:r>
            <a:r>
              <a:rPr lang="en-US" sz="1400" dirty="0">
                <a:solidFill>
                  <a:srgbClr val="559CD5"/>
                </a:solidFill>
                <a:highlight>
                  <a:srgbClr val="000000"/>
                </a:highlight>
                <a:latin typeface="+mn-lt"/>
              </a:rPr>
              <a:t>button</a:t>
            </a:r>
            <a:r>
              <a:rPr lang="en-US" sz="1600" spc="-10" dirty="0">
                <a:effectLst/>
                <a:latin typeface="+mn-lt"/>
                <a:ea typeface="Consolas" panose="020B0609020204030204" pitchFamily="49" charset="0"/>
                <a:cs typeface="Consolas" panose="020B0609020204030204" pitchFamily="49" charset="0"/>
              </a:rPr>
              <a:t>&gt;</a:t>
            </a:r>
            <a:endParaRPr lang="fr-FR" sz="1800" dirty="0">
              <a:effectLst/>
              <a:latin typeface="+mn-lt"/>
              <a:ea typeface="Consolas" panose="020B0609020204030204" pitchFamily="49" charset="0"/>
              <a:cs typeface="Consolas" panose="020B0609020204030204" pitchFamily="49" charset="0"/>
            </a:endParaRPr>
          </a:p>
          <a:p>
            <a:pPr algn="l"/>
            <a:r>
              <a:rPr lang="fr-FR" sz="1600" spc="-10" dirty="0">
                <a:effectLst/>
                <a:latin typeface="+mn-lt"/>
                <a:ea typeface="Consolas" panose="020B0609020204030204" pitchFamily="49" charset="0"/>
                <a:cs typeface="Consolas" panose="020B0609020204030204" pitchFamily="49" charset="0"/>
              </a:rPr>
              <a:t>&lt;/</a:t>
            </a:r>
            <a:r>
              <a:rPr lang="fr-FR" sz="1400" dirty="0" err="1">
                <a:solidFill>
                  <a:srgbClr val="559CD5"/>
                </a:solidFill>
                <a:highlight>
                  <a:srgbClr val="000000"/>
                </a:highlight>
                <a:latin typeface="+mn-lt"/>
              </a:rPr>
              <a:t>form</a:t>
            </a:r>
            <a:r>
              <a:rPr lang="fr-FR" sz="1600" spc="-10" dirty="0">
                <a:effectLst/>
                <a:latin typeface="+mn-lt"/>
                <a:ea typeface="Consolas" panose="020B0609020204030204" pitchFamily="49" charset="0"/>
                <a:cs typeface="Consolas" panose="020B0609020204030204" pitchFamily="49" charset="0"/>
              </a:rPr>
              <a:t>&gt;</a:t>
            </a:r>
            <a:endParaRPr lang="fr-FR" dirty="0">
              <a:latin typeface="+mn-lt"/>
            </a:endParaRPr>
          </a:p>
        </p:txBody>
      </p:sp>
      <p:sp>
        <p:nvSpPr>
          <p:cNvPr id="5" name="Rectangle 3">
            <a:extLst>
              <a:ext uri="{FF2B5EF4-FFF2-40B4-BE49-F238E27FC236}">
                <a16:creationId xmlns:a16="http://schemas.microsoft.com/office/drawing/2014/main" id="{AFC0C3C5-821C-8D50-403A-04F55572C906}"/>
              </a:ext>
            </a:extLst>
          </p:cNvPr>
          <p:cNvSpPr>
            <a:spLocks noChangeArrowheads="1"/>
          </p:cNvSpPr>
          <p:nvPr/>
        </p:nvSpPr>
        <p:spPr bwMode="auto">
          <a:xfrm>
            <a:off x="-894509" y="-470556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20" name="ZoneTexte 19">
            <a:extLst>
              <a:ext uri="{FF2B5EF4-FFF2-40B4-BE49-F238E27FC236}">
                <a16:creationId xmlns:a16="http://schemas.microsoft.com/office/drawing/2014/main" id="{AC2A2C03-4368-B672-B796-C8FF594857B4}"/>
              </a:ext>
            </a:extLst>
          </p:cNvPr>
          <p:cNvSpPr txBox="1"/>
          <p:nvPr/>
        </p:nvSpPr>
        <p:spPr>
          <a:xfrm>
            <a:off x="1048126" y="2583591"/>
            <a:ext cx="3934840" cy="3765835"/>
          </a:xfrm>
          <a:prstGeom prst="rect">
            <a:avLst/>
          </a:prstGeom>
          <a:solidFill>
            <a:schemeClr val="tx1"/>
          </a:solidFill>
        </p:spPr>
        <p:txBody>
          <a:bodyPr wrap="none">
            <a:noAutofit/>
          </a:bodyPr>
          <a:lstStyle/>
          <a:p>
            <a:pPr marL="67945" algn="l">
              <a:spcBef>
                <a:spcPts val="270"/>
              </a:spcBef>
            </a:pPr>
            <a:r>
              <a:rPr lang="en-US" sz="1400" b="1" dirty="0">
                <a:solidFill>
                  <a:srgbClr val="C00000"/>
                </a:solidFill>
                <a:effectLst/>
                <a:latin typeface="+mn-lt"/>
                <a:ea typeface="Consolas" panose="020B0609020204030204" pitchFamily="49" charset="0"/>
                <a:cs typeface="Consolas" panose="020B0609020204030204" pitchFamily="49" charset="0"/>
              </a:rPr>
              <a:t>//arrow</a:t>
            </a:r>
            <a:r>
              <a:rPr lang="en-US" sz="1400" b="1" spc="-40" dirty="0">
                <a:solidFill>
                  <a:srgbClr val="C00000"/>
                </a:solidFill>
                <a:effectLst/>
                <a:latin typeface="+mn-lt"/>
                <a:ea typeface="Consolas" panose="020B0609020204030204" pitchFamily="49" charset="0"/>
                <a:cs typeface="Consolas" panose="020B0609020204030204" pitchFamily="49" charset="0"/>
              </a:rPr>
              <a:t> </a:t>
            </a:r>
            <a:r>
              <a:rPr lang="en-US" sz="1400" b="1" spc="-10" dirty="0" err="1">
                <a:solidFill>
                  <a:srgbClr val="C00000"/>
                </a:solidFill>
                <a:effectLst/>
                <a:latin typeface="+mn-lt"/>
                <a:ea typeface="Consolas" panose="020B0609020204030204" pitchFamily="49" charset="0"/>
                <a:cs typeface="Consolas" panose="020B0609020204030204" pitchFamily="49" charset="0"/>
              </a:rPr>
              <a:t>fonction</a:t>
            </a:r>
            <a:endParaRPr lang="fr-FR" sz="1400" dirty="0">
              <a:effectLst/>
              <a:latin typeface="+mn-lt"/>
              <a:ea typeface="Consolas" panose="020B0609020204030204" pitchFamily="49" charset="0"/>
              <a:cs typeface="Consolas" panose="020B0609020204030204" pitchFamily="49" charset="0"/>
            </a:endParaRPr>
          </a:p>
          <a:p>
            <a:pPr marL="67945" algn="l">
              <a:spcBef>
                <a:spcPts val="185"/>
              </a:spcBef>
            </a:pPr>
            <a:r>
              <a:rPr lang="en-US" sz="1400" dirty="0">
                <a:solidFill>
                  <a:srgbClr val="C585C0"/>
                </a:solidFill>
                <a:effectLst/>
                <a:latin typeface="+mn-lt"/>
                <a:ea typeface="Consolas" panose="020B0609020204030204" pitchFamily="49" charset="0"/>
                <a:cs typeface="Consolas" panose="020B0609020204030204" pitchFamily="49" charset="0"/>
              </a:rPr>
              <a:t>import</a:t>
            </a:r>
            <a:r>
              <a:rPr lang="en-US" sz="1400" spc="-25" dirty="0">
                <a:solidFill>
                  <a:srgbClr val="C585C0"/>
                </a:solidFill>
                <a:effectLst/>
                <a:latin typeface="+mn-lt"/>
                <a:ea typeface="Consolas" panose="020B0609020204030204" pitchFamily="49" charset="0"/>
                <a:cs typeface="Consolas" panose="020B0609020204030204" pitchFamily="49" charset="0"/>
              </a:rPr>
              <a:t> </a:t>
            </a:r>
            <a:r>
              <a:rPr lang="en-US" sz="1400" dirty="0">
                <a:solidFill>
                  <a:srgbClr val="9CDCFD"/>
                </a:solidFill>
                <a:effectLst/>
                <a:latin typeface="+mn-lt"/>
                <a:ea typeface="Consolas" panose="020B0609020204030204" pitchFamily="49" charset="0"/>
                <a:cs typeface="Consolas" panose="020B0609020204030204" pitchFamily="49" charset="0"/>
              </a:rPr>
              <a:t>React</a:t>
            </a:r>
            <a:r>
              <a:rPr lang="en-US" sz="1400" spc="-20" dirty="0">
                <a:solidFill>
                  <a:srgbClr val="9CDCFD"/>
                </a:solidFill>
                <a:effectLst/>
                <a:latin typeface="+mn-lt"/>
                <a:ea typeface="Consolas" panose="020B0609020204030204" pitchFamily="49" charset="0"/>
                <a:cs typeface="Consolas" panose="020B0609020204030204" pitchFamily="49" charset="0"/>
              </a:rPr>
              <a:t> </a:t>
            </a:r>
            <a:r>
              <a:rPr lang="en-US" sz="1400" dirty="0">
                <a:solidFill>
                  <a:srgbClr val="C585C0"/>
                </a:solidFill>
                <a:effectLst/>
                <a:latin typeface="+mn-lt"/>
                <a:ea typeface="Consolas" panose="020B0609020204030204" pitchFamily="49" charset="0"/>
                <a:cs typeface="Consolas" panose="020B0609020204030204" pitchFamily="49" charset="0"/>
              </a:rPr>
              <a:t>from</a:t>
            </a:r>
            <a:r>
              <a:rPr lang="en-US" sz="1400" spc="-25" dirty="0">
                <a:solidFill>
                  <a:srgbClr val="C585C0"/>
                </a:solidFill>
                <a:effectLst/>
                <a:latin typeface="+mn-lt"/>
                <a:ea typeface="Consolas" panose="020B0609020204030204" pitchFamily="49" charset="0"/>
                <a:cs typeface="Consolas" panose="020B0609020204030204" pitchFamily="49" charset="0"/>
              </a:rPr>
              <a:t> </a:t>
            </a:r>
            <a:r>
              <a:rPr lang="en-US" sz="1400" spc="-10" dirty="0">
                <a:solidFill>
                  <a:srgbClr val="CE9178"/>
                </a:solidFill>
                <a:effectLst/>
                <a:latin typeface="+mn-lt"/>
                <a:ea typeface="Consolas" panose="020B0609020204030204" pitchFamily="49" charset="0"/>
                <a:cs typeface="Consolas" panose="020B0609020204030204" pitchFamily="49" charset="0"/>
              </a:rPr>
              <a:t>'react'</a:t>
            </a:r>
            <a:endParaRPr lang="fr-FR" sz="1400" dirty="0">
              <a:effectLst/>
              <a:latin typeface="+mn-lt"/>
              <a:ea typeface="Consolas" panose="020B0609020204030204" pitchFamily="49" charset="0"/>
              <a:cs typeface="Consolas" panose="020B0609020204030204" pitchFamily="49" charset="0"/>
            </a:endParaRPr>
          </a:p>
          <a:p>
            <a:pPr marL="360680" marR="1802130" indent="-293370" algn="l">
              <a:lnSpc>
                <a:spcPct val="115000"/>
              </a:lnSpc>
              <a:spcBef>
                <a:spcPts val="200"/>
              </a:spcBef>
              <a:spcAft>
                <a:spcPts val="0"/>
              </a:spcAft>
            </a:pPr>
            <a:r>
              <a:rPr lang="en-US" sz="1400" dirty="0">
                <a:solidFill>
                  <a:srgbClr val="C585C0"/>
                </a:solidFill>
                <a:effectLst/>
                <a:latin typeface="+mn-lt"/>
                <a:ea typeface="Consolas" panose="020B0609020204030204" pitchFamily="49" charset="0"/>
                <a:cs typeface="Consolas" panose="020B0609020204030204" pitchFamily="49" charset="0"/>
              </a:rPr>
              <a:t>export</a:t>
            </a:r>
            <a:r>
              <a:rPr lang="en-US" sz="1400" spc="-50" dirty="0">
                <a:solidFill>
                  <a:srgbClr val="C585C0"/>
                </a:solidFill>
                <a:effectLst/>
                <a:latin typeface="+mn-lt"/>
                <a:ea typeface="Consolas" panose="020B0609020204030204" pitchFamily="49" charset="0"/>
                <a:cs typeface="Consolas" panose="020B0609020204030204" pitchFamily="49" charset="0"/>
              </a:rPr>
              <a:t> </a:t>
            </a:r>
            <a:r>
              <a:rPr lang="en-US" sz="1400" dirty="0">
                <a:solidFill>
                  <a:srgbClr val="C585C0"/>
                </a:solidFill>
                <a:effectLst/>
                <a:latin typeface="+mn-lt"/>
                <a:ea typeface="Consolas" panose="020B0609020204030204" pitchFamily="49" charset="0"/>
                <a:cs typeface="Consolas" panose="020B0609020204030204" pitchFamily="49" charset="0"/>
              </a:rPr>
              <a:t>default</a:t>
            </a:r>
            <a:r>
              <a:rPr lang="en-US" sz="1400" spc="-50" dirty="0">
                <a:solidFill>
                  <a:srgbClr val="C585C0"/>
                </a:solidFill>
                <a:effectLst/>
                <a:latin typeface="+mn-lt"/>
                <a:ea typeface="Consolas" panose="020B0609020204030204" pitchFamily="49" charset="0"/>
                <a:cs typeface="Consolas" panose="020B0609020204030204" pitchFamily="49" charset="0"/>
              </a:rPr>
              <a:t> </a:t>
            </a:r>
            <a:r>
              <a:rPr lang="en-US" sz="1400" dirty="0">
                <a:solidFill>
                  <a:srgbClr val="559CD5"/>
                </a:solidFill>
                <a:effectLst/>
                <a:latin typeface="+mn-lt"/>
                <a:ea typeface="Consolas" panose="020B0609020204030204" pitchFamily="49" charset="0"/>
                <a:cs typeface="Consolas" panose="020B0609020204030204" pitchFamily="49" charset="0"/>
              </a:rPr>
              <a:t>function</a:t>
            </a:r>
            <a:r>
              <a:rPr lang="en-US" sz="1400" spc="-50" dirty="0">
                <a:solidFill>
                  <a:srgbClr val="559CD5"/>
                </a:solidFill>
                <a:latin typeface="+mn-lt"/>
                <a:ea typeface="Consolas" panose="020B0609020204030204" pitchFamily="49" charset="0"/>
                <a:cs typeface="Consolas" panose="020B0609020204030204" pitchFamily="49" charset="0"/>
              </a:rPr>
              <a:t> </a:t>
            </a:r>
            <a:r>
              <a:rPr lang="en-US" sz="1400" dirty="0">
                <a:solidFill>
                  <a:srgbClr val="DCDCAA"/>
                </a:solidFill>
                <a:effectLst/>
                <a:latin typeface="+mn-lt"/>
                <a:ea typeface="Consolas" panose="020B0609020204030204" pitchFamily="49" charset="0"/>
                <a:cs typeface="Consolas" panose="020B0609020204030204" pitchFamily="49" charset="0"/>
              </a:rPr>
              <a:t>Form</a:t>
            </a:r>
            <a:r>
              <a:rPr lang="en-US" sz="1400" dirty="0">
                <a:solidFill>
                  <a:srgbClr val="D3D3D3"/>
                </a:solidFill>
                <a:effectLst/>
                <a:latin typeface="+mn-lt"/>
                <a:ea typeface="Consolas" panose="020B0609020204030204" pitchFamily="49" charset="0"/>
                <a:cs typeface="Consolas" panose="020B0609020204030204" pitchFamily="49" charset="0"/>
              </a:rPr>
              <a:t>()</a:t>
            </a:r>
            <a:r>
              <a:rPr lang="en-US" sz="1400" spc="-55" dirty="0">
                <a:solidFill>
                  <a:srgbClr val="D3D3D3"/>
                </a:solidFill>
                <a:effectLst/>
                <a:latin typeface="+mn-lt"/>
                <a:ea typeface="Consolas" panose="020B0609020204030204" pitchFamily="49" charset="0"/>
                <a:cs typeface="Consolas" panose="020B0609020204030204" pitchFamily="49" charset="0"/>
              </a:rPr>
              <a:t> </a:t>
            </a:r>
            <a:r>
              <a:rPr lang="en-US" sz="1400" dirty="0">
                <a:solidFill>
                  <a:srgbClr val="D3D3D3"/>
                </a:solidFill>
                <a:effectLst/>
                <a:latin typeface="+mn-lt"/>
                <a:ea typeface="Consolas" panose="020B0609020204030204" pitchFamily="49" charset="0"/>
                <a:cs typeface="Consolas" panose="020B0609020204030204" pitchFamily="49" charset="0"/>
              </a:rPr>
              <a:t>{ </a:t>
            </a:r>
          </a:p>
          <a:p>
            <a:pPr marL="360680" marR="1802130" indent="-293370" algn="l">
              <a:lnSpc>
                <a:spcPct val="115000"/>
              </a:lnSpc>
              <a:spcBef>
                <a:spcPts val="200"/>
              </a:spcBef>
              <a:spcAft>
                <a:spcPts val="0"/>
              </a:spcAft>
            </a:pPr>
            <a:r>
              <a:rPr lang="en-US" sz="1400" dirty="0">
                <a:solidFill>
                  <a:srgbClr val="559CD5"/>
                </a:solidFill>
                <a:effectLst/>
                <a:latin typeface="+mn-lt"/>
                <a:ea typeface="Consolas" panose="020B0609020204030204" pitchFamily="49" charset="0"/>
                <a:cs typeface="Consolas" panose="020B0609020204030204" pitchFamily="49" charset="0"/>
              </a:rPr>
              <a:t>  function </a:t>
            </a:r>
            <a:r>
              <a:rPr lang="en-US" sz="1400" dirty="0" err="1">
                <a:solidFill>
                  <a:srgbClr val="DCDCAA"/>
                </a:solidFill>
                <a:effectLst/>
                <a:latin typeface="+mn-lt"/>
                <a:ea typeface="Consolas" panose="020B0609020204030204" pitchFamily="49" charset="0"/>
                <a:cs typeface="Consolas" panose="020B0609020204030204" pitchFamily="49" charset="0"/>
              </a:rPr>
              <a:t>handleSubmit</a:t>
            </a:r>
            <a:r>
              <a:rPr lang="en-US" sz="1400" dirty="0">
                <a:solidFill>
                  <a:srgbClr val="D3D3D3"/>
                </a:solidFill>
                <a:effectLst/>
                <a:latin typeface="+mn-lt"/>
                <a:ea typeface="Consolas" panose="020B0609020204030204" pitchFamily="49" charset="0"/>
                <a:cs typeface="Consolas" panose="020B0609020204030204" pitchFamily="49" charset="0"/>
              </a:rPr>
              <a:t>(</a:t>
            </a:r>
            <a:r>
              <a:rPr lang="en-US" sz="1400" dirty="0">
                <a:solidFill>
                  <a:srgbClr val="9CDCFD"/>
                </a:solidFill>
                <a:effectLst/>
                <a:latin typeface="+mn-lt"/>
                <a:ea typeface="Consolas" panose="020B0609020204030204" pitchFamily="49" charset="0"/>
                <a:cs typeface="Consolas" panose="020B0609020204030204" pitchFamily="49" charset="0"/>
              </a:rPr>
              <a:t>e</a:t>
            </a:r>
            <a:r>
              <a:rPr lang="en-US" sz="1400" dirty="0">
                <a:solidFill>
                  <a:srgbClr val="D3D3D3"/>
                </a:solidFill>
                <a:effectLst/>
                <a:latin typeface="+mn-lt"/>
                <a:ea typeface="Consolas" panose="020B0609020204030204" pitchFamily="49" charset="0"/>
                <a:cs typeface="Consolas" panose="020B0609020204030204" pitchFamily="49" charset="0"/>
              </a:rPr>
              <a:t>) {</a:t>
            </a:r>
            <a:endParaRPr lang="fr-FR" sz="1400" dirty="0">
              <a:effectLst/>
              <a:latin typeface="+mn-lt"/>
              <a:ea typeface="Consolas" panose="020B0609020204030204" pitchFamily="49" charset="0"/>
              <a:cs typeface="Consolas" panose="020B0609020204030204" pitchFamily="49" charset="0"/>
            </a:endParaRPr>
          </a:p>
          <a:p>
            <a:pPr marL="67945" marR="56515" indent="438785" algn="l">
              <a:lnSpc>
                <a:spcPct val="115000"/>
              </a:lnSpc>
              <a:spcBef>
                <a:spcPts val="15"/>
              </a:spcBef>
              <a:spcAft>
                <a:spcPts val="0"/>
              </a:spcAft>
            </a:pPr>
            <a:r>
              <a:rPr lang="en-US" sz="1400" dirty="0" err="1">
                <a:solidFill>
                  <a:srgbClr val="9CDCFD"/>
                </a:solidFill>
                <a:effectLst/>
                <a:latin typeface="+mn-lt"/>
                <a:ea typeface="Consolas" panose="020B0609020204030204" pitchFamily="49" charset="0"/>
                <a:cs typeface="Consolas" panose="020B0609020204030204" pitchFamily="49" charset="0"/>
              </a:rPr>
              <a:t>e</a:t>
            </a:r>
            <a:r>
              <a:rPr lang="en-US" sz="1400" dirty="0" err="1">
                <a:solidFill>
                  <a:srgbClr val="D3D3D3"/>
                </a:solidFill>
                <a:effectLst/>
                <a:latin typeface="+mn-lt"/>
                <a:ea typeface="Consolas" panose="020B0609020204030204" pitchFamily="49" charset="0"/>
                <a:cs typeface="Consolas" panose="020B0609020204030204" pitchFamily="49" charset="0"/>
              </a:rPr>
              <a:t>.</a:t>
            </a:r>
            <a:r>
              <a:rPr lang="en-US" sz="1400" dirty="0" err="1">
                <a:solidFill>
                  <a:srgbClr val="DCDCAA"/>
                </a:solidFill>
                <a:effectLst/>
                <a:latin typeface="+mn-lt"/>
                <a:ea typeface="Consolas" panose="020B0609020204030204" pitchFamily="49" charset="0"/>
                <a:cs typeface="Consolas" panose="020B0609020204030204" pitchFamily="49" charset="0"/>
              </a:rPr>
              <a:t>preventDefault</a:t>
            </a:r>
            <a:r>
              <a:rPr lang="en-US" sz="1400" dirty="0">
                <a:solidFill>
                  <a:srgbClr val="D3D3D3"/>
                </a:solidFill>
                <a:effectLst/>
                <a:latin typeface="+mn-lt"/>
                <a:ea typeface="Consolas" panose="020B0609020204030204" pitchFamily="49" charset="0"/>
                <a:cs typeface="Consolas" panose="020B0609020204030204" pitchFamily="49" charset="0"/>
              </a:rPr>
              <a:t>();</a:t>
            </a:r>
          </a:p>
          <a:p>
            <a:pPr marL="67945" marR="56515" indent="438785" algn="l">
              <a:lnSpc>
                <a:spcPct val="115000"/>
              </a:lnSpc>
              <a:spcBef>
                <a:spcPts val="15"/>
              </a:spcBef>
              <a:spcAft>
                <a:spcPts val="0"/>
              </a:spcAft>
            </a:pPr>
            <a:r>
              <a:rPr lang="en-US" sz="1400" dirty="0">
                <a:solidFill>
                  <a:srgbClr val="9CDCFD"/>
                </a:solidFill>
                <a:effectLst/>
                <a:latin typeface="+mn-lt"/>
                <a:ea typeface="Consolas" panose="020B0609020204030204" pitchFamily="49" charset="0"/>
                <a:cs typeface="Consolas" panose="020B0609020204030204" pitchFamily="49" charset="0"/>
              </a:rPr>
              <a:t>console</a:t>
            </a:r>
            <a:r>
              <a:rPr lang="en-US" sz="1400" dirty="0">
                <a:solidFill>
                  <a:srgbClr val="D3D3D3"/>
                </a:solidFill>
                <a:effectLst/>
                <a:latin typeface="+mn-lt"/>
                <a:ea typeface="Consolas" panose="020B0609020204030204" pitchFamily="49" charset="0"/>
                <a:cs typeface="Consolas" panose="020B0609020204030204" pitchFamily="49" charset="0"/>
              </a:rPr>
              <a:t>.</a:t>
            </a:r>
            <a:r>
              <a:rPr lang="en-US" sz="1400" dirty="0">
                <a:solidFill>
                  <a:srgbClr val="DCDCAA"/>
                </a:solidFill>
                <a:effectLst/>
                <a:latin typeface="+mn-lt"/>
                <a:ea typeface="Consolas" panose="020B0609020204030204" pitchFamily="49" charset="0"/>
                <a:cs typeface="Consolas" panose="020B0609020204030204" pitchFamily="49" charset="0"/>
              </a:rPr>
              <a:t>log</a:t>
            </a:r>
            <a:r>
              <a:rPr lang="en-US" sz="1400" dirty="0">
                <a:solidFill>
                  <a:srgbClr val="D3D3D3"/>
                </a:solidFill>
                <a:effectLst/>
                <a:latin typeface="+mn-lt"/>
                <a:ea typeface="Consolas" panose="020B0609020204030204" pitchFamily="49" charset="0"/>
                <a:cs typeface="Consolas" panose="020B0609020204030204" pitchFamily="49" charset="0"/>
              </a:rPr>
              <a:t>(</a:t>
            </a:r>
            <a:r>
              <a:rPr lang="en-US" sz="1400" dirty="0">
                <a:solidFill>
                  <a:srgbClr val="CE9178"/>
                </a:solidFill>
                <a:effectLst/>
                <a:latin typeface="+mn-lt"/>
                <a:ea typeface="Consolas" panose="020B0609020204030204" pitchFamily="49" charset="0"/>
                <a:cs typeface="Consolas" panose="020B0609020204030204" pitchFamily="49" charset="0"/>
              </a:rPr>
              <a:t>'You</a:t>
            </a:r>
            <a:r>
              <a:rPr lang="en-US" sz="1400" spc="-145" dirty="0">
                <a:solidFill>
                  <a:srgbClr val="CE9178"/>
                </a:solidFill>
                <a:effectLst/>
                <a:latin typeface="+mn-lt"/>
                <a:ea typeface="Consolas" panose="020B0609020204030204" pitchFamily="49" charset="0"/>
                <a:cs typeface="Consolas" panose="020B0609020204030204" pitchFamily="49" charset="0"/>
              </a:rPr>
              <a:t> </a:t>
            </a:r>
            <a:r>
              <a:rPr lang="en-US" sz="1400" dirty="0">
                <a:solidFill>
                  <a:srgbClr val="CE9178"/>
                </a:solidFill>
                <a:effectLst/>
                <a:latin typeface="+mn-lt"/>
                <a:ea typeface="Consolas" panose="020B0609020204030204" pitchFamily="49" charset="0"/>
                <a:cs typeface="Consolas" panose="020B0609020204030204" pitchFamily="49" charset="0"/>
              </a:rPr>
              <a:t>clicked </a:t>
            </a:r>
            <a:r>
              <a:rPr lang="en-US" sz="1400" spc="-10" dirty="0">
                <a:solidFill>
                  <a:srgbClr val="CE9178"/>
                </a:solidFill>
                <a:effectLst/>
                <a:latin typeface="+mn-lt"/>
                <a:ea typeface="Consolas" panose="020B0609020204030204" pitchFamily="49" charset="0"/>
                <a:cs typeface="Consolas" panose="020B0609020204030204" pitchFamily="49" charset="0"/>
              </a:rPr>
              <a:t>submit.'</a:t>
            </a:r>
            <a:r>
              <a:rPr lang="en-US" sz="1400" spc="-10" dirty="0">
                <a:solidFill>
                  <a:srgbClr val="D3D3D3"/>
                </a:solidFill>
                <a:effectLst/>
                <a:latin typeface="+mn-lt"/>
                <a:ea typeface="Consolas" panose="020B0609020204030204" pitchFamily="49" charset="0"/>
                <a:cs typeface="Consolas" panose="020B0609020204030204" pitchFamily="49" charset="0"/>
              </a:rPr>
              <a:t>);</a:t>
            </a:r>
            <a:endParaRPr lang="fr-FR" sz="1400" dirty="0">
              <a:effectLst/>
              <a:latin typeface="+mn-lt"/>
              <a:ea typeface="Consolas" panose="020B0609020204030204" pitchFamily="49" charset="0"/>
              <a:cs typeface="Consolas" panose="020B0609020204030204" pitchFamily="49" charset="0"/>
            </a:endParaRPr>
          </a:p>
          <a:p>
            <a:pPr marL="360680" algn="l">
              <a:spcBef>
                <a:spcPts val="5"/>
              </a:spcBef>
              <a:spcAft>
                <a:spcPts val="0"/>
              </a:spcAft>
            </a:pPr>
            <a:r>
              <a:rPr lang="en-US" sz="1400" spc="-50" dirty="0">
                <a:solidFill>
                  <a:srgbClr val="D3D3D3"/>
                </a:solidFill>
                <a:effectLst/>
                <a:latin typeface="+mn-lt"/>
                <a:ea typeface="Consolas" panose="020B0609020204030204" pitchFamily="49" charset="0"/>
                <a:cs typeface="Consolas" panose="020B0609020204030204" pitchFamily="49" charset="0"/>
              </a:rPr>
              <a:t>}</a:t>
            </a:r>
            <a:endParaRPr lang="fr-FR" sz="1400" dirty="0">
              <a:effectLst/>
              <a:latin typeface="+mn-lt"/>
              <a:ea typeface="Consolas" panose="020B0609020204030204" pitchFamily="49" charset="0"/>
              <a:cs typeface="Consolas" panose="020B0609020204030204" pitchFamily="49" charset="0"/>
            </a:endParaRPr>
          </a:p>
          <a:p>
            <a:pPr marL="360680" algn="l">
              <a:spcBef>
                <a:spcPts val="185"/>
              </a:spcBef>
              <a:spcAft>
                <a:spcPts val="0"/>
              </a:spcAft>
            </a:pPr>
            <a:r>
              <a:rPr lang="en-US" sz="1400" dirty="0">
                <a:solidFill>
                  <a:srgbClr val="C585C0"/>
                </a:solidFill>
                <a:effectLst/>
                <a:latin typeface="+mn-lt"/>
                <a:ea typeface="Consolas" panose="020B0609020204030204" pitchFamily="49" charset="0"/>
                <a:cs typeface="Consolas" panose="020B0609020204030204" pitchFamily="49" charset="0"/>
              </a:rPr>
              <a:t>return</a:t>
            </a:r>
            <a:r>
              <a:rPr lang="en-US" sz="1400" spc="-35" dirty="0">
                <a:solidFill>
                  <a:srgbClr val="C585C0"/>
                </a:solidFill>
                <a:effectLst/>
                <a:latin typeface="+mn-lt"/>
                <a:ea typeface="Consolas" panose="020B0609020204030204" pitchFamily="49" charset="0"/>
                <a:cs typeface="Consolas" panose="020B0609020204030204" pitchFamily="49" charset="0"/>
              </a:rPr>
              <a:t> </a:t>
            </a:r>
            <a:r>
              <a:rPr lang="en-US" sz="1400" spc="-50" dirty="0">
                <a:solidFill>
                  <a:srgbClr val="D3D3D3"/>
                </a:solidFill>
                <a:effectLst/>
                <a:latin typeface="+mn-lt"/>
                <a:ea typeface="Consolas" panose="020B0609020204030204" pitchFamily="49" charset="0"/>
                <a:cs typeface="Consolas" panose="020B0609020204030204" pitchFamily="49" charset="0"/>
              </a:rPr>
              <a:t>(</a:t>
            </a:r>
            <a:endParaRPr lang="fr-FR" sz="1400" dirty="0">
              <a:effectLst/>
              <a:latin typeface="+mn-lt"/>
              <a:ea typeface="Consolas" panose="020B0609020204030204" pitchFamily="49" charset="0"/>
              <a:cs typeface="Consolas" panose="020B0609020204030204" pitchFamily="49" charset="0"/>
            </a:endParaRPr>
          </a:p>
          <a:p>
            <a:pPr marL="653415" algn="l">
              <a:spcBef>
                <a:spcPts val="200"/>
              </a:spcBef>
              <a:spcAft>
                <a:spcPts val="0"/>
              </a:spcAft>
            </a:pPr>
            <a:r>
              <a:rPr lang="en-US" sz="1400" dirty="0">
                <a:solidFill>
                  <a:srgbClr val="6A9954"/>
                </a:solidFill>
                <a:effectLst/>
                <a:latin typeface="+mn-lt"/>
                <a:ea typeface="Consolas" panose="020B0609020204030204" pitchFamily="49" charset="0"/>
                <a:cs typeface="Consolas" panose="020B0609020204030204" pitchFamily="49" charset="0"/>
              </a:rPr>
              <a:t>//arrow</a:t>
            </a:r>
            <a:r>
              <a:rPr lang="en-US" sz="1400" spc="-50" dirty="0">
                <a:solidFill>
                  <a:srgbClr val="6A9954"/>
                </a:solidFill>
                <a:effectLst/>
                <a:latin typeface="+mn-lt"/>
                <a:ea typeface="Consolas" panose="020B0609020204030204" pitchFamily="49" charset="0"/>
                <a:cs typeface="Consolas" panose="020B0609020204030204" pitchFamily="49" charset="0"/>
              </a:rPr>
              <a:t> </a:t>
            </a:r>
            <a:r>
              <a:rPr lang="en-US" sz="1400" spc="-10" dirty="0">
                <a:solidFill>
                  <a:srgbClr val="6A9954"/>
                </a:solidFill>
                <a:effectLst/>
                <a:latin typeface="+mn-lt"/>
                <a:ea typeface="Consolas" panose="020B0609020204030204" pitchFamily="49" charset="0"/>
                <a:cs typeface="Consolas" panose="020B0609020204030204" pitchFamily="49" charset="0"/>
              </a:rPr>
              <a:t>function</a:t>
            </a:r>
            <a:endParaRPr lang="fr-FR" sz="1400" dirty="0">
              <a:effectLst/>
              <a:latin typeface="+mn-lt"/>
              <a:ea typeface="Consolas" panose="020B0609020204030204" pitchFamily="49" charset="0"/>
              <a:cs typeface="Consolas" panose="020B0609020204030204" pitchFamily="49" charset="0"/>
            </a:endParaRPr>
          </a:p>
          <a:p>
            <a:pPr marL="507365" algn="l">
              <a:spcBef>
                <a:spcPts val="200"/>
              </a:spcBef>
              <a:spcAft>
                <a:spcPts val="0"/>
              </a:spcAft>
            </a:pPr>
            <a:r>
              <a:rPr lang="en-US" sz="1400" dirty="0">
                <a:solidFill>
                  <a:srgbClr val="808080"/>
                </a:solidFill>
                <a:effectLst/>
                <a:latin typeface="+mn-lt"/>
                <a:ea typeface="Consolas" panose="020B0609020204030204" pitchFamily="49" charset="0"/>
                <a:cs typeface="Consolas" panose="020B0609020204030204" pitchFamily="49" charset="0"/>
              </a:rPr>
              <a:t>&lt;</a:t>
            </a:r>
            <a:r>
              <a:rPr lang="en-US" sz="1400" dirty="0">
                <a:solidFill>
                  <a:srgbClr val="559CD5"/>
                </a:solidFill>
                <a:effectLst/>
                <a:latin typeface="+mn-lt"/>
                <a:ea typeface="Consolas" panose="020B0609020204030204" pitchFamily="49" charset="0"/>
                <a:cs typeface="Consolas" panose="020B0609020204030204" pitchFamily="49" charset="0"/>
              </a:rPr>
              <a:t>form</a:t>
            </a:r>
            <a:r>
              <a:rPr lang="en-US" sz="1400" spc="-30" dirty="0">
                <a:solidFill>
                  <a:srgbClr val="559CD5"/>
                </a:solidFill>
                <a:effectLst/>
                <a:latin typeface="+mn-lt"/>
                <a:ea typeface="Consolas" panose="020B0609020204030204" pitchFamily="49" charset="0"/>
                <a:cs typeface="Consolas" panose="020B0609020204030204" pitchFamily="49" charset="0"/>
              </a:rPr>
              <a:t> </a:t>
            </a:r>
          </a:p>
          <a:p>
            <a:pPr marL="507365" algn="l">
              <a:spcBef>
                <a:spcPts val="200"/>
              </a:spcBef>
              <a:spcAft>
                <a:spcPts val="0"/>
              </a:spcAft>
            </a:pPr>
            <a:r>
              <a:rPr lang="en-US" sz="1400" spc="-10" dirty="0" err="1">
                <a:solidFill>
                  <a:srgbClr val="9CDCFD"/>
                </a:solidFill>
                <a:effectLst/>
                <a:latin typeface="+mn-lt"/>
                <a:ea typeface="Consolas" panose="020B0609020204030204" pitchFamily="49" charset="0"/>
                <a:cs typeface="Consolas" panose="020B0609020204030204" pitchFamily="49" charset="0"/>
              </a:rPr>
              <a:t>onSubmit</a:t>
            </a:r>
            <a:r>
              <a:rPr lang="en-US" sz="1400" spc="-10" dirty="0">
                <a:solidFill>
                  <a:srgbClr val="D3D3D3"/>
                </a:solidFill>
                <a:effectLst/>
                <a:latin typeface="+mn-lt"/>
                <a:ea typeface="Consolas" panose="020B0609020204030204" pitchFamily="49" charset="0"/>
                <a:cs typeface="Consolas" panose="020B0609020204030204" pitchFamily="49" charset="0"/>
              </a:rPr>
              <a:t>=</a:t>
            </a:r>
            <a:r>
              <a:rPr lang="en-US" sz="1400" spc="-10" dirty="0">
                <a:solidFill>
                  <a:srgbClr val="559CD5"/>
                </a:solidFill>
                <a:effectLst/>
                <a:latin typeface="+mn-lt"/>
                <a:ea typeface="Consolas" panose="020B0609020204030204" pitchFamily="49" charset="0"/>
                <a:cs typeface="Consolas" panose="020B0609020204030204" pitchFamily="49" charset="0"/>
              </a:rPr>
              <a:t>{</a:t>
            </a:r>
            <a:r>
              <a:rPr lang="en-US" sz="1400" spc="-10" dirty="0">
                <a:solidFill>
                  <a:srgbClr val="D3D3D3"/>
                </a:solidFill>
                <a:effectLst/>
                <a:latin typeface="+mn-lt"/>
                <a:ea typeface="Consolas" panose="020B0609020204030204" pitchFamily="49" charset="0"/>
                <a:cs typeface="Consolas" panose="020B0609020204030204" pitchFamily="49" charset="0"/>
              </a:rPr>
              <a:t>(</a:t>
            </a:r>
            <a:r>
              <a:rPr lang="en-US" sz="1400" spc="-10" dirty="0">
                <a:solidFill>
                  <a:srgbClr val="9CDCFD"/>
                </a:solidFill>
                <a:effectLst/>
                <a:latin typeface="+mn-lt"/>
                <a:ea typeface="Consolas" panose="020B0609020204030204" pitchFamily="49" charset="0"/>
                <a:cs typeface="Consolas" panose="020B0609020204030204" pitchFamily="49" charset="0"/>
              </a:rPr>
              <a:t>event</a:t>
            </a:r>
            <a:r>
              <a:rPr lang="en-US" sz="1400" spc="-10" dirty="0">
                <a:solidFill>
                  <a:srgbClr val="D3D3D3"/>
                </a:solidFill>
                <a:effectLst/>
                <a:latin typeface="+mn-lt"/>
                <a:ea typeface="Consolas" panose="020B0609020204030204" pitchFamily="49" charset="0"/>
                <a:cs typeface="Consolas" panose="020B0609020204030204" pitchFamily="49" charset="0"/>
              </a:rPr>
              <a:t>)</a:t>
            </a:r>
            <a:r>
              <a:rPr lang="en-US" sz="1400" spc="-10" dirty="0">
                <a:solidFill>
                  <a:srgbClr val="559CD5"/>
                </a:solidFill>
                <a:effectLst/>
                <a:latin typeface="+mn-lt"/>
                <a:ea typeface="Consolas" panose="020B0609020204030204" pitchFamily="49" charset="0"/>
                <a:cs typeface="Consolas" panose="020B0609020204030204" pitchFamily="49" charset="0"/>
              </a:rPr>
              <a:t>=&gt;</a:t>
            </a:r>
            <a:r>
              <a:rPr lang="en-US" sz="1400" spc="-10" dirty="0" err="1">
                <a:solidFill>
                  <a:srgbClr val="DCDCAA"/>
                </a:solidFill>
                <a:effectLst/>
                <a:latin typeface="+mn-lt"/>
                <a:ea typeface="Consolas" panose="020B0609020204030204" pitchFamily="49" charset="0"/>
                <a:cs typeface="Consolas" panose="020B0609020204030204" pitchFamily="49" charset="0"/>
              </a:rPr>
              <a:t>handleSubmit</a:t>
            </a:r>
            <a:r>
              <a:rPr lang="en-US" sz="1400" spc="-10" dirty="0">
                <a:solidFill>
                  <a:srgbClr val="D3D3D3"/>
                </a:solidFill>
                <a:effectLst/>
                <a:latin typeface="+mn-lt"/>
                <a:ea typeface="Consolas" panose="020B0609020204030204" pitchFamily="49" charset="0"/>
                <a:cs typeface="Consolas" panose="020B0609020204030204" pitchFamily="49" charset="0"/>
              </a:rPr>
              <a:t>(</a:t>
            </a:r>
            <a:r>
              <a:rPr lang="en-US" sz="1400" spc="-10" dirty="0">
                <a:solidFill>
                  <a:srgbClr val="9CDCFD"/>
                </a:solidFill>
                <a:effectLst/>
                <a:latin typeface="+mn-lt"/>
                <a:ea typeface="Consolas" panose="020B0609020204030204" pitchFamily="49" charset="0"/>
                <a:cs typeface="Consolas" panose="020B0609020204030204" pitchFamily="49" charset="0"/>
              </a:rPr>
              <a:t>event</a:t>
            </a:r>
            <a:r>
              <a:rPr lang="en-US" sz="1400" spc="-10" dirty="0">
                <a:solidFill>
                  <a:srgbClr val="D3D3D3"/>
                </a:solidFill>
                <a:effectLst/>
                <a:latin typeface="+mn-lt"/>
                <a:ea typeface="Consolas" panose="020B0609020204030204" pitchFamily="49" charset="0"/>
                <a:cs typeface="Consolas" panose="020B0609020204030204" pitchFamily="49" charset="0"/>
              </a:rPr>
              <a:t>)</a:t>
            </a:r>
            <a:r>
              <a:rPr lang="en-US" sz="1400" spc="-10" dirty="0">
                <a:solidFill>
                  <a:srgbClr val="559CD5"/>
                </a:solidFill>
                <a:effectLst/>
                <a:latin typeface="+mn-lt"/>
                <a:ea typeface="Consolas" panose="020B0609020204030204" pitchFamily="49" charset="0"/>
                <a:cs typeface="Consolas" panose="020B0609020204030204" pitchFamily="49" charset="0"/>
              </a:rPr>
              <a:t>}</a:t>
            </a:r>
            <a:r>
              <a:rPr lang="en-US" sz="1400" spc="-10" dirty="0">
                <a:solidFill>
                  <a:srgbClr val="808080"/>
                </a:solidFill>
                <a:effectLst/>
                <a:latin typeface="+mn-lt"/>
                <a:ea typeface="Consolas" panose="020B0609020204030204" pitchFamily="49" charset="0"/>
                <a:cs typeface="Consolas" panose="020B0609020204030204" pitchFamily="49" charset="0"/>
              </a:rPr>
              <a:t>&gt;</a:t>
            </a:r>
            <a:endParaRPr lang="fr-FR" sz="1400" dirty="0">
              <a:effectLst/>
              <a:latin typeface="+mn-lt"/>
              <a:ea typeface="Consolas" panose="020B0609020204030204" pitchFamily="49" charset="0"/>
              <a:cs typeface="Consolas" panose="020B0609020204030204" pitchFamily="49" charset="0"/>
            </a:endParaRPr>
          </a:p>
          <a:p>
            <a:pPr marL="653415" algn="l">
              <a:spcBef>
                <a:spcPts val="200"/>
              </a:spcBef>
              <a:spcAft>
                <a:spcPts val="0"/>
              </a:spcAft>
            </a:pPr>
            <a:r>
              <a:rPr lang="en-US" sz="1400" dirty="0">
                <a:solidFill>
                  <a:srgbClr val="808080"/>
                </a:solidFill>
                <a:effectLst/>
                <a:latin typeface="+mn-lt"/>
                <a:ea typeface="Consolas" panose="020B0609020204030204" pitchFamily="49" charset="0"/>
                <a:cs typeface="Consolas" panose="020B0609020204030204" pitchFamily="49" charset="0"/>
              </a:rPr>
              <a:t>&lt;</a:t>
            </a:r>
            <a:r>
              <a:rPr lang="en-US" sz="1400" dirty="0">
                <a:solidFill>
                  <a:srgbClr val="559CD5"/>
                </a:solidFill>
                <a:effectLst/>
                <a:latin typeface="+mn-lt"/>
                <a:ea typeface="Consolas" panose="020B0609020204030204" pitchFamily="49" charset="0"/>
                <a:cs typeface="Consolas" panose="020B0609020204030204" pitchFamily="49" charset="0"/>
              </a:rPr>
              <a:t>button</a:t>
            </a:r>
            <a:r>
              <a:rPr lang="en-US" sz="1400" spc="-45" dirty="0">
                <a:solidFill>
                  <a:srgbClr val="559CD5"/>
                </a:solidFill>
                <a:effectLst/>
                <a:latin typeface="+mn-lt"/>
                <a:ea typeface="Consolas" panose="020B0609020204030204" pitchFamily="49" charset="0"/>
                <a:cs typeface="Consolas" panose="020B0609020204030204" pitchFamily="49" charset="0"/>
              </a:rPr>
              <a:t> </a:t>
            </a:r>
            <a:r>
              <a:rPr lang="en-US" sz="1400" spc="-10" dirty="0">
                <a:solidFill>
                  <a:srgbClr val="9CDCFD"/>
                </a:solidFill>
                <a:effectLst/>
                <a:latin typeface="+mn-lt"/>
                <a:ea typeface="Consolas" panose="020B0609020204030204" pitchFamily="49" charset="0"/>
                <a:cs typeface="Consolas" panose="020B0609020204030204" pitchFamily="49" charset="0"/>
              </a:rPr>
              <a:t>type</a:t>
            </a:r>
            <a:r>
              <a:rPr lang="en-US" sz="1400" spc="-10" dirty="0">
                <a:solidFill>
                  <a:srgbClr val="D3D3D3"/>
                </a:solidFill>
                <a:effectLst/>
                <a:latin typeface="+mn-lt"/>
                <a:ea typeface="Consolas" panose="020B0609020204030204" pitchFamily="49" charset="0"/>
                <a:cs typeface="Consolas" panose="020B0609020204030204" pitchFamily="49" charset="0"/>
              </a:rPr>
              <a:t>=</a:t>
            </a:r>
            <a:r>
              <a:rPr lang="en-US" sz="1400" spc="-10" dirty="0">
                <a:solidFill>
                  <a:srgbClr val="CE9178"/>
                </a:solidFill>
                <a:effectLst/>
                <a:latin typeface="+mn-lt"/>
                <a:ea typeface="Consolas" panose="020B0609020204030204" pitchFamily="49" charset="0"/>
                <a:cs typeface="Consolas" panose="020B0609020204030204" pitchFamily="49" charset="0"/>
              </a:rPr>
              <a:t>"submit"</a:t>
            </a:r>
            <a:r>
              <a:rPr lang="en-US" sz="1400" spc="-10" dirty="0">
                <a:solidFill>
                  <a:srgbClr val="808080"/>
                </a:solidFill>
                <a:effectLst/>
                <a:latin typeface="+mn-lt"/>
                <a:ea typeface="Consolas" panose="020B0609020204030204" pitchFamily="49" charset="0"/>
                <a:cs typeface="Consolas" panose="020B0609020204030204" pitchFamily="49" charset="0"/>
              </a:rPr>
              <a:t>&gt;</a:t>
            </a:r>
            <a:r>
              <a:rPr lang="en-US" sz="1400" spc="-10" dirty="0">
                <a:solidFill>
                  <a:srgbClr val="D3D3D3"/>
                </a:solidFill>
                <a:effectLst/>
                <a:latin typeface="+mn-lt"/>
                <a:ea typeface="Consolas" panose="020B0609020204030204" pitchFamily="49" charset="0"/>
                <a:cs typeface="Consolas" panose="020B0609020204030204" pitchFamily="49" charset="0"/>
              </a:rPr>
              <a:t>Submit</a:t>
            </a:r>
            <a:r>
              <a:rPr lang="en-US" sz="1400" spc="-10" dirty="0">
                <a:solidFill>
                  <a:srgbClr val="808080"/>
                </a:solidFill>
                <a:effectLst/>
                <a:latin typeface="+mn-lt"/>
                <a:ea typeface="Consolas" panose="020B0609020204030204" pitchFamily="49" charset="0"/>
                <a:cs typeface="Consolas" panose="020B0609020204030204" pitchFamily="49" charset="0"/>
              </a:rPr>
              <a:t>&lt;/</a:t>
            </a:r>
            <a:r>
              <a:rPr lang="en-US" sz="1400" spc="-10" dirty="0">
                <a:solidFill>
                  <a:srgbClr val="559CD5"/>
                </a:solidFill>
                <a:effectLst/>
                <a:latin typeface="+mn-lt"/>
                <a:ea typeface="Consolas" panose="020B0609020204030204" pitchFamily="49" charset="0"/>
                <a:cs typeface="Consolas" panose="020B0609020204030204" pitchFamily="49" charset="0"/>
              </a:rPr>
              <a:t>button</a:t>
            </a:r>
            <a:r>
              <a:rPr lang="en-US" sz="1400" spc="-10" dirty="0">
                <a:solidFill>
                  <a:srgbClr val="808080"/>
                </a:solidFill>
                <a:effectLst/>
                <a:latin typeface="+mn-lt"/>
                <a:ea typeface="Consolas" panose="020B0609020204030204" pitchFamily="49" charset="0"/>
                <a:cs typeface="Consolas" panose="020B0609020204030204" pitchFamily="49" charset="0"/>
              </a:rPr>
              <a:t>&gt;</a:t>
            </a:r>
            <a:endParaRPr lang="fr-FR" sz="1400" dirty="0">
              <a:effectLst/>
              <a:latin typeface="+mn-lt"/>
              <a:ea typeface="Consolas" panose="020B0609020204030204" pitchFamily="49" charset="0"/>
              <a:cs typeface="Consolas" panose="020B0609020204030204" pitchFamily="49" charset="0"/>
            </a:endParaRPr>
          </a:p>
          <a:p>
            <a:pPr marL="507365" algn="l">
              <a:spcBef>
                <a:spcPts val="185"/>
              </a:spcBef>
              <a:spcAft>
                <a:spcPts val="0"/>
              </a:spcAft>
            </a:pPr>
            <a:r>
              <a:rPr lang="fr-FR" sz="1400" spc="-10" dirty="0">
                <a:solidFill>
                  <a:srgbClr val="808080"/>
                </a:solidFill>
                <a:effectLst/>
                <a:latin typeface="+mn-lt"/>
                <a:ea typeface="Consolas" panose="020B0609020204030204" pitchFamily="49" charset="0"/>
                <a:cs typeface="Consolas" panose="020B0609020204030204" pitchFamily="49" charset="0"/>
              </a:rPr>
              <a:t>&lt;/</a:t>
            </a:r>
            <a:r>
              <a:rPr lang="fr-FR" sz="1400" spc="-10" dirty="0" err="1">
                <a:solidFill>
                  <a:srgbClr val="559CD5"/>
                </a:solidFill>
                <a:effectLst/>
                <a:latin typeface="+mn-lt"/>
                <a:ea typeface="Consolas" panose="020B0609020204030204" pitchFamily="49" charset="0"/>
                <a:cs typeface="Consolas" panose="020B0609020204030204" pitchFamily="49" charset="0"/>
              </a:rPr>
              <a:t>form</a:t>
            </a:r>
            <a:r>
              <a:rPr lang="fr-FR" sz="1400" spc="-10" dirty="0">
                <a:solidFill>
                  <a:srgbClr val="808080"/>
                </a:solidFill>
                <a:effectLst/>
                <a:latin typeface="+mn-lt"/>
                <a:ea typeface="Consolas" panose="020B0609020204030204" pitchFamily="49" charset="0"/>
                <a:cs typeface="Consolas" panose="020B0609020204030204" pitchFamily="49" charset="0"/>
              </a:rPr>
              <a:t>&gt;</a:t>
            </a:r>
            <a:endParaRPr lang="fr-FR" sz="1400" dirty="0">
              <a:effectLst/>
              <a:latin typeface="+mn-lt"/>
              <a:ea typeface="Consolas" panose="020B0609020204030204" pitchFamily="49" charset="0"/>
              <a:cs typeface="Consolas" panose="020B0609020204030204" pitchFamily="49" charset="0"/>
            </a:endParaRPr>
          </a:p>
          <a:p>
            <a:pPr marL="360680" algn="l">
              <a:spcBef>
                <a:spcPts val="200"/>
              </a:spcBef>
              <a:spcAft>
                <a:spcPts val="0"/>
              </a:spcAft>
            </a:pPr>
            <a:r>
              <a:rPr lang="fr-FR" sz="1400" spc="-25" dirty="0">
                <a:solidFill>
                  <a:srgbClr val="D3D3D3"/>
                </a:solidFill>
                <a:effectLst/>
                <a:latin typeface="+mn-lt"/>
                <a:ea typeface="Consolas" panose="020B0609020204030204" pitchFamily="49" charset="0"/>
                <a:cs typeface="Consolas" panose="020B0609020204030204" pitchFamily="49" charset="0"/>
              </a:rPr>
              <a:t>);</a:t>
            </a:r>
          </a:p>
          <a:p>
            <a:pPr algn="l">
              <a:spcBef>
                <a:spcPts val="200"/>
              </a:spcBef>
              <a:spcAft>
                <a:spcPts val="0"/>
              </a:spcAft>
            </a:pPr>
            <a:r>
              <a:rPr lang="fr-FR" sz="1400" spc="-50" dirty="0">
                <a:solidFill>
                  <a:srgbClr val="D3D3D3"/>
                </a:solidFill>
                <a:effectLst/>
                <a:latin typeface="+mn-lt"/>
                <a:ea typeface="Consolas" panose="020B0609020204030204" pitchFamily="49" charset="0"/>
                <a:cs typeface="Consolas" panose="020B0609020204030204" pitchFamily="49" charset="0"/>
              </a:rPr>
              <a:t>}</a:t>
            </a:r>
            <a:endParaRPr lang="fr-FR" sz="1400" dirty="0">
              <a:latin typeface="+mn-lt"/>
            </a:endParaRPr>
          </a:p>
        </p:txBody>
      </p:sp>
      <p:sp>
        <p:nvSpPr>
          <p:cNvPr id="22" name="ZoneTexte 21">
            <a:extLst>
              <a:ext uri="{FF2B5EF4-FFF2-40B4-BE49-F238E27FC236}">
                <a16:creationId xmlns:a16="http://schemas.microsoft.com/office/drawing/2014/main" id="{0B4A30D0-8014-50BA-BC8B-E0E050FF6D8C}"/>
              </a:ext>
            </a:extLst>
          </p:cNvPr>
          <p:cNvSpPr txBox="1"/>
          <p:nvPr/>
        </p:nvSpPr>
        <p:spPr>
          <a:xfrm>
            <a:off x="5171234" y="2593866"/>
            <a:ext cx="3777557" cy="3765835"/>
          </a:xfrm>
          <a:prstGeom prst="rect">
            <a:avLst/>
          </a:prstGeom>
          <a:solidFill>
            <a:schemeClr val="tx1"/>
          </a:solidFill>
        </p:spPr>
        <p:txBody>
          <a:bodyPr wrap="none">
            <a:noAutofit/>
          </a:bodyPr>
          <a:lstStyle/>
          <a:p>
            <a:pPr marL="20320" algn="l">
              <a:spcBef>
                <a:spcPts val="270"/>
              </a:spcBef>
              <a:spcAft>
                <a:spcPts val="0"/>
              </a:spcAft>
            </a:pPr>
            <a:r>
              <a:rPr lang="en-US" sz="1400" b="1" dirty="0">
                <a:solidFill>
                  <a:srgbClr val="C00000"/>
                </a:solidFill>
                <a:effectLst/>
                <a:latin typeface="+mj-lt"/>
                <a:ea typeface="Consolas" panose="020B0609020204030204" pitchFamily="49" charset="0"/>
                <a:cs typeface="Consolas" panose="020B0609020204030204" pitchFamily="49" charset="0"/>
              </a:rPr>
              <a:t>//</a:t>
            </a:r>
            <a:r>
              <a:rPr lang="en-US" sz="1400" b="1" dirty="0" err="1">
                <a:solidFill>
                  <a:srgbClr val="C00000"/>
                </a:solidFill>
                <a:effectLst/>
                <a:latin typeface="+mj-lt"/>
                <a:ea typeface="Consolas" panose="020B0609020204030204" pitchFamily="49" charset="0"/>
                <a:cs typeface="Consolas" panose="020B0609020204030204" pitchFamily="49" charset="0"/>
              </a:rPr>
              <a:t>callBack</a:t>
            </a:r>
            <a:r>
              <a:rPr lang="en-US" sz="1400" b="1" spc="-55" dirty="0">
                <a:solidFill>
                  <a:srgbClr val="C00000"/>
                </a:solidFill>
                <a:effectLst/>
                <a:latin typeface="+mj-lt"/>
                <a:ea typeface="Consolas" panose="020B0609020204030204" pitchFamily="49" charset="0"/>
                <a:cs typeface="Consolas" panose="020B0609020204030204" pitchFamily="49" charset="0"/>
              </a:rPr>
              <a:t> </a:t>
            </a:r>
            <a:r>
              <a:rPr lang="en-US" sz="1400" b="1" spc="-10" dirty="0">
                <a:solidFill>
                  <a:srgbClr val="C00000"/>
                </a:solidFill>
                <a:effectLst/>
                <a:latin typeface="+mj-lt"/>
                <a:ea typeface="Consolas" panose="020B0609020204030204" pitchFamily="49" charset="0"/>
                <a:cs typeface="Consolas" panose="020B0609020204030204" pitchFamily="49" charset="0"/>
              </a:rPr>
              <a:t>function</a:t>
            </a:r>
            <a:endParaRPr lang="fr-FR" sz="1400" dirty="0">
              <a:effectLst/>
              <a:latin typeface="+mj-lt"/>
              <a:ea typeface="Consolas" panose="020B0609020204030204" pitchFamily="49" charset="0"/>
              <a:cs typeface="Consolas" panose="020B0609020204030204" pitchFamily="49" charset="0"/>
            </a:endParaRPr>
          </a:p>
          <a:p>
            <a:pPr marL="20320" algn="l">
              <a:spcBef>
                <a:spcPts val="185"/>
              </a:spcBef>
              <a:spcAft>
                <a:spcPts val="0"/>
              </a:spcAft>
            </a:pPr>
            <a:r>
              <a:rPr lang="en-US" sz="1400" dirty="0">
                <a:solidFill>
                  <a:srgbClr val="C585C0"/>
                </a:solidFill>
                <a:effectLst/>
                <a:latin typeface="+mj-lt"/>
                <a:ea typeface="Consolas" panose="020B0609020204030204" pitchFamily="49" charset="0"/>
                <a:cs typeface="Consolas" panose="020B0609020204030204" pitchFamily="49" charset="0"/>
              </a:rPr>
              <a:t>import</a:t>
            </a:r>
            <a:r>
              <a:rPr lang="en-US" sz="1400" spc="-25" dirty="0">
                <a:solidFill>
                  <a:srgbClr val="C585C0"/>
                </a:solidFill>
                <a:effectLst/>
                <a:latin typeface="+mj-lt"/>
                <a:ea typeface="Consolas" panose="020B0609020204030204" pitchFamily="49" charset="0"/>
                <a:cs typeface="Consolas" panose="020B0609020204030204" pitchFamily="49" charset="0"/>
              </a:rPr>
              <a:t> </a:t>
            </a:r>
            <a:r>
              <a:rPr lang="en-US" sz="1400" dirty="0">
                <a:solidFill>
                  <a:srgbClr val="9CDCFD"/>
                </a:solidFill>
                <a:effectLst/>
                <a:latin typeface="+mj-lt"/>
                <a:ea typeface="Consolas" panose="020B0609020204030204" pitchFamily="49" charset="0"/>
                <a:cs typeface="Consolas" panose="020B0609020204030204" pitchFamily="49" charset="0"/>
              </a:rPr>
              <a:t>React</a:t>
            </a:r>
            <a:r>
              <a:rPr lang="en-US" sz="1400" spc="-20" dirty="0">
                <a:solidFill>
                  <a:srgbClr val="9CDCFD"/>
                </a:solidFill>
                <a:effectLst/>
                <a:latin typeface="+mj-lt"/>
                <a:ea typeface="Consolas" panose="020B0609020204030204" pitchFamily="49" charset="0"/>
                <a:cs typeface="Consolas" panose="020B0609020204030204" pitchFamily="49" charset="0"/>
              </a:rPr>
              <a:t> </a:t>
            </a:r>
            <a:r>
              <a:rPr lang="en-US" sz="1400" dirty="0">
                <a:solidFill>
                  <a:srgbClr val="C585C0"/>
                </a:solidFill>
                <a:effectLst/>
                <a:latin typeface="+mj-lt"/>
                <a:ea typeface="Consolas" panose="020B0609020204030204" pitchFamily="49" charset="0"/>
                <a:cs typeface="Consolas" panose="020B0609020204030204" pitchFamily="49" charset="0"/>
              </a:rPr>
              <a:t>from</a:t>
            </a:r>
            <a:r>
              <a:rPr lang="en-US" sz="1400" spc="-25" dirty="0">
                <a:solidFill>
                  <a:srgbClr val="C585C0"/>
                </a:solidFill>
                <a:effectLst/>
                <a:latin typeface="+mj-lt"/>
                <a:ea typeface="Consolas" panose="020B0609020204030204" pitchFamily="49" charset="0"/>
                <a:cs typeface="Consolas" panose="020B0609020204030204" pitchFamily="49" charset="0"/>
              </a:rPr>
              <a:t> </a:t>
            </a:r>
            <a:r>
              <a:rPr lang="en-US" sz="1400" spc="-10" dirty="0">
                <a:solidFill>
                  <a:srgbClr val="CE9178"/>
                </a:solidFill>
                <a:effectLst/>
                <a:latin typeface="+mj-lt"/>
                <a:ea typeface="Consolas" panose="020B0609020204030204" pitchFamily="49" charset="0"/>
                <a:cs typeface="Consolas" panose="020B0609020204030204" pitchFamily="49" charset="0"/>
              </a:rPr>
              <a:t>'react'</a:t>
            </a:r>
            <a:endParaRPr lang="fr-FR" sz="1400" dirty="0">
              <a:effectLst/>
              <a:latin typeface="+mj-lt"/>
              <a:ea typeface="Consolas" panose="020B0609020204030204" pitchFamily="49" charset="0"/>
              <a:cs typeface="Consolas" panose="020B0609020204030204" pitchFamily="49" charset="0"/>
            </a:endParaRPr>
          </a:p>
          <a:p>
            <a:pPr marL="313055" marR="1991360" indent="-293370" algn="l">
              <a:lnSpc>
                <a:spcPct val="115000"/>
              </a:lnSpc>
              <a:spcBef>
                <a:spcPts val="200"/>
              </a:spcBef>
              <a:spcAft>
                <a:spcPts val="0"/>
              </a:spcAft>
            </a:pPr>
            <a:r>
              <a:rPr lang="en-US" sz="1400" dirty="0">
                <a:solidFill>
                  <a:srgbClr val="C585C0"/>
                </a:solidFill>
                <a:effectLst/>
                <a:latin typeface="+mj-lt"/>
                <a:ea typeface="Consolas" panose="020B0609020204030204" pitchFamily="49" charset="0"/>
                <a:cs typeface="Consolas" panose="020B0609020204030204" pitchFamily="49" charset="0"/>
              </a:rPr>
              <a:t>export</a:t>
            </a:r>
            <a:r>
              <a:rPr lang="en-US" sz="1400" spc="-50" dirty="0">
                <a:solidFill>
                  <a:srgbClr val="C585C0"/>
                </a:solidFill>
                <a:effectLst/>
                <a:latin typeface="+mj-lt"/>
                <a:ea typeface="Consolas" panose="020B0609020204030204" pitchFamily="49" charset="0"/>
                <a:cs typeface="Consolas" panose="020B0609020204030204" pitchFamily="49" charset="0"/>
              </a:rPr>
              <a:t> </a:t>
            </a:r>
            <a:r>
              <a:rPr lang="en-US" sz="1400" dirty="0">
                <a:solidFill>
                  <a:srgbClr val="C585C0"/>
                </a:solidFill>
                <a:effectLst/>
                <a:latin typeface="+mj-lt"/>
                <a:ea typeface="Consolas" panose="020B0609020204030204" pitchFamily="49" charset="0"/>
                <a:cs typeface="Consolas" panose="020B0609020204030204" pitchFamily="49" charset="0"/>
              </a:rPr>
              <a:t>default</a:t>
            </a:r>
            <a:r>
              <a:rPr lang="en-US" sz="1400" spc="-50" dirty="0">
                <a:solidFill>
                  <a:srgbClr val="C585C0"/>
                </a:solidFill>
                <a:effectLst/>
                <a:latin typeface="+mj-lt"/>
                <a:ea typeface="Consolas" panose="020B0609020204030204" pitchFamily="49" charset="0"/>
                <a:cs typeface="Consolas" panose="020B0609020204030204" pitchFamily="49" charset="0"/>
              </a:rPr>
              <a:t> </a:t>
            </a:r>
            <a:r>
              <a:rPr lang="en-US" sz="1400" dirty="0">
                <a:solidFill>
                  <a:srgbClr val="559CD5"/>
                </a:solidFill>
                <a:effectLst/>
                <a:latin typeface="+mj-lt"/>
                <a:ea typeface="Consolas" panose="020B0609020204030204" pitchFamily="49" charset="0"/>
                <a:cs typeface="Consolas" panose="020B0609020204030204" pitchFamily="49" charset="0"/>
              </a:rPr>
              <a:t>function</a:t>
            </a:r>
            <a:r>
              <a:rPr lang="en-US" sz="1400" spc="-50" dirty="0">
                <a:solidFill>
                  <a:srgbClr val="559CD5"/>
                </a:solidFill>
                <a:effectLst/>
                <a:latin typeface="+mj-lt"/>
                <a:ea typeface="Consolas" panose="020B0609020204030204" pitchFamily="49" charset="0"/>
                <a:cs typeface="Consolas" panose="020B0609020204030204" pitchFamily="49" charset="0"/>
              </a:rPr>
              <a:t> </a:t>
            </a:r>
            <a:r>
              <a:rPr lang="en-US" sz="1400" dirty="0">
                <a:solidFill>
                  <a:srgbClr val="DCDCAA"/>
                </a:solidFill>
                <a:effectLst/>
                <a:latin typeface="+mj-lt"/>
                <a:ea typeface="Consolas" panose="020B0609020204030204" pitchFamily="49" charset="0"/>
                <a:cs typeface="Consolas" panose="020B0609020204030204" pitchFamily="49" charset="0"/>
              </a:rPr>
              <a:t>Form</a:t>
            </a:r>
            <a:r>
              <a:rPr lang="en-US" sz="1400" dirty="0">
                <a:solidFill>
                  <a:srgbClr val="D3D3D3"/>
                </a:solidFill>
                <a:effectLst/>
                <a:latin typeface="+mj-lt"/>
                <a:ea typeface="Consolas" panose="020B0609020204030204" pitchFamily="49" charset="0"/>
                <a:cs typeface="Consolas" panose="020B0609020204030204" pitchFamily="49" charset="0"/>
              </a:rPr>
              <a:t>()</a:t>
            </a:r>
            <a:r>
              <a:rPr lang="en-US" sz="1400" spc="-55" dirty="0">
                <a:solidFill>
                  <a:srgbClr val="D3D3D3"/>
                </a:solidFill>
                <a:effectLst/>
                <a:latin typeface="+mj-lt"/>
                <a:ea typeface="Consolas" panose="020B0609020204030204" pitchFamily="49" charset="0"/>
                <a:cs typeface="Consolas" panose="020B0609020204030204" pitchFamily="49" charset="0"/>
              </a:rPr>
              <a:t> </a:t>
            </a:r>
            <a:r>
              <a:rPr lang="en-US" sz="1400" dirty="0">
                <a:solidFill>
                  <a:srgbClr val="D3D3D3"/>
                </a:solidFill>
                <a:effectLst/>
                <a:latin typeface="+mj-lt"/>
                <a:ea typeface="Consolas" panose="020B0609020204030204" pitchFamily="49" charset="0"/>
                <a:cs typeface="Consolas" panose="020B0609020204030204" pitchFamily="49" charset="0"/>
              </a:rPr>
              <a:t>{ </a:t>
            </a:r>
          </a:p>
          <a:p>
            <a:pPr marL="313055" marR="1991360" indent="-293370" algn="l">
              <a:lnSpc>
                <a:spcPct val="115000"/>
              </a:lnSpc>
              <a:spcBef>
                <a:spcPts val="200"/>
              </a:spcBef>
              <a:spcAft>
                <a:spcPts val="0"/>
              </a:spcAft>
            </a:pPr>
            <a:r>
              <a:rPr lang="en-US" sz="1400" dirty="0">
                <a:solidFill>
                  <a:srgbClr val="D3D3D3"/>
                </a:solidFill>
                <a:latin typeface="+mj-lt"/>
                <a:ea typeface="Consolas" panose="020B0609020204030204" pitchFamily="49" charset="0"/>
                <a:cs typeface="Consolas" panose="020B0609020204030204" pitchFamily="49" charset="0"/>
              </a:rPr>
              <a:t>   </a:t>
            </a:r>
            <a:r>
              <a:rPr lang="en-US" sz="1400" dirty="0">
                <a:solidFill>
                  <a:srgbClr val="559CD5"/>
                </a:solidFill>
                <a:effectLst/>
                <a:latin typeface="+mj-lt"/>
                <a:ea typeface="Consolas" panose="020B0609020204030204" pitchFamily="49" charset="0"/>
                <a:cs typeface="Consolas" panose="020B0609020204030204" pitchFamily="49" charset="0"/>
              </a:rPr>
              <a:t>function </a:t>
            </a:r>
            <a:r>
              <a:rPr lang="en-US" sz="1400" dirty="0" err="1">
                <a:solidFill>
                  <a:srgbClr val="DCDCAA"/>
                </a:solidFill>
                <a:effectLst/>
                <a:latin typeface="+mj-lt"/>
                <a:ea typeface="Consolas" panose="020B0609020204030204" pitchFamily="49" charset="0"/>
                <a:cs typeface="Consolas" panose="020B0609020204030204" pitchFamily="49" charset="0"/>
              </a:rPr>
              <a:t>handleSubmit</a:t>
            </a:r>
            <a:r>
              <a:rPr lang="en-US" sz="1400" dirty="0">
                <a:solidFill>
                  <a:srgbClr val="D3D3D3"/>
                </a:solidFill>
                <a:effectLst/>
                <a:latin typeface="+mj-lt"/>
                <a:ea typeface="Consolas" panose="020B0609020204030204" pitchFamily="49" charset="0"/>
                <a:cs typeface="Consolas" panose="020B0609020204030204" pitchFamily="49" charset="0"/>
              </a:rPr>
              <a:t>(</a:t>
            </a:r>
            <a:r>
              <a:rPr lang="en-US" sz="1400" dirty="0">
                <a:solidFill>
                  <a:srgbClr val="9CDCFD"/>
                </a:solidFill>
                <a:effectLst/>
                <a:latin typeface="+mj-lt"/>
                <a:ea typeface="Consolas" panose="020B0609020204030204" pitchFamily="49" charset="0"/>
                <a:cs typeface="Consolas" panose="020B0609020204030204" pitchFamily="49" charset="0"/>
              </a:rPr>
              <a:t>e</a:t>
            </a:r>
            <a:r>
              <a:rPr lang="en-US" sz="1400" dirty="0">
                <a:solidFill>
                  <a:srgbClr val="D3D3D3"/>
                </a:solidFill>
                <a:effectLst/>
                <a:latin typeface="+mj-lt"/>
                <a:ea typeface="Consolas" panose="020B0609020204030204" pitchFamily="49" charset="0"/>
                <a:cs typeface="Consolas" panose="020B0609020204030204" pitchFamily="49" charset="0"/>
              </a:rPr>
              <a:t>) {</a:t>
            </a:r>
            <a:endParaRPr lang="fr-FR" sz="1400" dirty="0">
              <a:effectLst/>
              <a:latin typeface="+mj-lt"/>
              <a:ea typeface="Consolas" panose="020B0609020204030204" pitchFamily="49" charset="0"/>
              <a:cs typeface="Consolas" panose="020B0609020204030204" pitchFamily="49" charset="0"/>
            </a:endParaRPr>
          </a:p>
          <a:p>
            <a:pPr marL="20320" marR="57150" indent="438785" algn="l">
              <a:lnSpc>
                <a:spcPct val="115000"/>
              </a:lnSpc>
              <a:spcBef>
                <a:spcPts val="15"/>
              </a:spcBef>
              <a:spcAft>
                <a:spcPts val="0"/>
              </a:spcAft>
            </a:pPr>
            <a:r>
              <a:rPr lang="en-US" sz="1400" dirty="0" err="1">
                <a:solidFill>
                  <a:srgbClr val="9CDCFD"/>
                </a:solidFill>
                <a:effectLst/>
                <a:latin typeface="+mj-lt"/>
                <a:ea typeface="Consolas" panose="020B0609020204030204" pitchFamily="49" charset="0"/>
                <a:cs typeface="Consolas" panose="020B0609020204030204" pitchFamily="49" charset="0"/>
              </a:rPr>
              <a:t>e</a:t>
            </a:r>
            <a:r>
              <a:rPr lang="en-US" sz="1400" dirty="0" err="1">
                <a:solidFill>
                  <a:srgbClr val="D3D3D3"/>
                </a:solidFill>
                <a:effectLst/>
                <a:latin typeface="+mj-lt"/>
                <a:ea typeface="Consolas" panose="020B0609020204030204" pitchFamily="49" charset="0"/>
                <a:cs typeface="Consolas" panose="020B0609020204030204" pitchFamily="49" charset="0"/>
              </a:rPr>
              <a:t>.</a:t>
            </a:r>
            <a:r>
              <a:rPr lang="en-US" sz="1400" dirty="0" err="1">
                <a:solidFill>
                  <a:srgbClr val="DCDCAA"/>
                </a:solidFill>
                <a:effectLst/>
                <a:latin typeface="+mj-lt"/>
                <a:ea typeface="Consolas" panose="020B0609020204030204" pitchFamily="49" charset="0"/>
                <a:cs typeface="Consolas" panose="020B0609020204030204" pitchFamily="49" charset="0"/>
              </a:rPr>
              <a:t>preventDefault</a:t>
            </a:r>
            <a:r>
              <a:rPr lang="en-US" sz="1400" dirty="0">
                <a:solidFill>
                  <a:srgbClr val="D3D3D3"/>
                </a:solidFill>
                <a:effectLst/>
                <a:latin typeface="+mj-lt"/>
                <a:ea typeface="Consolas" panose="020B0609020204030204" pitchFamily="49" charset="0"/>
                <a:cs typeface="Consolas" panose="020B0609020204030204" pitchFamily="49" charset="0"/>
              </a:rPr>
              <a:t>();</a:t>
            </a:r>
          </a:p>
          <a:p>
            <a:pPr marL="20320" marR="57150" indent="438785" algn="l">
              <a:lnSpc>
                <a:spcPct val="115000"/>
              </a:lnSpc>
              <a:spcBef>
                <a:spcPts val="15"/>
              </a:spcBef>
              <a:spcAft>
                <a:spcPts val="0"/>
              </a:spcAft>
            </a:pPr>
            <a:r>
              <a:rPr lang="en-US" sz="1400" dirty="0">
                <a:solidFill>
                  <a:srgbClr val="9CDCFD"/>
                </a:solidFill>
                <a:effectLst/>
                <a:latin typeface="+mj-lt"/>
                <a:ea typeface="Consolas" panose="020B0609020204030204" pitchFamily="49" charset="0"/>
                <a:cs typeface="Consolas" panose="020B0609020204030204" pitchFamily="49" charset="0"/>
              </a:rPr>
              <a:t>console</a:t>
            </a:r>
            <a:r>
              <a:rPr lang="en-US" sz="1400" dirty="0">
                <a:solidFill>
                  <a:srgbClr val="D3D3D3"/>
                </a:solidFill>
                <a:effectLst/>
                <a:latin typeface="+mj-lt"/>
                <a:ea typeface="Consolas" panose="020B0609020204030204" pitchFamily="49" charset="0"/>
                <a:cs typeface="Consolas" panose="020B0609020204030204" pitchFamily="49" charset="0"/>
              </a:rPr>
              <a:t>.</a:t>
            </a:r>
            <a:r>
              <a:rPr lang="en-US" sz="1400" dirty="0">
                <a:solidFill>
                  <a:srgbClr val="DCDCAA"/>
                </a:solidFill>
                <a:effectLst/>
                <a:latin typeface="+mj-lt"/>
                <a:ea typeface="Consolas" panose="020B0609020204030204" pitchFamily="49" charset="0"/>
                <a:cs typeface="Consolas" panose="020B0609020204030204" pitchFamily="49" charset="0"/>
              </a:rPr>
              <a:t>log</a:t>
            </a:r>
            <a:r>
              <a:rPr lang="en-US" sz="1400" dirty="0">
                <a:solidFill>
                  <a:srgbClr val="D3D3D3"/>
                </a:solidFill>
                <a:effectLst/>
                <a:latin typeface="+mj-lt"/>
                <a:ea typeface="Consolas" panose="020B0609020204030204" pitchFamily="49" charset="0"/>
                <a:cs typeface="Consolas" panose="020B0609020204030204" pitchFamily="49" charset="0"/>
              </a:rPr>
              <a:t>(</a:t>
            </a:r>
            <a:r>
              <a:rPr lang="en-US" sz="1400" dirty="0">
                <a:solidFill>
                  <a:srgbClr val="CE9178"/>
                </a:solidFill>
                <a:effectLst/>
                <a:latin typeface="+mj-lt"/>
                <a:ea typeface="Consolas" panose="020B0609020204030204" pitchFamily="49" charset="0"/>
                <a:cs typeface="Consolas" panose="020B0609020204030204" pitchFamily="49" charset="0"/>
              </a:rPr>
              <a:t>'You</a:t>
            </a:r>
            <a:r>
              <a:rPr lang="en-US" sz="1400" spc="-145" dirty="0">
                <a:solidFill>
                  <a:srgbClr val="CE9178"/>
                </a:solidFill>
                <a:effectLst/>
                <a:latin typeface="+mj-lt"/>
                <a:ea typeface="Consolas" panose="020B0609020204030204" pitchFamily="49" charset="0"/>
                <a:cs typeface="Consolas" panose="020B0609020204030204" pitchFamily="49" charset="0"/>
              </a:rPr>
              <a:t> </a:t>
            </a:r>
            <a:r>
              <a:rPr lang="en-US" sz="1400" dirty="0">
                <a:solidFill>
                  <a:srgbClr val="CE9178"/>
                </a:solidFill>
                <a:effectLst/>
                <a:latin typeface="+mj-lt"/>
                <a:ea typeface="Consolas" panose="020B0609020204030204" pitchFamily="49" charset="0"/>
                <a:cs typeface="Consolas" panose="020B0609020204030204" pitchFamily="49" charset="0"/>
              </a:rPr>
              <a:t>clicked </a:t>
            </a:r>
            <a:r>
              <a:rPr lang="en-US" sz="1400" spc="-10" dirty="0">
                <a:solidFill>
                  <a:srgbClr val="CE9178"/>
                </a:solidFill>
                <a:effectLst/>
                <a:latin typeface="+mj-lt"/>
                <a:ea typeface="Consolas" panose="020B0609020204030204" pitchFamily="49" charset="0"/>
                <a:cs typeface="Consolas" panose="020B0609020204030204" pitchFamily="49" charset="0"/>
              </a:rPr>
              <a:t>submit.'</a:t>
            </a:r>
            <a:r>
              <a:rPr lang="en-US" sz="1400" spc="-10" dirty="0">
                <a:solidFill>
                  <a:srgbClr val="D3D3D3"/>
                </a:solidFill>
                <a:effectLst/>
                <a:latin typeface="+mj-lt"/>
                <a:ea typeface="Consolas" panose="020B0609020204030204" pitchFamily="49" charset="0"/>
                <a:cs typeface="Consolas" panose="020B0609020204030204" pitchFamily="49" charset="0"/>
              </a:rPr>
              <a:t>);</a:t>
            </a:r>
            <a:endParaRPr lang="fr-FR" sz="1400" dirty="0">
              <a:effectLst/>
              <a:latin typeface="+mj-lt"/>
              <a:ea typeface="Consolas" panose="020B0609020204030204" pitchFamily="49" charset="0"/>
              <a:cs typeface="Consolas" panose="020B0609020204030204" pitchFamily="49" charset="0"/>
            </a:endParaRPr>
          </a:p>
          <a:p>
            <a:pPr marL="313055" algn="l">
              <a:spcBef>
                <a:spcPts val="5"/>
              </a:spcBef>
              <a:spcAft>
                <a:spcPts val="0"/>
              </a:spcAft>
            </a:pPr>
            <a:r>
              <a:rPr lang="en-US" sz="1400" spc="-50" dirty="0">
                <a:solidFill>
                  <a:srgbClr val="D3D3D3"/>
                </a:solidFill>
                <a:effectLst/>
                <a:latin typeface="+mj-lt"/>
                <a:ea typeface="Consolas" panose="020B0609020204030204" pitchFamily="49" charset="0"/>
                <a:cs typeface="Consolas" panose="020B0609020204030204" pitchFamily="49" charset="0"/>
              </a:rPr>
              <a:t>}</a:t>
            </a:r>
            <a:endParaRPr lang="fr-FR" sz="1400" dirty="0">
              <a:effectLst/>
              <a:latin typeface="+mj-lt"/>
              <a:ea typeface="Consolas" panose="020B0609020204030204" pitchFamily="49" charset="0"/>
              <a:cs typeface="Consolas" panose="020B0609020204030204" pitchFamily="49" charset="0"/>
            </a:endParaRPr>
          </a:p>
          <a:p>
            <a:pPr marL="313055" algn="l">
              <a:spcBef>
                <a:spcPts val="185"/>
              </a:spcBef>
              <a:spcAft>
                <a:spcPts val="0"/>
              </a:spcAft>
            </a:pPr>
            <a:r>
              <a:rPr lang="en-US" sz="1400" dirty="0">
                <a:solidFill>
                  <a:srgbClr val="C585C0"/>
                </a:solidFill>
                <a:effectLst/>
                <a:latin typeface="+mj-lt"/>
                <a:ea typeface="Consolas" panose="020B0609020204030204" pitchFamily="49" charset="0"/>
                <a:cs typeface="Consolas" panose="020B0609020204030204" pitchFamily="49" charset="0"/>
              </a:rPr>
              <a:t>return</a:t>
            </a:r>
            <a:r>
              <a:rPr lang="en-US" sz="1400" spc="-35" dirty="0">
                <a:solidFill>
                  <a:srgbClr val="C585C0"/>
                </a:solidFill>
                <a:effectLst/>
                <a:latin typeface="+mj-lt"/>
                <a:ea typeface="Consolas" panose="020B0609020204030204" pitchFamily="49" charset="0"/>
                <a:cs typeface="Consolas" panose="020B0609020204030204" pitchFamily="49" charset="0"/>
              </a:rPr>
              <a:t> </a:t>
            </a:r>
            <a:r>
              <a:rPr lang="en-US" sz="1400" spc="-50" dirty="0">
                <a:solidFill>
                  <a:srgbClr val="D3D3D3"/>
                </a:solidFill>
                <a:effectLst/>
                <a:latin typeface="+mj-lt"/>
                <a:ea typeface="Consolas" panose="020B0609020204030204" pitchFamily="49" charset="0"/>
                <a:cs typeface="Consolas" panose="020B0609020204030204" pitchFamily="49" charset="0"/>
              </a:rPr>
              <a:t>(</a:t>
            </a:r>
            <a:endParaRPr lang="fr-FR" sz="1400" dirty="0">
              <a:effectLst/>
              <a:latin typeface="+mj-lt"/>
              <a:ea typeface="Consolas" panose="020B0609020204030204" pitchFamily="49" charset="0"/>
              <a:cs typeface="Consolas" panose="020B0609020204030204" pitchFamily="49" charset="0"/>
            </a:endParaRPr>
          </a:p>
          <a:p>
            <a:pPr marL="605790" algn="l">
              <a:spcBef>
                <a:spcPts val="200"/>
              </a:spcBef>
              <a:spcAft>
                <a:spcPts val="0"/>
              </a:spcAft>
            </a:pPr>
            <a:r>
              <a:rPr lang="en-US" sz="1400" dirty="0">
                <a:solidFill>
                  <a:srgbClr val="6A9954"/>
                </a:solidFill>
                <a:effectLst/>
                <a:latin typeface="+mj-lt"/>
                <a:ea typeface="Consolas" panose="020B0609020204030204" pitchFamily="49" charset="0"/>
                <a:cs typeface="Consolas" panose="020B0609020204030204" pitchFamily="49" charset="0"/>
              </a:rPr>
              <a:t>//</a:t>
            </a:r>
            <a:r>
              <a:rPr lang="en-US" sz="1400" dirty="0" err="1">
                <a:solidFill>
                  <a:srgbClr val="6A9954"/>
                </a:solidFill>
                <a:effectLst/>
                <a:latin typeface="+mj-lt"/>
                <a:ea typeface="Consolas" panose="020B0609020204030204" pitchFamily="49" charset="0"/>
                <a:cs typeface="Consolas" panose="020B0609020204030204" pitchFamily="49" charset="0"/>
              </a:rPr>
              <a:t>callBack</a:t>
            </a:r>
            <a:r>
              <a:rPr lang="en-US" sz="1400" spc="-85" dirty="0">
                <a:solidFill>
                  <a:srgbClr val="6A9954"/>
                </a:solidFill>
                <a:effectLst/>
                <a:latin typeface="+mj-lt"/>
                <a:ea typeface="Consolas" panose="020B0609020204030204" pitchFamily="49" charset="0"/>
                <a:cs typeface="Consolas" panose="020B0609020204030204" pitchFamily="49" charset="0"/>
              </a:rPr>
              <a:t> </a:t>
            </a:r>
            <a:r>
              <a:rPr lang="en-US" sz="1400" spc="-10" dirty="0">
                <a:solidFill>
                  <a:srgbClr val="6A9954"/>
                </a:solidFill>
                <a:effectLst/>
                <a:latin typeface="+mj-lt"/>
                <a:ea typeface="Consolas" panose="020B0609020204030204" pitchFamily="49" charset="0"/>
                <a:cs typeface="Consolas" panose="020B0609020204030204" pitchFamily="49" charset="0"/>
              </a:rPr>
              <a:t>function</a:t>
            </a:r>
            <a:endParaRPr lang="fr-FR" sz="1400" dirty="0">
              <a:effectLst/>
              <a:latin typeface="+mj-lt"/>
              <a:ea typeface="Consolas" panose="020B0609020204030204" pitchFamily="49" charset="0"/>
              <a:cs typeface="Consolas" panose="020B0609020204030204" pitchFamily="49" charset="0"/>
            </a:endParaRPr>
          </a:p>
          <a:p>
            <a:pPr marL="459740" algn="l">
              <a:spcBef>
                <a:spcPts val="195"/>
              </a:spcBef>
              <a:spcAft>
                <a:spcPts val="0"/>
              </a:spcAft>
            </a:pPr>
            <a:r>
              <a:rPr lang="en-US" sz="1400" dirty="0">
                <a:solidFill>
                  <a:srgbClr val="808080"/>
                </a:solidFill>
                <a:effectLst/>
                <a:latin typeface="+mj-lt"/>
                <a:ea typeface="Consolas" panose="020B0609020204030204" pitchFamily="49" charset="0"/>
                <a:cs typeface="Consolas" panose="020B0609020204030204" pitchFamily="49" charset="0"/>
              </a:rPr>
              <a:t>&lt;</a:t>
            </a:r>
            <a:r>
              <a:rPr lang="en-US" sz="1400" dirty="0">
                <a:solidFill>
                  <a:srgbClr val="559CD5"/>
                </a:solidFill>
                <a:effectLst/>
                <a:latin typeface="+mj-lt"/>
                <a:ea typeface="Consolas" panose="020B0609020204030204" pitchFamily="49" charset="0"/>
                <a:cs typeface="Consolas" panose="020B0609020204030204" pitchFamily="49" charset="0"/>
              </a:rPr>
              <a:t>form</a:t>
            </a:r>
            <a:r>
              <a:rPr lang="en-US" sz="1400" spc="-30" dirty="0">
                <a:solidFill>
                  <a:srgbClr val="559CD5"/>
                </a:solidFill>
                <a:effectLst/>
                <a:latin typeface="+mj-lt"/>
                <a:ea typeface="Consolas" panose="020B0609020204030204" pitchFamily="49" charset="0"/>
                <a:cs typeface="Consolas" panose="020B0609020204030204" pitchFamily="49" charset="0"/>
              </a:rPr>
              <a:t> </a:t>
            </a:r>
            <a:r>
              <a:rPr lang="en-US" sz="1400" spc="-10" dirty="0" err="1">
                <a:solidFill>
                  <a:srgbClr val="9CDCFD"/>
                </a:solidFill>
                <a:effectLst/>
                <a:latin typeface="+mj-lt"/>
                <a:ea typeface="Consolas" panose="020B0609020204030204" pitchFamily="49" charset="0"/>
                <a:cs typeface="Consolas" panose="020B0609020204030204" pitchFamily="49" charset="0"/>
              </a:rPr>
              <a:t>onSubmit</a:t>
            </a:r>
            <a:r>
              <a:rPr lang="en-US" sz="1400" spc="-10" dirty="0">
                <a:solidFill>
                  <a:srgbClr val="D3D3D3"/>
                </a:solidFill>
                <a:effectLst/>
                <a:latin typeface="+mj-lt"/>
                <a:ea typeface="Consolas" panose="020B0609020204030204" pitchFamily="49" charset="0"/>
                <a:cs typeface="Consolas" panose="020B0609020204030204" pitchFamily="49" charset="0"/>
              </a:rPr>
              <a:t>=</a:t>
            </a:r>
            <a:r>
              <a:rPr lang="en-US" sz="1400" spc="-10" dirty="0">
                <a:solidFill>
                  <a:srgbClr val="559CD5"/>
                </a:solidFill>
                <a:effectLst/>
                <a:latin typeface="+mj-lt"/>
                <a:ea typeface="Consolas" panose="020B0609020204030204" pitchFamily="49" charset="0"/>
                <a:cs typeface="Consolas" panose="020B0609020204030204" pitchFamily="49" charset="0"/>
              </a:rPr>
              <a:t>{</a:t>
            </a:r>
            <a:r>
              <a:rPr lang="en-US" sz="1400" spc="-10" dirty="0" err="1">
                <a:solidFill>
                  <a:srgbClr val="DCDCAA"/>
                </a:solidFill>
                <a:effectLst/>
                <a:latin typeface="+mj-lt"/>
                <a:ea typeface="Consolas" panose="020B0609020204030204" pitchFamily="49" charset="0"/>
                <a:cs typeface="Consolas" panose="020B0609020204030204" pitchFamily="49" charset="0"/>
              </a:rPr>
              <a:t>handleSubmit</a:t>
            </a:r>
            <a:r>
              <a:rPr lang="en-US" sz="1400" spc="-10" dirty="0">
                <a:solidFill>
                  <a:srgbClr val="559CD5"/>
                </a:solidFill>
                <a:effectLst/>
                <a:latin typeface="+mj-lt"/>
                <a:ea typeface="Consolas" panose="020B0609020204030204" pitchFamily="49" charset="0"/>
                <a:cs typeface="Consolas" panose="020B0609020204030204" pitchFamily="49" charset="0"/>
              </a:rPr>
              <a:t>}</a:t>
            </a:r>
            <a:r>
              <a:rPr lang="en-US" sz="1400" spc="-10" dirty="0">
                <a:solidFill>
                  <a:srgbClr val="808080"/>
                </a:solidFill>
                <a:effectLst/>
                <a:latin typeface="+mj-lt"/>
                <a:ea typeface="Consolas" panose="020B0609020204030204" pitchFamily="49" charset="0"/>
                <a:cs typeface="Consolas" panose="020B0609020204030204" pitchFamily="49" charset="0"/>
              </a:rPr>
              <a:t>&gt;</a:t>
            </a:r>
            <a:endParaRPr lang="en-US" sz="1400" dirty="0">
              <a:solidFill>
                <a:srgbClr val="808080"/>
              </a:solidFill>
              <a:effectLst/>
              <a:latin typeface="+mj-lt"/>
              <a:ea typeface="Consolas" panose="020B0609020204030204" pitchFamily="49" charset="0"/>
              <a:cs typeface="Consolas" panose="020B0609020204030204" pitchFamily="49" charset="0"/>
            </a:endParaRPr>
          </a:p>
          <a:p>
            <a:pPr marL="605790" algn="l">
              <a:spcBef>
                <a:spcPts val="200"/>
              </a:spcBef>
              <a:spcAft>
                <a:spcPts val="0"/>
              </a:spcAft>
            </a:pPr>
            <a:r>
              <a:rPr lang="en-US" sz="1400" dirty="0">
                <a:solidFill>
                  <a:srgbClr val="808080"/>
                </a:solidFill>
                <a:effectLst/>
                <a:latin typeface="+mj-lt"/>
                <a:ea typeface="Consolas" panose="020B0609020204030204" pitchFamily="49" charset="0"/>
                <a:cs typeface="Consolas" panose="020B0609020204030204" pitchFamily="49" charset="0"/>
              </a:rPr>
              <a:t>&lt;</a:t>
            </a:r>
            <a:r>
              <a:rPr lang="en-US" sz="1400" dirty="0">
                <a:solidFill>
                  <a:srgbClr val="559CD5"/>
                </a:solidFill>
                <a:effectLst/>
                <a:latin typeface="+mj-lt"/>
                <a:ea typeface="Consolas" panose="020B0609020204030204" pitchFamily="49" charset="0"/>
                <a:cs typeface="Consolas" panose="020B0609020204030204" pitchFamily="49" charset="0"/>
              </a:rPr>
              <a:t>button</a:t>
            </a:r>
            <a:r>
              <a:rPr lang="en-US" sz="1400" spc="-45" dirty="0">
                <a:solidFill>
                  <a:srgbClr val="559CD5"/>
                </a:solidFill>
                <a:effectLst/>
                <a:latin typeface="+mj-lt"/>
                <a:ea typeface="Consolas" panose="020B0609020204030204" pitchFamily="49" charset="0"/>
                <a:cs typeface="Consolas" panose="020B0609020204030204" pitchFamily="49" charset="0"/>
              </a:rPr>
              <a:t> </a:t>
            </a:r>
            <a:r>
              <a:rPr lang="en-US" sz="1400" spc="-10" dirty="0">
                <a:solidFill>
                  <a:srgbClr val="9CDCFD"/>
                </a:solidFill>
                <a:effectLst/>
                <a:latin typeface="+mj-lt"/>
                <a:ea typeface="Consolas" panose="020B0609020204030204" pitchFamily="49" charset="0"/>
                <a:cs typeface="Consolas" panose="020B0609020204030204" pitchFamily="49" charset="0"/>
              </a:rPr>
              <a:t>type</a:t>
            </a:r>
            <a:r>
              <a:rPr lang="en-US" sz="1400" spc="-10" dirty="0">
                <a:solidFill>
                  <a:srgbClr val="D3D3D3"/>
                </a:solidFill>
                <a:effectLst/>
                <a:latin typeface="+mj-lt"/>
                <a:ea typeface="Consolas" panose="020B0609020204030204" pitchFamily="49" charset="0"/>
                <a:cs typeface="Consolas" panose="020B0609020204030204" pitchFamily="49" charset="0"/>
              </a:rPr>
              <a:t>=</a:t>
            </a:r>
            <a:r>
              <a:rPr lang="en-US" sz="1400" spc="-10" dirty="0">
                <a:solidFill>
                  <a:srgbClr val="CE9178"/>
                </a:solidFill>
                <a:effectLst/>
                <a:latin typeface="+mj-lt"/>
                <a:ea typeface="Consolas" panose="020B0609020204030204" pitchFamily="49" charset="0"/>
                <a:cs typeface="Consolas" panose="020B0609020204030204" pitchFamily="49" charset="0"/>
              </a:rPr>
              <a:t>"submit"</a:t>
            </a:r>
            <a:r>
              <a:rPr lang="en-US" sz="1400" spc="-10" dirty="0">
                <a:solidFill>
                  <a:srgbClr val="808080"/>
                </a:solidFill>
                <a:effectLst/>
                <a:latin typeface="+mj-lt"/>
                <a:ea typeface="Consolas" panose="020B0609020204030204" pitchFamily="49" charset="0"/>
                <a:cs typeface="Consolas" panose="020B0609020204030204" pitchFamily="49" charset="0"/>
              </a:rPr>
              <a:t>&gt;</a:t>
            </a:r>
            <a:r>
              <a:rPr lang="en-US" sz="1400" spc="-10" dirty="0">
                <a:solidFill>
                  <a:srgbClr val="D3D3D3"/>
                </a:solidFill>
                <a:effectLst/>
                <a:latin typeface="+mj-lt"/>
                <a:ea typeface="Consolas" panose="020B0609020204030204" pitchFamily="49" charset="0"/>
                <a:cs typeface="Consolas" panose="020B0609020204030204" pitchFamily="49" charset="0"/>
              </a:rPr>
              <a:t>Submit</a:t>
            </a:r>
            <a:r>
              <a:rPr lang="en-US" sz="1400" spc="-10" dirty="0">
                <a:solidFill>
                  <a:srgbClr val="808080"/>
                </a:solidFill>
                <a:effectLst/>
                <a:latin typeface="+mj-lt"/>
                <a:ea typeface="Consolas" panose="020B0609020204030204" pitchFamily="49" charset="0"/>
                <a:cs typeface="Consolas" panose="020B0609020204030204" pitchFamily="49" charset="0"/>
              </a:rPr>
              <a:t>&lt;/</a:t>
            </a:r>
            <a:r>
              <a:rPr lang="en-US" sz="1400" spc="-10" dirty="0">
                <a:solidFill>
                  <a:srgbClr val="559CD5"/>
                </a:solidFill>
                <a:effectLst/>
                <a:latin typeface="+mj-lt"/>
                <a:ea typeface="Consolas" panose="020B0609020204030204" pitchFamily="49" charset="0"/>
                <a:cs typeface="Consolas" panose="020B0609020204030204" pitchFamily="49" charset="0"/>
              </a:rPr>
              <a:t>button</a:t>
            </a:r>
            <a:r>
              <a:rPr lang="en-US" sz="1400" spc="-10" dirty="0">
                <a:solidFill>
                  <a:srgbClr val="808080"/>
                </a:solidFill>
                <a:effectLst/>
                <a:latin typeface="+mj-lt"/>
                <a:ea typeface="Consolas" panose="020B0609020204030204" pitchFamily="49" charset="0"/>
                <a:cs typeface="Consolas" panose="020B0609020204030204" pitchFamily="49" charset="0"/>
              </a:rPr>
              <a:t>&gt;</a:t>
            </a:r>
            <a:endParaRPr lang="fr-FR" sz="1400" dirty="0">
              <a:effectLst/>
              <a:latin typeface="+mj-lt"/>
              <a:ea typeface="Consolas" panose="020B0609020204030204" pitchFamily="49" charset="0"/>
              <a:cs typeface="Consolas" panose="020B0609020204030204" pitchFamily="49" charset="0"/>
            </a:endParaRPr>
          </a:p>
          <a:p>
            <a:pPr marL="459740" algn="l">
              <a:spcBef>
                <a:spcPts val="185"/>
              </a:spcBef>
              <a:spcAft>
                <a:spcPts val="0"/>
              </a:spcAft>
            </a:pPr>
            <a:r>
              <a:rPr lang="fr-FR" sz="1400" spc="-10" dirty="0">
                <a:solidFill>
                  <a:srgbClr val="808080"/>
                </a:solidFill>
                <a:effectLst/>
                <a:latin typeface="+mj-lt"/>
                <a:ea typeface="Consolas" panose="020B0609020204030204" pitchFamily="49" charset="0"/>
                <a:cs typeface="Consolas" panose="020B0609020204030204" pitchFamily="49" charset="0"/>
              </a:rPr>
              <a:t>&lt;/</a:t>
            </a:r>
            <a:r>
              <a:rPr lang="fr-FR" sz="1400" spc="-10" dirty="0" err="1">
                <a:solidFill>
                  <a:srgbClr val="559CD5"/>
                </a:solidFill>
                <a:effectLst/>
                <a:latin typeface="+mj-lt"/>
                <a:ea typeface="Consolas" panose="020B0609020204030204" pitchFamily="49" charset="0"/>
                <a:cs typeface="Consolas" panose="020B0609020204030204" pitchFamily="49" charset="0"/>
              </a:rPr>
              <a:t>form</a:t>
            </a:r>
            <a:r>
              <a:rPr lang="fr-FR" sz="1400" spc="-10" dirty="0">
                <a:solidFill>
                  <a:srgbClr val="808080"/>
                </a:solidFill>
                <a:effectLst/>
                <a:latin typeface="+mj-lt"/>
                <a:ea typeface="Consolas" panose="020B0609020204030204" pitchFamily="49" charset="0"/>
                <a:cs typeface="Consolas" panose="020B0609020204030204" pitchFamily="49" charset="0"/>
              </a:rPr>
              <a:t>&gt;</a:t>
            </a:r>
            <a:endParaRPr lang="fr-FR" sz="1400" dirty="0">
              <a:effectLst/>
              <a:latin typeface="+mj-lt"/>
              <a:ea typeface="Consolas" panose="020B0609020204030204" pitchFamily="49" charset="0"/>
              <a:cs typeface="Consolas" panose="020B0609020204030204" pitchFamily="49" charset="0"/>
            </a:endParaRPr>
          </a:p>
          <a:p>
            <a:pPr marL="313055" algn="l">
              <a:spcBef>
                <a:spcPts val="205"/>
              </a:spcBef>
              <a:spcAft>
                <a:spcPts val="0"/>
              </a:spcAft>
            </a:pPr>
            <a:r>
              <a:rPr lang="fr-FR" sz="1400" spc="-25" dirty="0">
                <a:solidFill>
                  <a:srgbClr val="D3D3D3"/>
                </a:solidFill>
                <a:effectLst/>
                <a:latin typeface="+mj-lt"/>
                <a:ea typeface="Consolas" panose="020B0609020204030204" pitchFamily="49" charset="0"/>
                <a:cs typeface="Consolas" panose="020B0609020204030204" pitchFamily="49" charset="0"/>
              </a:rPr>
              <a:t>);</a:t>
            </a:r>
            <a:endParaRPr lang="fr-FR" sz="1400" dirty="0">
              <a:effectLst/>
              <a:latin typeface="+mj-lt"/>
              <a:ea typeface="Consolas" panose="020B0609020204030204" pitchFamily="49" charset="0"/>
              <a:cs typeface="Consolas" panose="020B0609020204030204" pitchFamily="49" charset="0"/>
            </a:endParaRPr>
          </a:p>
          <a:p>
            <a:pPr algn="l"/>
            <a:r>
              <a:rPr lang="fr-FR" sz="1400" spc="-50" dirty="0">
                <a:solidFill>
                  <a:srgbClr val="D3D3D3"/>
                </a:solidFill>
                <a:effectLst/>
                <a:latin typeface="+mj-lt"/>
                <a:ea typeface="Consolas" panose="020B0609020204030204" pitchFamily="49" charset="0"/>
                <a:cs typeface="Consolas" panose="020B0609020204030204" pitchFamily="49" charset="0"/>
              </a:rPr>
              <a:t>}</a:t>
            </a:r>
            <a:endParaRPr lang="fr-FR" sz="1400" dirty="0">
              <a:latin typeface="+mj-lt"/>
            </a:endParaRPr>
          </a:p>
        </p:txBody>
      </p:sp>
    </p:spTree>
    <p:extLst>
      <p:ext uri="{BB962C8B-B14F-4D97-AF65-F5344CB8AC3E}">
        <p14:creationId xmlns:p14="http://schemas.microsoft.com/office/powerpoint/2010/main" val="3829912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 grpId="0" animBg="1"/>
      <p:bldP spid="2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a:t>
            </a:r>
            <a:r>
              <a:rPr lang="fr-FR" sz="2400" b="1">
                <a:solidFill>
                  <a:schemeClr val="accent1">
                    <a:lumMod val="75000"/>
                  </a:schemeClr>
                </a:solidFill>
                <a:latin typeface="+mn-lt"/>
              </a:rPr>
              <a:t>: Evénements</a:t>
            </a:r>
            <a:endParaRPr lang="fr-FR" sz="2400" b="1" dirty="0">
              <a:solidFill>
                <a:schemeClr val="accent1">
                  <a:lumMod val="75000"/>
                </a:schemeClr>
              </a:solidFill>
              <a:latin typeface="+mn-lt"/>
            </a:endParaRP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571224" cy="1719638"/>
          </a:xfrm>
          <a:prstGeom prst="rect">
            <a:avLst/>
          </a:prstGeom>
          <a:noFill/>
        </p:spPr>
        <p:txBody>
          <a:bodyPr wrap="square">
            <a:spAutoFit/>
          </a:bodyPr>
          <a:lstStyle/>
          <a:p>
            <a:pPr algn="just"/>
            <a:r>
              <a:rPr lang="fr-FR" b="1" kern="0" spc="-5" dirty="0">
                <a:solidFill>
                  <a:schemeClr val="accent5">
                    <a:lumMod val="50000"/>
                  </a:schemeClr>
                </a:solidFill>
                <a:latin typeface="+mn-lt"/>
                <a:ea typeface="Calibri" panose="020F0502020204030204" pitchFamily="34" charset="0"/>
              </a:rPr>
              <a:t>Exercice d’application 1</a:t>
            </a:r>
            <a:endParaRPr lang="fr-FR" dirty="0">
              <a:solidFill>
                <a:schemeClr val="accent5">
                  <a:lumMod val="50000"/>
                </a:schemeClr>
              </a:solidFill>
              <a:latin typeface="+mn-lt"/>
            </a:endParaRPr>
          </a:p>
          <a:p>
            <a:pPr marL="285750" marR="526415" indent="-285750" algn="just">
              <a:lnSpc>
                <a:spcPct val="107000"/>
              </a:lnSpc>
              <a:spcBef>
                <a:spcPts val="580"/>
              </a:spcBef>
              <a:spcAft>
                <a:spcPts val="0"/>
              </a:spcAft>
              <a:buFont typeface="Wingdings" panose="05000000000000000000" pitchFamily="2" charset="2"/>
              <a:buChar char="§"/>
            </a:pPr>
            <a:r>
              <a:rPr lang="fr-FR" dirty="0">
                <a:effectLst/>
                <a:latin typeface="+mn-lt"/>
                <a:ea typeface="Consolas" panose="020B0609020204030204" pitchFamily="49" charset="0"/>
                <a:cs typeface="Consolas" panose="020B0609020204030204" pitchFamily="49" charset="0"/>
              </a:rPr>
              <a:t>Nous souhaitons avoir le formulaire suivant :</a:t>
            </a:r>
          </a:p>
          <a:p>
            <a:pPr marL="285750" marR="526415" indent="-285750" algn="just">
              <a:lnSpc>
                <a:spcPct val="107000"/>
              </a:lnSpc>
              <a:spcBef>
                <a:spcPts val="580"/>
              </a:spcBef>
              <a:spcAft>
                <a:spcPts val="0"/>
              </a:spcAft>
              <a:buFont typeface="Wingdings" panose="05000000000000000000" pitchFamily="2" charset="2"/>
              <a:buChar char="§"/>
            </a:pPr>
            <a:r>
              <a:rPr lang="fr-FR" dirty="0">
                <a:latin typeface="+mn-lt"/>
              </a:rPr>
              <a:t>Quand l’utilisateur clique sur le bouton </a:t>
            </a:r>
          </a:p>
          <a:p>
            <a:pPr marL="285750" marR="526415" indent="-285750" algn="just">
              <a:lnSpc>
                <a:spcPct val="107000"/>
              </a:lnSpc>
              <a:spcBef>
                <a:spcPts val="580"/>
              </a:spcBef>
              <a:spcAft>
                <a:spcPts val="0"/>
              </a:spcAft>
              <a:buFont typeface="Wingdings" panose="05000000000000000000" pitchFamily="2" charset="2"/>
              <a:buChar char="§"/>
            </a:pPr>
            <a:r>
              <a:rPr lang="fr-FR" dirty="0">
                <a:latin typeface="+mn-lt"/>
              </a:rPr>
              <a:t>le message contenant le nom et le prénom s’affiche</a:t>
            </a:r>
          </a:p>
          <a:p>
            <a:pPr marR="526415" algn="just">
              <a:lnSpc>
                <a:spcPct val="107000"/>
              </a:lnSpc>
              <a:spcBef>
                <a:spcPts val="580"/>
              </a:spcBef>
              <a:spcAft>
                <a:spcPts val="0"/>
              </a:spcAft>
            </a:pPr>
            <a:r>
              <a:rPr lang="fr-FR" sz="1800" b="1" dirty="0">
                <a:solidFill>
                  <a:srgbClr val="833B0A"/>
                </a:solidFill>
                <a:effectLst/>
                <a:latin typeface="Calibri" panose="020F0502020204030204" pitchFamily="34" charset="0"/>
                <a:ea typeface="Consolas" panose="020B0609020204030204" pitchFamily="49" charset="0"/>
                <a:cs typeface="Consolas" panose="020B0609020204030204" pitchFamily="49" charset="0"/>
              </a:rPr>
              <a:t>Solution</a:t>
            </a:r>
            <a:r>
              <a:rPr lang="fr-FR" sz="1800" b="1" spc="-10" dirty="0">
                <a:solidFill>
                  <a:srgbClr val="833B0A"/>
                </a:solidFill>
                <a:effectLst/>
                <a:latin typeface="Calibri" panose="020F0502020204030204" pitchFamily="34" charset="0"/>
                <a:ea typeface="Consolas" panose="020B0609020204030204" pitchFamily="49" charset="0"/>
                <a:cs typeface="Consolas" panose="020B0609020204030204" pitchFamily="49" charset="0"/>
              </a:rPr>
              <a:t> </a:t>
            </a:r>
            <a:r>
              <a:rPr lang="fr-FR" sz="1800" b="1" spc="-50" dirty="0">
                <a:solidFill>
                  <a:srgbClr val="833B0A"/>
                </a:solidFill>
                <a:effectLst/>
                <a:latin typeface="Calibri" panose="020F0502020204030204" pitchFamily="34" charset="0"/>
                <a:ea typeface="Consolas" panose="020B0609020204030204" pitchFamily="49" charset="0"/>
                <a:cs typeface="Consolas" panose="020B0609020204030204" pitchFamily="49" charset="0"/>
              </a:rPr>
              <a:t>:</a:t>
            </a:r>
            <a:endParaRPr lang="fr-FR" sz="1800" dirty="0">
              <a:effectLst/>
              <a:latin typeface="Consolas" panose="020B0609020204030204" pitchFamily="49" charset="0"/>
              <a:ea typeface="Consolas" panose="020B0609020204030204" pitchFamily="49" charset="0"/>
              <a:cs typeface="Consolas" panose="020B0609020204030204" pitchFamily="49" charset="0"/>
            </a:endParaRPr>
          </a:p>
        </p:txBody>
      </p:sp>
      <p:pic>
        <p:nvPicPr>
          <p:cNvPr id="2" name="Image 1" descr="Une image contenant texte  Description générée automatiquement">
            <a:extLst>
              <a:ext uri="{FF2B5EF4-FFF2-40B4-BE49-F238E27FC236}">
                <a16:creationId xmlns:a16="http://schemas.microsoft.com/office/drawing/2014/main" id="{689D51AF-EC54-0063-9139-90616F709C69}"/>
              </a:ext>
            </a:extLst>
          </p:cNvPr>
          <p:cNvPicPr>
            <a:picLocks/>
          </p:cNvPicPr>
          <p:nvPr/>
        </p:nvPicPr>
        <p:blipFill>
          <a:blip r:embed="rId3" cstate="print"/>
          <a:stretch>
            <a:fillRect/>
          </a:stretch>
        </p:blipFill>
        <p:spPr>
          <a:xfrm>
            <a:off x="6041596" y="773657"/>
            <a:ext cx="2207895" cy="1314450"/>
          </a:xfrm>
          <a:prstGeom prst="rect">
            <a:avLst/>
          </a:prstGeom>
        </p:spPr>
      </p:pic>
      <p:sp>
        <p:nvSpPr>
          <p:cNvPr id="5" name="Textbox 23">
            <a:extLst>
              <a:ext uri="{FF2B5EF4-FFF2-40B4-BE49-F238E27FC236}">
                <a16:creationId xmlns:a16="http://schemas.microsoft.com/office/drawing/2014/main" id="{7AA9BBFB-44BB-37E6-AB70-A7D16686DCEE}"/>
              </a:ext>
            </a:extLst>
          </p:cNvPr>
          <p:cNvSpPr txBox="1">
            <a:spLocks/>
          </p:cNvSpPr>
          <p:nvPr/>
        </p:nvSpPr>
        <p:spPr>
          <a:xfrm>
            <a:off x="1629444" y="2229104"/>
            <a:ext cx="7122351" cy="4345432"/>
          </a:xfrm>
          <a:prstGeom prst="rect">
            <a:avLst/>
          </a:prstGeom>
          <a:solidFill>
            <a:srgbClr val="1E1E1E"/>
          </a:solidFill>
        </p:spPr>
        <p:txBody>
          <a:bodyPr wrap="square" lIns="0" tIns="0" rIns="0" bIns="0" rtlCol="0">
            <a:noAutofit/>
          </a:bodyPr>
          <a:lstStyle/>
          <a:p>
            <a:pPr marL="17780" marR="2820670" algn="l">
              <a:lnSpc>
                <a:spcPct val="115000"/>
              </a:lnSpc>
              <a:spcBef>
                <a:spcPts val="185"/>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en-US" sz="1050" spc="-3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3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050" spc="-25"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4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en-US" sz="1050" spc="-3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export default </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function </a:t>
            </a:r>
            <a:r>
              <a:rPr lang="en-US" sz="1050" dirty="0">
                <a:solidFill>
                  <a:srgbClr val="DCDCAA"/>
                </a:solidFill>
                <a:effectLst/>
                <a:latin typeface="Consolas" panose="020B0609020204030204" pitchFamily="49" charset="0"/>
                <a:ea typeface="Consolas" panose="020B0609020204030204" pitchFamily="49" charset="0"/>
                <a:cs typeface="Consolas" panose="020B0609020204030204" pitchFamily="49" charset="0"/>
              </a:rPr>
              <a:t>Inscription</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7780" marR="2820670" algn="l">
              <a:lnSpc>
                <a:spcPct val="115000"/>
              </a:lnSpc>
              <a:spcBef>
                <a:spcPts val="185"/>
              </a:spcBef>
              <a:spcAft>
                <a:spcPts val="0"/>
              </a:spcAft>
            </a:pPr>
            <a:r>
              <a:rPr lang="en-US" sz="105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nom</a:t>
            </a:r>
            <a:r>
              <a:rPr lang="en-US" sz="105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setNom</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lnSpc>
                <a:spcPts val="1225"/>
              </a:lnSpc>
              <a:spcBef>
                <a:spcPts val="200"/>
              </a:spcBef>
              <a:spcAft>
                <a:spcPts val="0"/>
              </a:spcAft>
            </a:pP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const</a:t>
            </a:r>
            <a:r>
              <a:rPr lang="en-US" sz="1050" spc="-2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prenom</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setPrenom</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pP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const</a:t>
            </a:r>
            <a:r>
              <a:rPr lang="en-US" sz="1050" spc="-2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information</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setInformation</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marR="2659380" algn="l">
              <a:lnSpc>
                <a:spcPct val="115000"/>
              </a:lnSpc>
              <a:spcBef>
                <a:spcPts val="200"/>
              </a:spcBef>
              <a:spcAft>
                <a:spcPts val="0"/>
              </a:spcAft>
            </a:pP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function </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envoyer</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7780" marR="2659380" algn="l">
              <a:lnSpc>
                <a:spcPct val="115000"/>
              </a:lnSpc>
              <a:spcBef>
                <a:spcPts val="200"/>
              </a:spcBef>
              <a:spcAft>
                <a:spcPts val="0"/>
              </a:spcAft>
            </a:pPr>
            <a:r>
              <a:rPr lang="en-US" sz="105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setInformation</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`nom:</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nom</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4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prenom</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prenom</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spcAft>
                <a:spcPts val="0"/>
              </a:spcAft>
            </a:pPr>
            <a:r>
              <a:rPr lang="en-US" sz="1050" spc="-1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return</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90"/>
              </a:spcBef>
              <a:spcAft>
                <a:spcPts val="0"/>
              </a:spcAft>
            </a:pP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algn="l">
              <a:spcBef>
                <a:spcPts val="195"/>
              </a:spcBef>
              <a:spcAft>
                <a:spcPts val="0"/>
              </a:spcAft>
            </a:pP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h2</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h2</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algn="l">
              <a:spcBef>
                <a:spcPts val="200"/>
              </a:spcBef>
            </a:pP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indent="292735" algn="l">
              <a:lnSpc>
                <a:spcPct val="115000"/>
              </a:lnSpc>
              <a:spcBef>
                <a:spcPts val="200"/>
              </a:spcBef>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Nom:</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p>
          <a:p>
            <a:pPr marL="17780" indent="292735" algn="l">
              <a:lnSpc>
                <a:spcPct val="115000"/>
              </a:lnSpc>
              <a:spcBef>
                <a:spcPts val="200"/>
              </a:spcBef>
            </a:pPr>
            <a:r>
              <a:rPr lang="en-US" sz="1050" dirty="0">
                <a:solidFill>
                  <a:srgbClr val="808080"/>
                </a:solidFill>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input </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"text" </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onChange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=&gt;</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setNom</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e</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target</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value</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toUpperCase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algn="l">
              <a:spcBef>
                <a:spcPts val="15"/>
              </a:spcBef>
              <a:spcAft>
                <a:spcPts val="0"/>
              </a:spcAft>
            </a:pP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algn="l">
              <a:spcBef>
                <a:spcPts val="200"/>
              </a:spcBef>
            </a:pP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indent="292735" algn="l">
              <a:lnSpc>
                <a:spcPct val="115000"/>
              </a:lnSpc>
              <a:spcBef>
                <a:spcPts val="195"/>
              </a:spcBef>
              <a:spcAft>
                <a:spcPts val="0"/>
              </a:spcAft>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Prenom</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p>
          <a:p>
            <a:pPr marL="17780" indent="292735" algn="l">
              <a:lnSpc>
                <a:spcPct val="115000"/>
              </a:lnSpc>
              <a:spcBef>
                <a:spcPts val="195"/>
              </a:spcBef>
              <a:spcAft>
                <a:spcPts val="0"/>
              </a:spcAft>
            </a:pPr>
            <a:r>
              <a:rPr lang="en-US" sz="1050" dirty="0">
                <a:solidFill>
                  <a:srgbClr val="808080"/>
                </a:solidFill>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input </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"text“ </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onChange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=&gt;</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setPrenom</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e</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target</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value</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toUpperCase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algn="l">
              <a:spcBef>
                <a:spcPts val="20"/>
              </a:spcBef>
              <a:spcAft>
                <a:spcPts val="0"/>
              </a:spcAft>
            </a:pP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algn="l">
              <a:spcBef>
                <a:spcPts val="200"/>
              </a:spcBef>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button</a:t>
            </a:r>
            <a:r>
              <a:rPr lang="en-US" sz="1050" spc="25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onClick</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envoyer</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Afficher</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button</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algn="l">
              <a:spcBef>
                <a:spcPts val="200"/>
              </a:spcBef>
            </a:pP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fr-FR"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p</a:t>
            </a: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information</a:t>
            </a:r>
            <a:r>
              <a:rPr lang="fr-FR"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p</a:t>
            </a: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85"/>
              </a:spcBef>
              <a:spcAft>
                <a:spcPts val="0"/>
              </a:spcAft>
            </a:pP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spcAft>
                <a:spcPts val="0"/>
              </a:spcAft>
            </a:pPr>
            <a:r>
              <a:rPr lang="fr-FR"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14879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 Evénements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571224" cy="1775230"/>
          </a:xfrm>
          <a:prstGeom prst="rect">
            <a:avLst/>
          </a:prstGeom>
          <a:noFill/>
        </p:spPr>
        <p:txBody>
          <a:bodyPr wrap="square">
            <a:spAutoFit/>
          </a:bodyPr>
          <a:lstStyle/>
          <a:p>
            <a:pPr algn="just"/>
            <a:r>
              <a:rPr lang="fr-FR" b="1" kern="0" spc="-5" dirty="0">
                <a:solidFill>
                  <a:schemeClr val="accent5">
                    <a:lumMod val="50000"/>
                  </a:schemeClr>
                </a:solidFill>
                <a:latin typeface="+mn-lt"/>
                <a:ea typeface="Calibri" panose="020F0502020204030204" pitchFamily="34" charset="0"/>
              </a:rPr>
              <a:t>Exercice d’application 2</a:t>
            </a:r>
            <a:endParaRPr lang="fr-FR" dirty="0">
              <a:solidFill>
                <a:schemeClr val="accent5">
                  <a:lumMod val="50000"/>
                </a:schemeClr>
              </a:solidFill>
              <a:latin typeface="+mn-lt"/>
            </a:endParaRPr>
          </a:p>
          <a:p>
            <a:pPr lvl="0" algn="l"/>
            <a:r>
              <a:rPr lang="fr-FR" altLang="fr-FR" dirty="0">
                <a:latin typeface="Calibri" panose="020F0502020204030204" pitchFamily="34" charset="0"/>
                <a:ea typeface="Consolas" panose="020B0609020204030204" pitchFamily="49" charset="0"/>
                <a:cs typeface="Calibri" panose="020F0502020204030204" pitchFamily="34" charset="0"/>
              </a:rPr>
              <a:t>On peut valider les éléments input facilement en utilisant le Système gestion d’état de </a:t>
            </a:r>
            <a:r>
              <a:rPr lang="fr-FR" altLang="fr-FR" dirty="0" err="1">
                <a:latin typeface="Calibri" panose="020F0502020204030204" pitchFamily="34" charset="0"/>
                <a:ea typeface="Consolas" panose="020B0609020204030204" pitchFamily="49" charset="0"/>
                <a:cs typeface="Calibri" panose="020F0502020204030204" pitchFamily="34" charset="0"/>
              </a:rPr>
              <a:t>Rect</a:t>
            </a:r>
            <a:r>
              <a:rPr lang="fr-FR" altLang="fr-FR" dirty="0">
                <a:latin typeface="Calibri" panose="020F0502020204030204" pitchFamily="34" charset="0"/>
                <a:ea typeface="Consolas" panose="020B0609020204030204" pitchFamily="49" charset="0"/>
                <a:cs typeface="Calibri" panose="020F0502020204030204" pitchFamily="34" charset="0"/>
              </a:rPr>
              <a:t>.</a:t>
            </a:r>
          </a:p>
          <a:p>
            <a:pPr lvl="0" algn="l"/>
            <a:endParaRPr lang="fr-FR" altLang="fr-FR" sz="800" dirty="0"/>
          </a:p>
          <a:p>
            <a:pPr lvl="0" algn="l"/>
            <a:r>
              <a:rPr lang="fr-FR" altLang="fr-FR" dirty="0">
                <a:latin typeface="+mn-lt"/>
                <a:ea typeface="Consolas" panose="020B0609020204030204" pitchFamily="49" charset="0"/>
                <a:cs typeface="Calibri" panose="020F0502020204030204" pitchFamily="34" charset="0"/>
              </a:rPr>
              <a:t>Créer un simple validateur de mot de passe.</a:t>
            </a:r>
          </a:p>
          <a:p>
            <a:pPr lvl="0" algn="l"/>
            <a:r>
              <a:rPr lang="fr-FR" altLang="fr-FR" dirty="0">
                <a:latin typeface="+mn-lt"/>
                <a:ea typeface="Consolas" panose="020B0609020204030204" pitchFamily="49" charset="0"/>
                <a:cs typeface="Calibri" panose="020F0502020204030204" pitchFamily="34" charset="0"/>
              </a:rPr>
              <a:t>Si l’utilisateur entre un mot de passe moins de 4 caractères. un message d’erreur va être affiché : </a:t>
            </a:r>
            <a:r>
              <a:rPr lang="fr-FR" altLang="fr-FR" b="1" dirty="0" err="1">
                <a:latin typeface="+mn-lt"/>
                <a:ea typeface="Consolas" panose="020B0609020204030204" pitchFamily="49" charset="0"/>
                <a:cs typeface="Calibri" panose="020F0502020204030204" pitchFamily="34" charset="0"/>
              </a:rPr>
              <a:t>Password</a:t>
            </a:r>
            <a:r>
              <a:rPr lang="fr-FR" altLang="fr-FR" b="1" dirty="0">
                <a:latin typeface="+mn-lt"/>
                <a:ea typeface="Consolas" panose="020B0609020204030204" pitchFamily="49" charset="0"/>
                <a:cs typeface="Calibri" panose="020F0502020204030204" pitchFamily="34" charset="0"/>
              </a:rPr>
              <a:t> doit avoir au moins de 4 caractères</a:t>
            </a:r>
            <a:endParaRPr lang="fr-FR" altLang="fr-FR" dirty="0">
              <a:latin typeface="+mn-lt"/>
            </a:endParaRPr>
          </a:p>
          <a:p>
            <a:pPr marR="526415" algn="just">
              <a:lnSpc>
                <a:spcPct val="107000"/>
              </a:lnSpc>
              <a:spcBef>
                <a:spcPts val="580"/>
              </a:spcBef>
              <a:spcAft>
                <a:spcPts val="0"/>
              </a:spcAft>
            </a:pPr>
            <a:endParaRPr lang="fr-FR" dirty="0">
              <a:latin typeface="+mn-lt"/>
            </a:endParaRPr>
          </a:p>
        </p:txBody>
      </p:sp>
      <p:pic>
        <p:nvPicPr>
          <p:cNvPr id="2054" name="Image 25">
            <a:extLst>
              <a:ext uri="{FF2B5EF4-FFF2-40B4-BE49-F238E27FC236}">
                <a16:creationId xmlns:a16="http://schemas.microsoft.com/office/drawing/2014/main" id="{380440D3-018B-52C7-73FA-F77812122B80}"/>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7594" y="2549141"/>
            <a:ext cx="3079750" cy="386083"/>
          </a:xfrm>
          <a:prstGeom prst="rect">
            <a:avLst/>
          </a:prstGeom>
          <a:noFill/>
          <a:extLst>
            <a:ext uri="{909E8E84-426E-40DD-AFC4-6F175D3DCCD1}">
              <a14:hiddenFill xmlns:a14="http://schemas.microsoft.com/office/drawing/2010/main">
                <a:solidFill>
                  <a:srgbClr val="FFFFFF"/>
                </a:solidFill>
              </a14:hiddenFill>
            </a:ext>
          </a:extLst>
        </p:spPr>
      </p:pic>
      <p:pic>
        <p:nvPicPr>
          <p:cNvPr id="2053" name="Image 26">
            <a:extLst>
              <a:ext uri="{FF2B5EF4-FFF2-40B4-BE49-F238E27FC236}">
                <a16:creationId xmlns:a16="http://schemas.microsoft.com/office/drawing/2014/main" id="{BEF17AD1-C5AB-9FC7-F25D-61E2BC3F715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6482" y="3232717"/>
            <a:ext cx="3090862" cy="31515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511942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 Evénements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299088" y="872148"/>
            <a:ext cx="8571224" cy="667234"/>
          </a:xfrm>
          <a:prstGeom prst="rect">
            <a:avLst/>
          </a:prstGeom>
          <a:noFill/>
        </p:spPr>
        <p:txBody>
          <a:bodyPr wrap="square">
            <a:spAutoFit/>
          </a:bodyPr>
          <a:lstStyle/>
          <a:p>
            <a:pPr algn="just"/>
            <a:r>
              <a:rPr lang="fr-FR" b="1" kern="0" spc="-5" dirty="0">
                <a:solidFill>
                  <a:schemeClr val="accent5">
                    <a:lumMod val="50000"/>
                  </a:schemeClr>
                </a:solidFill>
                <a:latin typeface="+mn-lt"/>
                <a:ea typeface="Calibri" panose="020F0502020204030204" pitchFamily="34" charset="0"/>
              </a:rPr>
              <a:t>Solution avec classe composant</a:t>
            </a:r>
            <a:endParaRPr lang="fr-FR" dirty="0">
              <a:solidFill>
                <a:schemeClr val="accent5">
                  <a:lumMod val="50000"/>
                </a:schemeClr>
              </a:solidFill>
              <a:latin typeface="+mn-lt"/>
            </a:endParaRPr>
          </a:p>
          <a:p>
            <a:pPr marR="526415" algn="just">
              <a:lnSpc>
                <a:spcPct val="107000"/>
              </a:lnSpc>
              <a:spcBef>
                <a:spcPts val="580"/>
              </a:spcBef>
              <a:spcAft>
                <a:spcPts val="0"/>
              </a:spcAft>
            </a:pPr>
            <a:endParaRPr lang="fr-FR" dirty="0">
              <a:latin typeface="+mn-lt"/>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 name="Textbox 28">
            <a:extLst>
              <a:ext uri="{FF2B5EF4-FFF2-40B4-BE49-F238E27FC236}">
                <a16:creationId xmlns:a16="http://schemas.microsoft.com/office/drawing/2014/main" id="{A016D217-D150-42AC-F846-AEDF8440C8BF}"/>
              </a:ext>
            </a:extLst>
          </p:cNvPr>
          <p:cNvSpPr txBox="1">
            <a:spLocks/>
          </p:cNvSpPr>
          <p:nvPr/>
        </p:nvSpPr>
        <p:spPr>
          <a:xfrm>
            <a:off x="1018952" y="1336231"/>
            <a:ext cx="7131495" cy="4704080"/>
          </a:xfrm>
          <a:prstGeom prst="rect">
            <a:avLst/>
          </a:prstGeom>
          <a:solidFill>
            <a:srgbClr val="1E1E1E"/>
          </a:solidFill>
        </p:spPr>
        <p:txBody>
          <a:bodyPr wrap="none" lIns="0" tIns="0" rIns="0" bIns="0" rtlCol="0">
            <a:noAutofit/>
          </a:bodyPr>
          <a:lstStyle/>
          <a:p>
            <a:pPr marL="17780" algn="l">
              <a:lnSpc>
                <a:spcPts val="1285"/>
              </a:lnSpc>
            </a:pP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en-US" sz="1100" spc="-1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2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100" spc="-25"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2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en-US" sz="1100" spc="-1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spcAft>
                <a:spcPts val="0"/>
              </a:spcAft>
            </a:pP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export</a:t>
            </a:r>
            <a:r>
              <a:rPr lang="en-US" sz="1100" spc="-4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default</a:t>
            </a:r>
            <a:r>
              <a:rPr lang="en-US" sz="1100" spc="-4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class</a:t>
            </a:r>
            <a:r>
              <a:rPr lang="en-US" sz="1100" spc="-3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Validator</a:t>
            </a:r>
            <a:r>
              <a:rPr lang="en-US" sz="1100" spc="-25"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extends</a:t>
            </a:r>
            <a:r>
              <a:rPr lang="en-US" sz="1100" spc="-2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solidFill>
                  <a:srgbClr val="4EC8AF"/>
                </a:solidFill>
                <a:effectLst/>
                <a:latin typeface="Consolas" panose="020B0609020204030204" pitchFamily="49" charset="0"/>
                <a:ea typeface="Consolas" panose="020B0609020204030204" pitchFamily="49" charset="0"/>
                <a:cs typeface="Consolas" panose="020B0609020204030204" pitchFamily="49" charset="0"/>
              </a:rPr>
              <a:t>React</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4EC8AF"/>
                </a:solidFill>
                <a:effectLst/>
                <a:latin typeface="Consolas" panose="020B0609020204030204" pitchFamily="49" charset="0"/>
                <a:ea typeface="Consolas" panose="020B0609020204030204" pitchFamily="49" charset="0"/>
                <a:cs typeface="Consolas" panose="020B0609020204030204" pitchFamily="49" charset="0"/>
              </a:rPr>
              <a:t>Component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algn="l">
              <a:spcBef>
                <a:spcPts val="375"/>
              </a:spcBef>
            </a:pPr>
            <a:r>
              <a:rPr lang="en-US" sz="1100" dirty="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26390" marR="4497705" algn="l">
              <a:lnSpc>
                <a:spcPct val="115000"/>
              </a:lnSpc>
              <a:spcAft>
                <a:spcPts val="0"/>
              </a:spcAft>
            </a:pP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constructor</a:t>
            </a:r>
            <a:r>
              <a:rPr lang="en-US" sz="1100" spc="-15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super</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47625" marR="2912110" algn="l">
              <a:lnSpc>
                <a:spcPts val="1265"/>
              </a:lnSpc>
              <a:spcAft>
                <a:spcPts val="0"/>
              </a:spcAft>
            </a:pP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state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password:</a:t>
            </a:r>
            <a:r>
              <a:rPr lang="en-US"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R="5247005" algn="l">
              <a:spcBef>
                <a:spcPts val="200"/>
              </a:spcBef>
              <a:spcAft>
                <a:spcPts val="0"/>
              </a:spcAft>
            </a:pPr>
            <a:r>
              <a:rPr lang="en-US"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R="5247640" algn="l">
              <a:spcBef>
                <a:spcPts val="190"/>
              </a:spcBef>
              <a:spcAft>
                <a:spcPts val="0"/>
              </a:spcAft>
            </a:pPr>
            <a:r>
              <a:rPr lang="en-US" sz="1100" spc="-10" dirty="0">
                <a:solidFill>
                  <a:srgbClr val="DCDCAA"/>
                </a:solidFill>
                <a:effectLst/>
                <a:latin typeface="Consolas" panose="020B0609020204030204" pitchFamily="49" charset="0"/>
                <a:ea typeface="Consolas" panose="020B0609020204030204" pitchFamily="49" charset="0"/>
                <a:cs typeface="Consolas" panose="020B0609020204030204" pitchFamily="49" charset="0"/>
              </a:rPr>
              <a:t>render</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algn="l">
              <a:spcBef>
                <a:spcPts val="385"/>
              </a:spcBef>
            </a:pP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26390" algn="l"/>
            <a:r>
              <a:rPr lang="en-US" sz="1100" spc="-1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return</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33730" algn="l">
              <a:spcBef>
                <a:spcPts val="190"/>
              </a:spcBef>
              <a:spcAft>
                <a:spcPts val="0"/>
              </a:spcAft>
            </a:pP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940435" algn="l">
              <a:spcBef>
                <a:spcPts val="200"/>
              </a:spcBef>
              <a:spcAft>
                <a:spcPts val="0"/>
              </a:spcAft>
            </a:pP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248410" algn="l">
              <a:spcBef>
                <a:spcPts val="190"/>
              </a:spcBef>
              <a:spcAft>
                <a:spcPts val="0"/>
              </a:spcAft>
            </a:pPr>
            <a:r>
              <a:rPr lang="en-US"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en-US"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Entrer</a:t>
            </a:r>
            <a:r>
              <a:rPr lang="en-US" sz="1100" spc="-5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votre</a:t>
            </a:r>
            <a:r>
              <a:rPr lang="en-US" sz="1100" spc="-4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password:</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017905" marR="2820670" indent="-78105" algn="l">
              <a:lnSpc>
                <a:spcPct val="115000"/>
              </a:lnSpc>
              <a:spcBef>
                <a:spcPts val="200"/>
              </a:spcBef>
              <a:spcAft>
                <a:spcPts val="0"/>
              </a:spcAft>
            </a:pPr>
            <a:r>
              <a:rPr lang="en-US"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input </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"password" </a:t>
            </a:r>
            <a:r>
              <a:rPr lang="en-US"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state</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password</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p>
          <a:p>
            <a:pPr marL="1017905" marR="2820670" indent="-78105" algn="l">
              <a:lnSpc>
                <a:spcPct val="115000"/>
              </a:lnSpc>
              <a:spcBef>
                <a:spcPts val="200"/>
              </a:spcBef>
              <a:spcAft>
                <a:spcPts val="0"/>
              </a:spcAft>
            </a:pPr>
            <a:r>
              <a:rPr lang="en-US"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onChange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event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=&gt;</a:t>
            </a:r>
            <a:r>
              <a:rPr lang="en-US" sz="1100" spc="-1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setState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password:event</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target</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p>
          <a:p>
            <a:pPr marL="1017905" marR="2820670" indent="-78105" algn="l">
              <a:lnSpc>
                <a:spcPct val="115000"/>
              </a:lnSpc>
              <a:spcBef>
                <a:spcPts val="200"/>
              </a:spcBef>
              <a:spcAft>
                <a:spcPts val="0"/>
              </a:spcAft>
            </a:pPr>
            <a:r>
              <a:rPr lang="en-US" sz="1100" spc="-10" dirty="0">
                <a:solidFill>
                  <a:srgbClr val="559CD5"/>
                </a:solidFill>
                <a:latin typeface="Consolas" panose="020B0609020204030204" pitchFamily="49" charset="0"/>
                <a:ea typeface="Consolas" panose="020B0609020204030204" pitchFamily="49" charset="0"/>
                <a:cs typeface="Consolas" panose="020B0609020204030204" pitchFamily="49" charset="0"/>
              </a:rPr>
              <a:t>     </a:t>
            </a:r>
            <a:r>
              <a:rPr lang="fr-FR" sz="1100" spc="-25"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latin typeface="Consolas" panose="020B0609020204030204" pitchFamily="49" charset="0"/>
              <a:ea typeface="Consolas" panose="020B0609020204030204" pitchFamily="49" charset="0"/>
              <a:cs typeface="Consolas" panose="020B0609020204030204" pitchFamily="49" charset="0"/>
            </a:endParaRPr>
          </a:p>
          <a:p>
            <a:pPr marL="1017905" marR="2820670" indent="-78105" algn="l">
              <a:lnSpc>
                <a:spcPct val="115000"/>
              </a:lnSpc>
              <a:spcBef>
                <a:spcPts val="200"/>
              </a:spcBef>
              <a:spcAft>
                <a:spcPts val="0"/>
              </a:spcAft>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7780" indent="999490" algn="l">
              <a:lnSpc>
                <a:spcPct val="115000"/>
              </a:lnSpc>
              <a:spcBef>
                <a:spcPts val="185"/>
              </a:spcBef>
              <a:spcAft>
                <a:spcPts val="0"/>
              </a:spcAft>
            </a:pPr>
            <a:r>
              <a:rPr lang="fr-FR"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p>
          <a:p>
            <a:pPr marL="17780" indent="999490" algn="l">
              <a:lnSpc>
                <a:spcPct val="115000"/>
              </a:lnSpc>
              <a:spcBef>
                <a:spcPts val="185"/>
              </a:spcBef>
              <a:spcAft>
                <a:spcPts val="0"/>
              </a:spcAft>
            </a:pPr>
            <a:r>
              <a:rPr lang="fr-FR" sz="110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this</a:t>
            </a:r>
            <a:r>
              <a:rPr lang="fr-FR"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state</a:t>
            </a:r>
            <a:r>
              <a:rPr lang="fr-FR"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password</a:t>
            </a:r>
            <a:r>
              <a:rPr lang="fr-FR"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length</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&lt;</a:t>
            </a:r>
            <a:r>
              <a:rPr lang="fr-FR" sz="1100" dirty="0">
                <a:solidFill>
                  <a:srgbClr val="B5CEA8"/>
                </a:solidFill>
                <a:effectLst/>
                <a:latin typeface="Consolas" panose="020B0609020204030204" pitchFamily="49" charset="0"/>
                <a:ea typeface="Consolas" panose="020B0609020204030204" pitchFamily="49" charset="0"/>
                <a:cs typeface="Consolas" panose="020B0609020204030204" pitchFamily="49" charset="0"/>
              </a:rPr>
              <a:t>4</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"Password</a:t>
            </a:r>
            <a:r>
              <a:rPr lang="fr-FR" sz="1100" spc="-3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doit</a:t>
            </a:r>
            <a:r>
              <a:rPr lang="fr-FR" sz="1100" spc="-3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avoir</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au</a:t>
            </a:r>
            <a:r>
              <a:rPr lang="fr-FR" sz="1100" spc="-3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moins</a:t>
            </a:r>
            <a:r>
              <a:rPr lang="fr-FR" sz="1100" spc="-4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4 </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caractères"</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p>
          <a:p>
            <a:pPr marL="17780" indent="999490" algn="l">
              <a:lnSpc>
                <a:spcPct val="115000"/>
              </a:lnSpc>
              <a:spcBef>
                <a:spcPts val="185"/>
              </a:spcBef>
              <a:spcAft>
                <a:spcPts val="0"/>
              </a:spcAft>
            </a:pP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33730" algn="l">
              <a:lnSpc>
                <a:spcPts val="1265"/>
              </a:lnSpc>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26390" algn="l">
              <a:spcBef>
                <a:spcPts val="205"/>
              </a:spcBef>
              <a:spcAft>
                <a:spcPts val="0"/>
              </a:spcAft>
            </a:pP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85"/>
              </a:spcBef>
              <a:spcAft>
                <a:spcPts val="0"/>
              </a:spcAft>
            </a:pP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spcAft>
                <a:spcPts val="0"/>
              </a:spcAft>
            </a:pP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51626960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 Evénements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299088" y="872148"/>
            <a:ext cx="8571224" cy="667234"/>
          </a:xfrm>
          <a:prstGeom prst="rect">
            <a:avLst/>
          </a:prstGeom>
          <a:noFill/>
        </p:spPr>
        <p:txBody>
          <a:bodyPr wrap="square">
            <a:spAutoFit/>
          </a:bodyPr>
          <a:lstStyle/>
          <a:p>
            <a:pPr algn="just"/>
            <a:r>
              <a:rPr lang="fr-FR" b="1" kern="0" spc="-5" dirty="0">
                <a:solidFill>
                  <a:schemeClr val="accent5">
                    <a:lumMod val="50000"/>
                  </a:schemeClr>
                </a:solidFill>
                <a:latin typeface="+mn-lt"/>
                <a:ea typeface="Calibri" panose="020F0502020204030204" pitchFamily="34" charset="0"/>
              </a:rPr>
              <a:t>Solution avec composant fonctionnel</a:t>
            </a:r>
            <a:endParaRPr lang="fr-FR" dirty="0">
              <a:solidFill>
                <a:schemeClr val="accent5">
                  <a:lumMod val="50000"/>
                </a:schemeClr>
              </a:solidFill>
              <a:latin typeface="+mn-lt"/>
            </a:endParaRPr>
          </a:p>
          <a:p>
            <a:pPr marR="526415" algn="just">
              <a:lnSpc>
                <a:spcPct val="107000"/>
              </a:lnSpc>
              <a:spcBef>
                <a:spcPts val="580"/>
              </a:spcBef>
              <a:spcAft>
                <a:spcPts val="0"/>
              </a:spcAft>
            </a:pPr>
            <a:endParaRPr lang="fr-FR" dirty="0">
              <a:latin typeface="+mn-lt"/>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5" name="Textbox 27">
            <a:extLst>
              <a:ext uri="{FF2B5EF4-FFF2-40B4-BE49-F238E27FC236}">
                <a16:creationId xmlns:a16="http://schemas.microsoft.com/office/drawing/2014/main" id="{6F027D25-F772-84F3-43EE-0988E091CC23}"/>
              </a:ext>
            </a:extLst>
          </p:cNvPr>
          <p:cNvSpPr txBox="1">
            <a:spLocks/>
          </p:cNvSpPr>
          <p:nvPr/>
        </p:nvSpPr>
        <p:spPr>
          <a:xfrm>
            <a:off x="1582737" y="1641793"/>
            <a:ext cx="6326823" cy="3574415"/>
          </a:xfrm>
          <a:prstGeom prst="rect">
            <a:avLst/>
          </a:prstGeom>
          <a:solidFill>
            <a:srgbClr val="1E1E1E"/>
          </a:solidFill>
        </p:spPr>
        <p:txBody>
          <a:bodyPr wrap="none" lIns="0" tIns="0" rIns="0" bIns="0" rtlCol="0">
            <a:noAutofit/>
          </a:bodyPr>
          <a:lstStyle/>
          <a:p>
            <a:pPr marL="17780" marR="2820670" algn="l">
              <a:lnSpc>
                <a:spcPct val="115000"/>
              </a:lnSpc>
              <a:spcAft>
                <a:spcPts val="0"/>
              </a:spcAft>
            </a:pP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en-US" sz="1100" spc="-2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3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3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100" spc="-35"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3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en-US" sz="1100" spc="-3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 </a:t>
            </a:r>
          </a:p>
          <a:p>
            <a:pPr marL="17780" marR="2820670" algn="l">
              <a:lnSpc>
                <a:spcPct val="115000"/>
              </a:lnSpc>
              <a:spcAft>
                <a:spcPts val="0"/>
              </a:spcAft>
            </a:pP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export default </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function </a:t>
            </a:r>
            <a:r>
              <a:rPr lang="en-US" sz="1100" dirty="0">
                <a:solidFill>
                  <a:srgbClr val="DCDCAA"/>
                </a:solidFill>
                <a:effectLst/>
                <a:latin typeface="Consolas" panose="020B0609020204030204" pitchFamily="49" charset="0"/>
                <a:ea typeface="Consolas" panose="020B0609020204030204" pitchFamily="49" charset="0"/>
                <a:cs typeface="Consolas" panose="020B0609020204030204" pitchFamily="49" charset="0"/>
              </a:rPr>
              <a:t>Validator</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26390" marR="2006600" algn="l">
              <a:lnSpc>
                <a:spcPts val="2950"/>
              </a:lnSpc>
              <a:spcBef>
                <a:spcPts val="110"/>
              </a:spcBef>
              <a:spcAft>
                <a:spcPts val="0"/>
              </a:spcAft>
            </a:pP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a:t>
            </a:r>
            <a:r>
              <a:rPr lang="en-US" sz="1100" spc="-15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password</a:t>
            </a:r>
            <a:r>
              <a:rPr lang="en-US"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setPassword</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326390" marR="2006600" algn="l">
              <a:lnSpc>
                <a:spcPts val="2950"/>
              </a:lnSpc>
              <a:spcBef>
                <a:spcPts val="110"/>
              </a:spcBef>
              <a:spcAft>
                <a:spcPts val="0"/>
              </a:spcAft>
            </a:pPr>
            <a:r>
              <a:rPr lang="en-US" sz="1100" spc="-1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return</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33730" algn="l">
              <a:lnSpc>
                <a:spcPts val="1175"/>
              </a:lnSpc>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940435" algn="l">
              <a:spcBef>
                <a:spcPts val="190"/>
              </a:spcBef>
              <a:spcAft>
                <a:spcPts val="0"/>
              </a:spcAft>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248410" algn="l">
              <a:spcBef>
                <a:spcPts val="200"/>
              </a:spcBef>
              <a:spcAft>
                <a:spcPts val="0"/>
              </a:spcAft>
            </a:pP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Entrer</a:t>
            </a:r>
            <a:r>
              <a:rPr lang="fr-FR" sz="1100" spc="-5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votre</a:t>
            </a:r>
            <a:r>
              <a:rPr lang="fr-FR" sz="1100" spc="-4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password</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017905" marR="2820670" indent="-78105" algn="l">
              <a:lnSpc>
                <a:spcPct val="115000"/>
              </a:lnSpc>
              <a:spcBef>
                <a:spcPts val="190"/>
              </a:spcBef>
              <a:spcAft>
                <a:spcPts val="0"/>
              </a:spcAft>
            </a:pPr>
            <a:r>
              <a:rPr lang="en-US"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input</a:t>
            </a:r>
            <a:r>
              <a:rPr lang="en-US" sz="1100" spc="-15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"password" </a:t>
            </a:r>
            <a:r>
              <a:rPr lang="en-US"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password</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017905" algn="l">
              <a:lnSpc>
                <a:spcPts val="1265"/>
              </a:lnSpc>
            </a:pPr>
            <a:r>
              <a:rPr lang="en-US"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onChange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event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=&gt;</a:t>
            </a:r>
            <a:r>
              <a:rPr lang="en-US" sz="110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setPassword</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event</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target</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017905" algn="l">
              <a:spcBef>
                <a:spcPts val="185"/>
              </a:spcBef>
              <a:spcAft>
                <a:spcPts val="0"/>
              </a:spcAft>
            </a:pPr>
            <a:r>
              <a:rPr lang="fr-FR" sz="1100" spc="-25"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017905" algn="l">
              <a:spcBef>
                <a:spcPts val="200"/>
              </a:spcBef>
              <a:spcAft>
                <a:spcPts val="0"/>
              </a:spcAft>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7780" indent="999490" algn="l">
              <a:lnSpc>
                <a:spcPct val="115000"/>
              </a:lnSpc>
              <a:spcBef>
                <a:spcPts val="190"/>
              </a:spcBef>
              <a:spcAft>
                <a:spcPts val="0"/>
              </a:spcAft>
            </a:pPr>
            <a:r>
              <a:rPr lang="fr-FR"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password</a:t>
            </a:r>
            <a:r>
              <a:rPr lang="fr-FR"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length</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&lt;</a:t>
            </a:r>
            <a:r>
              <a:rPr lang="fr-FR" sz="1100" dirty="0">
                <a:solidFill>
                  <a:srgbClr val="B5CEA8"/>
                </a:solidFill>
                <a:effectLst/>
                <a:latin typeface="Consolas" panose="020B0609020204030204" pitchFamily="49" charset="0"/>
                <a:ea typeface="Consolas" panose="020B0609020204030204" pitchFamily="49" charset="0"/>
                <a:cs typeface="Consolas" panose="020B0609020204030204" pitchFamily="49" charset="0"/>
              </a:rPr>
              <a:t>4</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"Password</a:t>
            </a:r>
            <a:r>
              <a:rPr lang="fr-FR" sz="1100" spc="-3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doit</a:t>
            </a:r>
            <a:r>
              <a:rPr lang="fr-FR" sz="1100" spc="-3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avoir</a:t>
            </a:r>
            <a:r>
              <a:rPr lang="fr-FR" sz="1100" spc="-3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au</a:t>
            </a:r>
            <a:r>
              <a:rPr lang="fr-FR" sz="1100" spc="-3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moins</a:t>
            </a:r>
            <a:r>
              <a:rPr lang="fr-FR" sz="1100" spc="-35"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4 </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caractères"</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33730" algn="l">
              <a:lnSpc>
                <a:spcPts val="1265"/>
              </a:lnSpc>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26390" algn="l">
              <a:spcBef>
                <a:spcPts val="200"/>
              </a:spcBef>
              <a:spcAft>
                <a:spcPts val="0"/>
              </a:spcAft>
            </a:pP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90"/>
              </a:spcBef>
              <a:spcAft>
                <a:spcPts val="0"/>
              </a:spcAft>
            </a:pP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4289566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 Evénements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4953884" cy="913455"/>
          </a:xfrm>
          <a:prstGeom prst="rect">
            <a:avLst/>
          </a:prstGeom>
          <a:noFill/>
        </p:spPr>
        <p:txBody>
          <a:bodyPr wrap="square">
            <a:spAutoFit/>
          </a:bodyPr>
          <a:lstStyle/>
          <a:p>
            <a:pPr algn="just"/>
            <a:r>
              <a:rPr lang="fr-FR" b="1" kern="0" spc="-5" dirty="0">
                <a:solidFill>
                  <a:schemeClr val="accent5">
                    <a:lumMod val="50000"/>
                  </a:schemeClr>
                </a:solidFill>
                <a:latin typeface="+mn-lt"/>
                <a:ea typeface="Calibri" panose="020F0502020204030204" pitchFamily="34" charset="0"/>
              </a:rPr>
              <a:t>Communication inter composants </a:t>
            </a:r>
            <a:endParaRPr lang="fr-FR" dirty="0">
              <a:solidFill>
                <a:schemeClr val="accent5">
                  <a:lumMod val="50000"/>
                </a:schemeClr>
              </a:solidFill>
              <a:latin typeface="+mn-lt"/>
            </a:endParaRPr>
          </a:p>
          <a:p>
            <a:pPr lvl="0" algn="l"/>
            <a:r>
              <a:rPr lang="fr-FR" altLang="fr-FR" dirty="0">
                <a:latin typeface="Calibri" panose="020F0502020204030204" pitchFamily="34" charset="0"/>
                <a:ea typeface="Consolas" panose="020B0609020204030204" pitchFamily="49" charset="0"/>
                <a:cs typeface="Calibri" panose="020F0502020204030204" pitchFamily="34" charset="0"/>
              </a:rPr>
              <a:t>L’objectif est de réaliser l’exemple suivant :</a:t>
            </a:r>
            <a:endParaRPr lang="fr-FR" altLang="fr-FR" dirty="0">
              <a:latin typeface="+mn-lt"/>
            </a:endParaRPr>
          </a:p>
          <a:p>
            <a:pPr marR="526415" algn="just">
              <a:lnSpc>
                <a:spcPct val="107000"/>
              </a:lnSpc>
              <a:spcBef>
                <a:spcPts val="580"/>
              </a:spcBef>
              <a:spcAft>
                <a:spcPts val="0"/>
              </a:spcAft>
            </a:pPr>
            <a:endParaRPr lang="fr-FR" dirty="0">
              <a:latin typeface="+mn-lt"/>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2" name="Image 1">
            <a:extLst>
              <a:ext uri="{FF2B5EF4-FFF2-40B4-BE49-F238E27FC236}">
                <a16:creationId xmlns:a16="http://schemas.microsoft.com/office/drawing/2014/main" id="{A2FB608C-7B29-65C3-D228-7B2197DA2527}"/>
              </a:ext>
            </a:extLst>
          </p:cNvPr>
          <p:cNvPicPr>
            <a:picLocks/>
          </p:cNvPicPr>
          <p:nvPr/>
        </p:nvPicPr>
        <p:blipFill>
          <a:blip r:embed="rId3" cstate="print"/>
          <a:stretch>
            <a:fillRect/>
          </a:stretch>
        </p:blipFill>
        <p:spPr>
          <a:xfrm>
            <a:off x="5511419" y="872149"/>
            <a:ext cx="3403981" cy="2090508"/>
          </a:xfrm>
          <a:prstGeom prst="rect">
            <a:avLst/>
          </a:prstGeom>
        </p:spPr>
      </p:pic>
      <p:sp>
        <p:nvSpPr>
          <p:cNvPr id="7" name="ZoneTexte 6">
            <a:extLst>
              <a:ext uri="{FF2B5EF4-FFF2-40B4-BE49-F238E27FC236}">
                <a16:creationId xmlns:a16="http://schemas.microsoft.com/office/drawing/2014/main" id="{C6D98CF9-A94C-58AB-0407-FC738211FF22}"/>
              </a:ext>
            </a:extLst>
          </p:cNvPr>
          <p:cNvSpPr txBox="1"/>
          <p:nvPr/>
        </p:nvSpPr>
        <p:spPr>
          <a:xfrm>
            <a:off x="328934" y="1547410"/>
            <a:ext cx="5077970" cy="4921860"/>
          </a:xfrm>
          <a:prstGeom prst="rect">
            <a:avLst/>
          </a:prstGeom>
          <a:noFill/>
        </p:spPr>
        <p:txBody>
          <a:bodyPr wrap="square">
            <a:spAutoFit/>
          </a:bodyPr>
          <a:lstStyle/>
          <a:p>
            <a:pPr algn="l">
              <a:spcBef>
                <a:spcPts val="765"/>
              </a:spcBef>
              <a:spcAft>
                <a:spcPts val="0"/>
              </a:spcAft>
            </a:pPr>
            <a:r>
              <a:rPr lang="fr-FR" sz="1600" dirty="0">
                <a:effectLst/>
                <a:latin typeface="+mn-lt"/>
                <a:ea typeface="Consolas" panose="020B0609020204030204" pitchFamily="49" charset="0"/>
                <a:cs typeface="Consolas" panose="020B0609020204030204" pitchFamily="49" charset="0"/>
              </a:rPr>
              <a:t>On</a:t>
            </a:r>
            <a:r>
              <a:rPr lang="fr-FR" sz="1600" spc="-10"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suppose</a:t>
            </a:r>
            <a:r>
              <a:rPr lang="fr-FR" sz="1600" spc="-20"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que</a:t>
            </a:r>
            <a:r>
              <a:rPr lang="fr-FR" sz="1600" spc="-20"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nous</a:t>
            </a:r>
            <a:r>
              <a:rPr lang="fr-FR" sz="1600" spc="-20"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disposons</a:t>
            </a:r>
            <a:r>
              <a:rPr lang="fr-FR" sz="1600" spc="-25"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de</a:t>
            </a:r>
            <a:r>
              <a:rPr lang="fr-FR" sz="1600" spc="-25"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trois</a:t>
            </a:r>
            <a:r>
              <a:rPr lang="fr-FR" sz="1600" spc="-5"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composants</a:t>
            </a:r>
            <a:r>
              <a:rPr lang="fr-FR" sz="1600" spc="15" dirty="0">
                <a:effectLst/>
                <a:latin typeface="+mn-lt"/>
                <a:ea typeface="Consolas" panose="020B0609020204030204" pitchFamily="49" charset="0"/>
                <a:cs typeface="Consolas" panose="020B0609020204030204" pitchFamily="49" charset="0"/>
              </a:rPr>
              <a:t> </a:t>
            </a:r>
            <a:r>
              <a:rPr lang="fr-FR" sz="1600" spc="-50" dirty="0">
                <a:effectLst/>
                <a:latin typeface="+mn-lt"/>
                <a:ea typeface="Consolas" panose="020B0609020204030204" pitchFamily="49" charset="0"/>
                <a:cs typeface="Consolas" panose="020B0609020204030204" pitchFamily="49" charset="0"/>
              </a:rPr>
              <a:t>:</a:t>
            </a:r>
            <a:endParaRPr lang="fr-FR" sz="1400" dirty="0">
              <a:effectLst/>
              <a:latin typeface="+mn-lt"/>
              <a:ea typeface="Consolas" panose="020B0609020204030204" pitchFamily="49" charset="0"/>
              <a:cs typeface="Consolas" panose="020B0609020204030204" pitchFamily="49" charset="0"/>
            </a:endParaRPr>
          </a:p>
          <a:p>
            <a:pPr marL="342900" lvl="0" indent="-342900" algn="l">
              <a:spcBef>
                <a:spcPts val="920"/>
              </a:spcBef>
              <a:buSzPts val="1200"/>
              <a:buFont typeface="Wingdings" panose="05000000000000000000" pitchFamily="2" charset="2"/>
              <a:buChar char="§"/>
              <a:tabLst>
                <a:tab pos="1176655" algn="l"/>
              </a:tabLst>
            </a:pPr>
            <a:r>
              <a:rPr lang="fr-FR" sz="1600" spc="-25" dirty="0">
                <a:effectLst/>
                <a:latin typeface="+mn-lt"/>
                <a:ea typeface="Symbol" panose="05050102010706020507" pitchFamily="18" charset="2"/>
                <a:cs typeface="Symbol" panose="05050102010706020507" pitchFamily="18" charset="2"/>
              </a:rPr>
              <a:t>App</a:t>
            </a:r>
            <a:endParaRPr lang="fr-FR" sz="1400" spc="0" dirty="0">
              <a:effectLst/>
              <a:latin typeface="+mn-lt"/>
              <a:ea typeface="Symbol" panose="05050102010706020507" pitchFamily="18" charset="2"/>
              <a:cs typeface="Symbol" panose="05050102010706020507" pitchFamily="18" charset="2"/>
            </a:endParaRPr>
          </a:p>
          <a:p>
            <a:pPr marL="342900" lvl="0" indent="-342900" algn="l">
              <a:spcBef>
                <a:spcPts val="115"/>
              </a:spcBef>
              <a:buSzPts val="1200"/>
              <a:buFont typeface="Wingdings" panose="05000000000000000000" pitchFamily="2" charset="2"/>
              <a:buChar char="§"/>
              <a:tabLst>
                <a:tab pos="1176655" algn="l"/>
              </a:tabLst>
            </a:pPr>
            <a:r>
              <a:rPr lang="fr-FR" sz="1600" spc="-10" dirty="0" err="1">
                <a:effectLst/>
                <a:latin typeface="+mn-lt"/>
                <a:ea typeface="Symbol" panose="05050102010706020507" pitchFamily="18" charset="2"/>
                <a:cs typeface="Symbol" panose="05050102010706020507" pitchFamily="18" charset="2"/>
              </a:rPr>
              <a:t>ChercherBar</a:t>
            </a:r>
            <a:endParaRPr lang="fr-FR" sz="1400" spc="0" dirty="0">
              <a:effectLst/>
              <a:latin typeface="+mn-lt"/>
              <a:ea typeface="Symbol" panose="05050102010706020507" pitchFamily="18" charset="2"/>
              <a:cs typeface="Symbol" panose="05050102010706020507" pitchFamily="18" charset="2"/>
            </a:endParaRPr>
          </a:p>
          <a:p>
            <a:pPr marL="342900" lvl="0" indent="-342900" algn="l">
              <a:spcBef>
                <a:spcPts val="105"/>
              </a:spcBef>
              <a:buSzPts val="1200"/>
              <a:buFont typeface="Wingdings" panose="05000000000000000000" pitchFamily="2" charset="2"/>
              <a:buChar char="§"/>
              <a:tabLst>
                <a:tab pos="1176655" algn="l"/>
              </a:tabLst>
            </a:pPr>
            <a:r>
              <a:rPr lang="fr-FR" sz="1600" spc="-10" dirty="0" err="1">
                <a:effectLst/>
                <a:latin typeface="+mn-lt"/>
                <a:ea typeface="Symbol" panose="05050102010706020507" pitchFamily="18" charset="2"/>
                <a:cs typeface="Symbol" panose="05050102010706020507" pitchFamily="18" charset="2"/>
              </a:rPr>
              <a:t>ResultatList</a:t>
            </a:r>
            <a:endParaRPr lang="fr-FR" sz="1400" dirty="0">
              <a:latin typeface="+mn-lt"/>
              <a:ea typeface="Symbol" panose="05050102010706020507" pitchFamily="18" charset="2"/>
              <a:cs typeface="Symbol" panose="05050102010706020507" pitchFamily="18" charset="2"/>
            </a:endParaRPr>
          </a:p>
          <a:p>
            <a:pPr lvl="0" algn="l">
              <a:spcBef>
                <a:spcPts val="105"/>
              </a:spcBef>
              <a:buSzPts val="1200"/>
              <a:tabLst>
                <a:tab pos="1176655" algn="l"/>
              </a:tabLst>
            </a:pPr>
            <a:endParaRPr lang="fr-FR" sz="1400" dirty="0">
              <a:effectLst/>
              <a:latin typeface="+mn-lt"/>
              <a:ea typeface="Consolas" panose="020B0609020204030204" pitchFamily="49" charset="0"/>
              <a:cs typeface="Consolas" panose="020B0609020204030204" pitchFamily="49" charset="0"/>
            </a:endParaRPr>
          </a:p>
          <a:p>
            <a:pPr lvl="0" algn="l">
              <a:spcBef>
                <a:spcPts val="105"/>
              </a:spcBef>
              <a:buSzPts val="1200"/>
              <a:tabLst>
                <a:tab pos="1176655" algn="l"/>
              </a:tabLst>
            </a:pPr>
            <a:endParaRPr lang="fr-FR" sz="1600" dirty="0">
              <a:effectLst/>
              <a:latin typeface="+mn-lt"/>
              <a:ea typeface="Consolas" panose="020B0609020204030204" pitchFamily="49" charset="0"/>
              <a:cs typeface="Consolas" panose="020B0609020204030204" pitchFamily="49" charset="0"/>
            </a:endParaRPr>
          </a:p>
          <a:p>
            <a:pPr marL="285750" lvl="0" indent="-285750" algn="l">
              <a:spcBef>
                <a:spcPts val="105"/>
              </a:spcBef>
              <a:buSzPts val="1200"/>
              <a:buFont typeface="Wingdings" panose="05000000000000000000" pitchFamily="2" charset="2"/>
              <a:buChar char="§"/>
              <a:tabLst>
                <a:tab pos="1176655" algn="l"/>
              </a:tabLst>
            </a:pPr>
            <a:r>
              <a:rPr lang="fr-FR" sz="1600" dirty="0">
                <a:effectLst/>
                <a:latin typeface="+mn-lt"/>
                <a:ea typeface="Consolas" panose="020B0609020204030204" pitchFamily="49" charset="0"/>
                <a:cs typeface="Consolas" panose="020B0609020204030204" pitchFamily="49" charset="0"/>
              </a:rPr>
              <a:t>Les</a:t>
            </a:r>
            <a:r>
              <a:rPr lang="fr-FR" sz="1600" spc="-30"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composants</a:t>
            </a:r>
            <a:r>
              <a:rPr lang="fr-FR" sz="1600" spc="-20" dirty="0">
                <a:effectLst/>
                <a:latin typeface="+mn-lt"/>
                <a:ea typeface="Consolas" panose="020B0609020204030204" pitchFamily="49" charset="0"/>
                <a:cs typeface="Consolas" panose="020B0609020204030204" pitchFamily="49" charset="0"/>
              </a:rPr>
              <a:t> </a:t>
            </a:r>
            <a:r>
              <a:rPr lang="fr-FR" sz="1600" dirty="0" err="1">
                <a:effectLst/>
                <a:latin typeface="+mn-lt"/>
                <a:ea typeface="Consolas" panose="020B0609020204030204" pitchFamily="49" charset="0"/>
                <a:cs typeface="Consolas" panose="020B0609020204030204" pitchFamily="49" charset="0"/>
              </a:rPr>
              <a:t>ChercherBar</a:t>
            </a:r>
            <a:r>
              <a:rPr lang="fr-FR" sz="1600" spc="-15"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et</a:t>
            </a:r>
            <a:r>
              <a:rPr lang="fr-FR" sz="1600" spc="-10" dirty="0">
                <a:effectLst/>
                <a:latin typeface="+mn-lt"/>
                <a:ea typeface="Consolas" panose="020B0609020204030204" pitchFamily="49" charset="0"/>
                <a:cs typeface="Consolas" panose="020B0609020204030204" pitchFamily="49" charset="0"/>
              </a:rPr>
              <a:t> </a:t>
            </a:r>
            <a:r>
              <a:rPr lang="fr-FR" sz="1600" dirty="0" err="1">
                <a:effectLst/>
                <a:latin typeface="+mn-lt"/>
                <a:ea typeface="Consolas" panose="020B0609020204030204" pitchFamily="49" charset="0"/>
                <a:cs typeface="Consolas" panose="020B0609020204030204" pitchFamily="49" charset="0"/>
              </a:rPr>
              <a:t>ResultatList</a:t>
            </a:r>
            <a:r>
              <a:rPr lang="fr-FR" sz="1600" spc="-5"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sont</a:t>
            </a:r>
            <a:r>
              <a:rPr lang="fr-FR" sz="1600" spc="-15"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imbriqués</a:t>
            </a:r>
            <a:r>
              <a:rPr lang="fr-FR" sz="1600" spc="-30"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dans</a:t>
            </a:r>
            <a:r>
              <a:rPr lang="fr-FR" sz="1600" spc="-30"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le</a:t>
            </a:r>
            <a:r>
              <a:rPr lang="fr-FR" sz="1600" spc="-15" dirty="0">
                <a:effectLst/>
                <a:latin typeface="+mn-lt"/>
                <a:ea typeface="Consolas" panose="020B0609020204030204" pitchFamily="49" charset="0"/>
                <a:cs typeface="Consolas" panose="020B0609020204030204" pitchFamily="49" charset="0"/>
              </a:rPr>
              <a:t> </a:t>
            </a:r>
            <a:r>
              <a:rPr lang="fr-FR" sz="1600" dirty="0">
                <a:effectLst/>
                <a:latin typeface="+mn-lt"/>
                <a:ea typeface="Consolas" panose="020B0609020204030204" pitchFamily="49" charset="0"/>
                <a:cs typeface="Consolas" panose="020B0609020204030204" pitchFamily="49" charset="0"/>
              </a:rPr>
              <a:t>composant</a:t>
            </a:r>
            <a:r>
              <a:rPr lang="fr-FR" sz="1600" spc="-10" dirty="0">
                <a:effectLst/>
                <a:latin typeface="+mn-lt"/>
                <a:ea typeface="Consolas" panose="020B0609020204030204" pitchFamily="49" charset="0"/>
                <a:cs typeface="Consolas" panose="020B0609020204030204" pitchFamily="49" charset="0"/>
              </a:rPr>
              <a:t> </a:t>
            </a:r>
            <a:r>
              <a:rPr lang="fr-FR" sz="1600" spc="-25" dirty="0">
                <a:effectLst/>
                <a:latin typeface="+mn-lt"/>
                <a:ea typeface="Consolas" panose="020B0609020204030204" pitchFamily="49" charset="0"/>
                <a:cs typeface="Consolas" panose="020B0609020204030204" pitchFamily="49" charset="0"/>
              </a:rPr>
              <a:t>App</a:t>
            </a:r>
          </a:p>
          <a:p>
            <a:pPr lvl="0" algn="l">
              <a:spcBef>
                <a:spcPts val="105"/>
              </a:spcBef>
              <a:buSzPts val="1200"/>
              <a:tabLst>
                <a:tab pos="1176655" algn="l"/>
              </a:tabLst>
            </a:pPr>
            <a:endParaRPr lang="fr-FR" sz="1400" spc="-25" dirty="0">
              <a:effectLst/>
              <a:latin typeface="+mn-lt"/>
              <a:ea typeface="Consolas" panose="020B0609020204030204" pitchFamily="49" charset="0"/>
              <a:cs typeface="Consolas" panose="020B0609020204030204" pitchFamily="49" charset="0"/>
            </a:endParaRPr>
          </a:p>
          <a:p>
            <a:pPr marL="285750" indent="-285750" algn="l">
              <a:spcBef>
                <a:spcPts val="105"/>
              </a:spcBef>
              <a:buSzPts val="1200"/>
              <a:buFont typeface="Wingdings" panose="05000000000000000000" pitchFamily="2" charset="2"/>
              <a:buChar char="§"/>
              <a:tabLst>
                <a:tab pos="1176655" algn="l"/>
              </a:tabLst>
            </a:pPr>
            <a:r>
              <a:rPr lang="fr-FR" dirty="0">
                <a:latin typeface="+mn-lt"/>
              </a:rPr>
              <a:t>L’utilisateur saisi le type dans le composant </a:t>
            </a:r>
            <a:r>
              <a:rPr lang="fr-FR" dirty="0" err="1">
                <a:latin typeface="+mn-lt"/>
              </a:rPr>
              <a:t>ChercheBar</a:t>
            </a:r>
            <a:r>
              <a:rPr lang="fr-FR" dirty="0">
                <a:latin typeface="+mn-lt"/>
              </a:rPr>
              <a:t>, la soumission du formulaire déclenche un </a:t>
            </a:r>
            <a:r>
              <a:rPr lang="fr-FR" dirty="0" err="1">
                <a:latin typeface="+mn-lt"/>
              </a:rPr>
              <a:t>callBack</a:t>
            </a:r>
            <a:r>
              <a:rPr lang="fr-FR" dirty="0">
                <a:latin typeface="+mn-lt"/>
              </a:rPr>
              <a:t> de la fonction qui aura la valeur saisie dans </a:t>
            </a:r>
            <a:r>
              <a:rPr lang="fr-FR" dirty="0" err="1">
                <a:latin typeface="+mn-lt"/>
              </a:rPr>
              <a:t>Cherchebar</a:t>
            </a:r>
            <a:r>
              <a:rPr lang="fr-FR" dirty="0">
                <a:latin typeface="+mn-lt"/>
              </a:rPr>
              <a:t> comme argument et qui va filtrer la liste selon le type </a:t>
            </a:r>
            <a:r>
              <a:rPr lang="fr-FR" dirty="0">
                <a:latin typeface="+mn-lt"/>
                <a:ea typeface="Consolas" panose="020B0609020204030204" pitchFamily="49" charset="0"/>
                <a:cs typeface="Consolas" panose="020B0609020204030204" pitchFamily="49" charset="0"/>
              </a:rPr>
              <a:t>saisie, puis le composant </a:t>
            </a:r>
            <a:r>
              <a:rPr lang="fr-FR" dirty="0" err="1">
                <a:latin typeface="+mn-lt"/>
                <a:ea typeface="Consolas" panose="020B0609020204030204" pitchFamily="49" charset="0"/>
                <a:cs typeface="Consolas" panose="020B0609020204030204" pitchFamily="49" charset="0"/>
              </a:rPr>
              <a:t>ResultatList</a:t>
            </a:r>
            <a:r>
              <a:rPr lang="fr-FR" dirty="0">
                <a:latin typeface="+mn-lt"/>
                <a:ea typeface="Consolas" panose="020B0609020204030204" pitchFamily="49" charset="0"/>
                <a:cs typeface="Consolas" panose="020B0609020204030204" pitchFamily="49" charset="0"/>
              </a:rPr>
              <a:t> affiche les éléments filtrés.</a:t>
            </a:r>
          </a:p>
          <a:p>
            <a:pPr marL="285750" indent="-285750" algn="l">
              <a:spcBef>
                <a:spcPts val="105"/>
              </a:spcBef>
              <a:buSzPts val="1200"/>
              <a:buFont typeface="Wingdings" panose="05000000000000000000" pitchFamily="2" charset="2"/>
              <a:buChar char="§"/>
              <a:tabLst>
                <a:tab pos="1176655" algn="l"/>
              </a:tabLst>
            </a:pPr>
            <a:r>
              <a:rPr lang="fr-FR" dirty="0"/>
              <a:t>les éléments de la liste sont de type "</a:t>
            </a:r>
            <a:r>
              <a:rPr lang="fr-FR" dirty="0" err="1"/>
              <a:t>legume</a:t>
            </a:r>
            <a:r>
              <a:rPr lang="fr-FR" dirty="0"/>
              <a:t>" ou </a:t>
            </a:r>
            <a:r>
              <a:rPr lang="fr-FR" dirty="0">
                <a:latin typeface="+mn-lt"/>
              </a:rPr>
              <a:t>"fruit" </a:t>
            </a:r>
          </a:p>
          <a:p>
            <a:pPr marL="285750" indent="-285750" algn="l">
              <a:spcBef>
                <a:spcPts val="105"/>
              </a:spcBef>
              <a:buSzPts val="1200"/>
              <a:buFont typeface="Wingdings" panose="05000000000000000000" pitchFamily="2" charset="2"/>
              <a:buChar char="§"/>
              <a:tabLst>
                <a:tab pos="1176655" algn="l"/>
              </a:tabLst>
            </a:pPr>
            <a:r>
              <a:rPr lang="fr-FR" dirty="0">
                <a:latin typeface="+mn-lt"/>
              </a:rPr>
              <a:t>Cette liste est une constante dans le composant App</a:t>
            </a:r>
            <a:endParaRPr lang="fr-FR" dirty="0">
              <a:latin typeface="+mn-lt"/>
              <a:ea typeface="Consolas" panose="020B0609020204030204" pitchFamily="49" charset="0"/>
              <a:cs typeface="Consolas" panose="020B0609020204030204" pitchFamily="49" charset="0"/>
            </a:endParaRPr>
          </a:p>
          <a:p>
            <a:pPr lvl="0" algn="l">
              <a:spcBef>
                <a:spcPts val="105"/>
              </a:spcBef>
              <a:buSzPts val="1200"/>
              <a:tabLst>
                <a:tab pos="1176655" algn="l"/>
              </a:tabLst>
            </a:pPr>
            <a:endParaRPr lang="fr-FR" sz="1400" dirty="0">
              <a:effectLst/>
              <a:latin typeface="+mn-lt"/>
              <a:ea typeface="Consolas" panose="020B0609020204030204" pitchFamily="49" charset="0"/>
              <a:cs typeface="Consolas" panose="020B0609020204030204" pitchFamily="49" charset="0"/>
            </a:endParaRPr>
          </a:p>
        </p:txBody>
      </p:sp>
      <p:cxnSp>
        <p:nvCxnSpPr>
          <p:cNvPr id="11" name="Connecteur : en angle 10">
            <a:extLst>
              <a:ext uri="{FF2B5EF4-FFF2-40B4-BE49-F238E27FC236}">
                <a16:creationId xmlns:a16="http://schemas.microsoft.com/office/drawing/2014/main" id="{64472101-C897-28FC-63D3-0E2A8A4D1797}"/>
              </a:ext>
            </a:extLst>
          </p:cNvPr>
          <p:cNvCxnSpPr>
            <a:cxnSpLocks/>
          </p:cNvCxnSpPr>
          <p:nvPr/>
        </p:nvCxnSpPr>
        <p:spPr>
          <a:xfrm flipV="1">
            <a:off x="1143000" y="1036291"/>
            <a:ext cx="4430909" cy="1048541"/>
          </a:xfrm>
          <a:prstGeom prst="bentConnector3">
            <a:avLst>
              <a:gd name="adj1" fmla="val 8921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7" name="Connecteur : en angle 16">
            <a:extLst>
              <a:ext uri="{FF2B5EF4-FFF2-40B4-BE49-F238E27FC236}">
                <a16:creationId xmlns:a16="http://schemas.microsoft.com/office/drawing/2014/main" id="{555B0174-827C-19EA-8B79-4A7419E93346}"/>
              </a:ext>
            </a:extLst>
          </p:cNvPr>
          <p:cNvCxnSpPr>
            <a:cxnSpLocks/>
          </p:cNvCxnSpPr>
          <p:nvPr/>
        </p:nvCxnSpPr>
        <p:spPr>
          <a:xfrm flipV="1">
            <a:off x="1874520" y="1383267"/>
            <a:ext cx="4306824" cy="957597"/>
          </a:xfrm>
          <a:prstGeom prst="bentConnector3">
            <a:avLst>
              <a:gd name="adj1" fmla="val 8121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Connecteur : en angle 21">
            <a:extLst>
              <a:ext uri="{FF2B5EF4-FFF2-40B4-BE49-F238E27FC236}">
                <a16:creationId xmlns:a16="http://schemas.microsoft.com/office/drawing/2014/main" id="{5953F9D2-40F6-99F5-9AD6-455E7881694A}"/>
              </a:ext>
            </a:extLst>
          </p:cNvPr>
          <p:cNvCxnSpPr>
            <a:cxnSpLocks/>
          </p:cNvCxnSpPr>
          <p:nvPr/>
        </p:nvCxnSpPr>
        <p:spPr>
          <a:xfrm flipV="1">
            <a:off x="1750435" y="2296721"/>
            <a:ext cx="4430909" cy="315415"/>
          </a:xfrm>
          <a:prstGeom prst="bentConnector3">
            <a:avLst>
              <a:gd name="adj1" fmla="val 91480"/>
            </a:avLst>
          </a:prstGeom>
          <a:ln w="38100">
            <a:tailEnd type="triangle"/>
          </a:ln>
        </p:spPr>
        <p:style>
          <a:lnRef idx="1">
            <a:schemeClr val="accent1"/>
          </a:lnRef>
          <a:fillRef idx="0">
            <a:schemeClr val="accent1"/>
          </a:fillRef>
          <a:effectRef idx="0">
            <a:schemeClr val="accent1"/>
          </a:effectRef>
          <a:fontRef idx="minor">
            <a:schemeClr val="tx1"/>
          </a:fontRef>
        </p:style>
      </p:cxnSp>
      <p:pic>
        <p:nvPicPr>
          <p:cNvPr id="24" name="Image 23">
            <a:extLst>
              <a:ext uri="{FF2B5EF4-FFF2-40B4-BE49-F238E27FC236}">
                <a16:creationId xmlns:a16="http://schemas.microsoft.com/office/drawing/2014/main" id="{389EBD71-570D-430E-C707-4B49D6F3C810}"/>
              </a:ext>
            </a:extLst>
          </p:cNvPr>
          <p:cNvPicPr>
            <a:picLocks/>
          </p:cNvPicPr>
          <p:nvPr/>
        </p:nvPicPr>
        <p:blipFill>
          <a:blip r:embed="rId4" cstate="print"/>
          <a:stretch>
            <a:fillRect/>
          </a:stretch>
        </p:blipFill>
        <p:spPr>
          <a:xfrm>
            <a:off x="5511419" y="3039618"/>
            <a:ext cx="3403981" cy="983742"/>
          </a:xfrm>
          <a:prstGeom prst="rect">
            <a:avLst/>
          </a:prstGeom>
        </p:spPr>
      </p:pic>
      <p:sp>
        <p:nvSpPr>
          <p:cNvPr id="2051" name="Textbox 31">
            <a:extLst>
              <a:ext uri="{FF2B5EF4-FFF2-40B4-BE49-F238E27FC236}">
                <a16:creationId xmlns:a16="http://schemas.microsoft.com/office/drawing/2014/main" id="{139F0460-D19D-9A2E-16DF-296059E57CDB}"/>
              </a:ext>
            </a:extLst>
          </p:cNvPr>
          <p:cNvSpPr txBox="1">
            <a:spLocks/>
          </p:cNvSpPr>
          <p:nvPr/>
        </p:nvSpPr>
        <p:spPr>
          <a:xfrm>
            <a:off x="5596127" y="4071048"/>
            <a:ext cx="3403981" cy="2172335"/>
          </a:xfrm>
          <a:prstGeom prst="rect">
            <a:avLst/>
          </a:prstGeom>
          <a:solidFill>
            <a:srgbClr val="1E1E1E"/>
          </a:solidFill>
        </p:spPr>
        <p:txBody>
          <a:bodyPr wrap="square" lIns="0" tIns="0" rIns="0" bIns="0" rtlCol="0">
            <a:noAutofit/>
          </a:bodyPr>
          <a:lstStyle/>
          <a:p>
            <a:pPr marL="17780" algn="l">
              <a:spcBef>
                <a:spcPts val="185"/>
              </a:spcBef>
              <a:spcAft>
                <a:spcPts val="0"/>
              </a:spcAft>
            </a:pPr>
            <a:r>
              <a:rPr lang="fr-FR" sz="1100">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a:t>
            </a:r>
            <a:r>
              <a:rPr lang="fr-FR" sz="1100" spc="-25">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a:solidFill>
                  <a:srgbClr val="4FC1FF"/>
                </a:solidFill>
                <a:effectLst/>
                <a:latin typeface="Consolas" panose="020B0609020204030204" pitchFamily="49" charset="0"/>
                <a:ea typeface="Consolas" panose="020B0609020204030204" pitchFamily="49" charset="0"/>
                <a:cs typeface="Consolas" panose="020B0609020204030204" pitchFamily="49" charset="0"/>
              </a:rPr>
              <a:t>list</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pP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"banane"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"fruit"</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95"/>
              </a:spcBef>
              <a:spcAft>
                <a:spcPts val="0"/>
              </a:spcAft>
            </a:pP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"orange"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"fruit"</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90"/>
              </a:spcBef>
              <a:spcAft>
                <a:spcPts val="0"/>
              </a:spcAft>
            </a:pP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"pomme"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"fruit"</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95"/>
              </a:spcBef>
              <a:spcAft>
                <a:spcPts val="0"/>
              </a:spcAft>
            </a:pP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"raisins"</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"fruit"</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pP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"kiwi"</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"fruit"</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pP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"tomate"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"legume"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85"/>
              </a:spcBef>
              <a:spcAft>
                <a:spcPts val="0"/>
              </a:spcAft>
            </a:pP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"carotte"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"legume"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pPr>
            <a:r>
              <a:rPr lang="fr-FR" sz="110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a:solidFill>
                  <a:srgbClr val="CE9178"/>
                </a:solidFill>
                <a:effectLst/>
                <a:latin typeface="Consolas" panose="020B0609020204030204" pitchFamily="49" charset="0"/>
                <a:ea typeface="Consolas" panose="020B0609020204030204" pitchFamily="49" charset="0"/>
                <a:cs typeface="Consolas" panose="020B0609020204030204" pitchFamily="49" charset="0"/>
              </a:rPr>
              <a:t>"pomme</a:t>
            </a:r>
            <a:r>
              <a:rPr lang="fr-FR" sz="1100" spc="-35">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a:solidFill>
                  <a:srgbClr val="CE9178"/>
                </a:solidFill>
                <a:effectLst/>
                <a:latin typeface="Consolas" panose="020B0609020204030204" pitchFamily="49" charset="0"/>
                <a:ea typeface="Consolas" panose="020B0609020204030204" pitchFamily="49" charset="0"/>
                <a:cs typeface="Consolas" panose="020B0609020204030204" pitchFamily="49" charset="0"/>
              </a:rPr>
              <a:t>de</a:t>
            </a:r>
            <a:r>
              <a:rPr lang="fr-FR" sz="1100" spc="-30">
                <a:solidFill>
                  <a:srgbClr val="CE9178"/>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terre"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"legume"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pP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"navet"</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"legume"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pP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"poivron"</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1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100" spc="-10">
                <a:solidFill>
                  <a:srgbClr val="CE9178"/>
                </a:solidFill>
                <a:effectLst/>
                <a:latin typeface="Consolas" panose="020B0609020204030204" pitchFamily="49" charset="0"/>
                <a:ea typeface="Consolas" panose="020B0609020204030204" pitchFamily="49" charset="0"/>
                <a:cs typeface="Consolas" panose="020B0609020204030204" pitchFamily="49" charset="0"/>
              </a:rPr>
              <a:t>"legume"</a:t>
            </a:r>
            <a:r>
              <a:rPr lang="fr-FR" sz="1100" spc="-1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85"/>
              </a:spcBef>
              <a:spcAft>
                <a:spcPts val="0"/>
              </a:spcAft>
            </a:pPr>
            <a:r>
              <a:rPr lang="fr-FR" sz="1100" spc="-5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a:effectLst/>
              <a:latin typeface="Consolas" panose="020B0609020204030204" pitchFamily="49" charset="0"/>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2846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8" end="8"/>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
                                            <p:txEl>
                                              <p:pRg st="9" end="9"/>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3" name="Textbox 33">
            <a:extLst>
              <a:ext uri="{FF2B5EF4-FFF2-40B4-BE49-F238E27FC236}">
                <a16:creationId xmlns:a16="http://schemas.microsoft.com/office/drawing/2014/main" id="{E7236A4B-469F-2033-785F-AD5676D25CF4}"/>
              </a:ext>
            </a:extLst>
          </p:cNvPr>
          <p:cNvSpPr txBox="1">
            <a:spLocks/>
          </p:cNvSpPr>
          <p:nvPr/>
        </p:nvSpPr>
        <p:spPr>
          <a:xfrm>
            <a:off x="184731" y="342355"/>
            <a:ext cx="4472329" cy="6427427"/>
          </a:xfrm>
          <a:prstGeom prst="rect">
            <a:avLst/>
          </a:prstGeom>
          <a:solidFill>
            <a:srgbClr val="1E1E1E"/>
          </a:solidFill>
        </p:spPr>
        <p:txBody>
          <a:bodyPr wrap="none" lIns="0" tIns="0" rIns="0" bIns="0" rtlCol="0">
            <a:noAutofit/>
          </a:bodyPr>
          <a:lstStyle/>
          <a:p>
            <a:pPr marL="17780" algn="l">
              <a:spcBef>
                <a:spcPts val="185"/>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en-US" sz="1050" spc="-2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050" spc="-2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3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en-US" sz="1050" spc="-2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marR="2006600" algn="l">
              <a:lnSpc>
                <a:spcPct val="115000"/>
              </a:lnSpc>
              <a:spcBef>
                <a:spcPts val="200"/>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 </a:t>
            </a:r>
            <a:r>
              <a:rPr lang="en-US" sz="105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ChercheBar</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 </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'./components/</a:t>
            </a:r>
            <a:r>
              <a:rPr lang="en-US" sz="105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ChercheBar</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7780" marR="2006600" algn="l">
              <a:lnSpc>
                <a:spcPct val="115000"/>
              </a:lnSpc>
              <a:spcBef>
                <a:spcPts val="200"/>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en-US" sz="1050" spc="-6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ResultatList</a:t>
            </a:r>
            <a:r>
              <a:rPr lang="en-US" sz="1050" spc="-65"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en-US" sz="1050" spc="-6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'./components/</a:t>
            </a:r>
            <a:r>
              <a:rPr lang="en-US" sz="105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ResultatList</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7780" marR="2006600" algn="l">
              <a:lnSpc>
                <a:spcPct val="115000"/>
              </a:lnSpc>
              <a:spcBef>
                <a:spcPts val="200"/>
              </a:spcBef>
              <a:spcAft>
                <a:spcPts val="0"/>
              </a:spcAft>
            </a:pP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 </a:t>
            </a:r>
            <a:r>
              <a:rPr lang="en-US" sz="105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list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lnSpc>
                <a:spcPts val="1225"/>
              </a:lnSpc>
              <a:spcBef>
                <a:spcPts val="200"/>
              </a:spcBef>
              <a:spcAft>
                <a:spcPts val="0"/>
              </a:spcAft>
            </a:pP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050" spc="-1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"banane"</a:t>
            </a:r>
            <a:r>
              <a:rPr lang="fr-FR"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050" spc="-1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"fruit</a:t>
            </a:r>
            <a:r>
              <a:rPr lang="fr-FR"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195"/>
              </a:spcBef>
              <a:spcAft>
                <a:spcPts val="0"/>
              </a:spcAft>
            </a:pP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050" spc="-1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"orange"</a:t>
            </a:r>
            <a:r>
              <a:rPr lang="fr-FR"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050" spc="-1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"fruit</a:t>
            </a:r>
            <a:r>
              <a:rPr lang="fr-FR"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pP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"tomate"</a:t>
            </a: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legume</a:t>
            </a:r>
            <a:r>
              <a:rPr lang="fr-FR"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spcBef>
                <a:spcPts val="200"/>
              </a:spcBef>
            </a:pP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fr-FR"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"carotte"</a:t>
            </a: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fr-FR"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legume</a:t>
            </a:r>
            <a:r>
              <a:rPr lang="fr-FR"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fr-FR"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algn="l">
              <a:spcBef>
                <a:spcPts val="380"/>
              </a:spcBef>
            </a:pPr>
            <a:r>
              <a:rPr lang="en-US" sz="1050" dirty="0">
                <a:solidFill>
                  <a:srgbClr val="000000"/>
                </a:solidFill>
                <a:effectLst/>
                <a:latin typeface="Consolas" panose="020B0609020204030204" pitchFamily="49" charset="0"/>
                <a:ea typeface="Consolas" panose="020B0609020204030204" pitchFamily="49" charset="0"/>
                <a:cs typeface="Consolas" panose="020B0609020204030204" pitchFamily="49" charset="0"/>
              </a:rPr>
              <a:t> </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64465" marR="3333750" indent="-146685" algn="l">
              <a:lnSpc>
                <a:spcPct val="115000"/>
              </a:lnSpc>
              <a:spcBef>
                <a:spcPts val="5"/>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export default </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function </a:t>
            </a:r>
            <a:r>
              <a:rPr lang="en-US" sz="1050" dirty="0">
                <a:solidFill>
                  <a:srgbClr val="DCDCAA"/>
                </a:solidFill>
                <a:effectLst/>
                <a:latin typeface="Consolas" panose="020B0609020204030204" pitchFamily="49" charset="0"/>
                <a:ea typeface="Consolas" panose="020B0609020204030204" pitchFamily="49" charset="0"/>
                <a:cs typeface="Consolas" panose="020B0609020204030204" pitchFamily="49" charset="0"/>
              </a:rPr>
              <a:t>App</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 </a:t>
            </a:r>
          </a:p>
          <a:p>
            <a:pPr marL="164465" marR="3333750" indent="-146685" algn="l">
              <a:lnSpc>
                <a:spcPct val="115000"/>
              </a:lnSpc>
              <a:spcBef>
                <a:spcPts val="5"/>
              </a:spcBef>
              <a:spcAft>
                <a:spcPts val="0"/>
              </a:spcAft>
            </a:pPr>
            <a:r>
              <a:rPr lang="en-US" sz="105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a:t>
            </a:r>
            <a:r>
              <a:rPr lang="en-US" sz="1050" spc="-14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type</a:t>
            </a:r>
            <a:r>
              <a:rPr lang="en-US" sz="105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setType</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64465" marR="2588895" algn="l">
              <a:lnSpc>
                <a:spcPct val="115000"/>
              </a:lnSpc>
              <a:spcBef>
                <a:spcPts val="200"/>
              </a:spcBef>
              <a:spcAft>
                <a:spcPts val="0"/>
              </a:spcAft>
            </a:pP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a:t>
            </a:r>
            <a:r>
              <a:rPr lang="en-US" sz="1050" spc="-14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resultas</a:t>
            </a:r>
            <a:r>
              <a:rPr lang="en-US" sz="105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setResultas</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64465" marR="2588895" algn="l">
              <a:lnSpc>
                <a:spcPct val="115000"/>
              </a:lnSpc>
              <a:spcBef>
                <a:spcPts val="200"/>
              </a:spcBef>
              <a:spcAft>
                <a:spcPts val="0"/>
              </a:spcAft>
            </a:pP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function </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onChercheSubmitApp</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marR="721360" algn="l">
              <a:lnSpc>
                <a:spcPct val="115000"/>
              </a:lnSpc>
              <a:spcBef>
                <a:spcPts val="20"/>
              </a:spcBef>
              <a:spcAft>
                <a:spcPts val="0"/>
              </a:spcAft>
            </a:pP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setType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311150" marR="721360" algn="l">
              <a:lnSpc>
                <a:spcPct val="115000"/>
              </a:lnSpc>
              <a:spcBef>
                <a:spcPts val="20"/>
              </a:spcBef>
              <a:spcAft>
                <a:spcPts val="0"/>
              </a:spcAft>
            </a:pP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setResultas</a:t>
            </a:r>
            <a:endParaRPr lang="en-US" sz="1050" spc="-10" dirty="0">
              <a:solidFill>
                <a:srgbClr val="DCDCAA"/>
              </a:solidFill>
              <a:effectLst/>
              <a:latin typeface="Consolas" panose="020B0609020204030204" pitchFamily="49" charset="0"/>
              <a:ea typeface="Consolas" panose="020B0609020204030204" pitchFamily="49" charset="0"/>
              <a:cs typeface="Consolas" panose="020B0609020204030204" pitchFamily="49" charset="0"/>
            </a:endParaRPr>
          </a:p>
          <a:p>
            <a:pPr marL="311150" marR="721360" algn="l">
              <a:lnSpc>
                <a:spcPct val="115000"/>
              </a:lnSpc>
              <a:spcBef>
                <a:spcPts val="20"/>
              </a:spcBef>
              <a:spcAft>
                <a:spcPts val="0"/>
              </a:spcAft>
            </a:pP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list</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filter</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item</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=&gt;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item</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toUpperCase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11150" algn="l">
              <a:spcBef>
                <a:spcPts val="190"/>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return</a:t>
            </a:r>
            <a:r>
              <a:rPr lang="en-US" sz="1050" spc="-3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457200" algn="l">
              <a:spcBef>
                <a:spcPts val="200"/>
              </a:spcBef>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2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className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'App'</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603250" algn="l">
              <a:spcBef>
                <a:spcPts val="195"/>
              </a:spcBef>
              <a:spcAft>
                <a:spcPts val="0"/>
              </a:spcAft>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h1</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Composant</a:t>
            </a:r>
            <a:r>
              <a:rPr lang="en-US" sz="1050" spc="-8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App</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h1</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p>
          <a:p>
            <a:pPr marL="603250" algn="l">
              <a:spcBef>
                <a:spcPts val="195"/>
              </a:spcBef>
              <a:spcAft>
                <a:spcPts val="0"/>
              </a:spcAft>
            </a:pPr>
            <a:endParaRPr lang="en-US" sz="1050" spc="-10" dirty="0">
              <a:solidFill>
                <a:srgbClr val="808080"/>
              </a:solidFill>
              <a:latin typeface="Consolas" panose="020B0609020204030204" pitchFamily="49" charset="0"/>
              <a:ea typeface="Consolas" panose="020B0609020204030204" pitchFamily="49" charset="0"/>
              <a:cs typeface="Consolas" panose="020B0609020204030204" pitchFamily="49" charset="0"/>
            </a:endParaRPr>
          </a:p>
          <a:p>
            <a:pPr marL="603250" algn="l">
              <a:spcBef>
                <a:spcPts val="195"/>
              </a:spcBef>
              <a:spcAft>
                <a:spcPts val="0"/>
              </a:spcAft>
            </a:pP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603250" algn="l">
              <a:spcBef>
                <a:spcPts val="200"/>
              </a:spcBef>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err="1">
                <a:solidFill>
                  <a:srgbClr val="4EC8AF"/>
                </a:solidFill>
                <a:effectLst/>
                <a:latin typeface="Consolas" panose="020B0609020204030204" pitchFamily="49" charset="0"/>
                <a:ea typeface="Consolas" panose="020B0609020204030204" pitchFamily="49" charset="0"/>
                <a:cs typeface="Consolas" panose="020B0609020204030204" pitchFamily="49" charset="0"/>
              </a:rPr>
              <a:t>ChercheBar</a:t>
            </a:r>
            <a:r>
              <a:rPr lang="en-US" sz="1050" spc="-85"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onChercheSubmit</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onChercheSubmitApp</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603250" algn="l">
              <a:spcBef>
                <a:spcPts val="185"/>
              </a:spcBef>
              <a:spcAft>
                <a:spcPts val="0"/>
              </a:spcAft>
            </a:pP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7780" algn="l">
              <a:lnSpc>
                <a:spcPct val="115000"/>
              </a:lnSpc>
              <a:spcBef>
                <a:spcPts val="200"/>
              </a:spcBef>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p</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le type:</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span </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style</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color:</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CE9178"/>
                </a:solidFill>
                <a:effectLst/>
                <a:latin typeface="Consolas" panose="020B0609020204030204" pitchFamily="49" charset="0"/>
                <a:ea typeface="Consolas" panose="020B0609020204030204" pitchFamily="49" charset="0"/>
                <a:cs typeface="Consolas" panose="020B0609020204030204" pitchFamily="49" charset="0"/>
              </a:rPr>
              <a:t>rgb</a:t>
            </a:r>
            <a:r>
              <a:rPr lang="en-US" sz="105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(36, </a:t>
            </a:r>
            <a:r>
              <a:rPr lang="en-US"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44,33)"</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p>
          <a:p>
            <a:pPr marL="17780" algn="l">
              <a:lnSpc>
                <a:spcPct val="115000"/>
              </a:lnSpc>
              <a:spcBef>
                <a:spcPts val="200"/>
              </a:spcBef>
            </a:pPr>
            <a:r>
              <a:rPr lang="en-US" sz="1050" spc="-10" dirty="0">
                <a:solidFill>
                  <a:srgbClr val="D3D3D3"/>
                </a:solidFill>
                <a:latin typeface="Consolas" panose="020B0609020204030204" pitchFamily="49" charset="0"/>
                <a:ea typeface="Consolas" panose="020B0609020204030204" pitchFamily="49" charset="0"/>
                <a:cs typeface="Consolas" panose="020B0609020204030204" pitchFamily="49" charset="0"/>
              </a:rPr>
              <a:t>             </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fontWeight</a:t>
            </a:r>
            <a:r>
              <a:rPr lang="en-US"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"bold"</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type</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span</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p</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603250" algn="l">
              <a:spcBef>
                <a:spcPts val="5"/>
              </a:spcBef>
              <a:spcAft>
                <a:spcPts val="0"/>
              </a:spcAft>
            </a:pP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p>
          <a:p>
            <a:pPr marL="603250" algn="l">
              <a:spcBef>
                <a:spcPts val="5"/>
              </a:spcBef>
              <a:spcAft>
                <a:spcPts val="0"/>
              </a:spcAft>
            </a:pPr>
            <a:endParaRPr lang="en-US" sz="1050" spc="-10" dirty="0">
              <a:solidFill>
                <a:srgbClr val="808080"/>
              </a:solidFill>
              <a:latin typeface="Consolas" panose="020B0609020204030204" pitchFamily="49" charset="0"/>
              <a:ea typeface="Consolas" panose="020B0609020204030204" pitchFamily="49" charset="0"/>
              <a:cs typeface="Consolas" panose="020B0609020204030204" pitchFamily="49" charset="0"/>
            </a:endParaRPr>
          </a:p>
          <a:p>
            <a:pPr marL="603250" algn="l">
              <a:spcBef>
                <a:spcPts val="5"/>
              </a:spcBef>
              <a:spcAft>
                <a:spcPts val="0"/>
              </a:spcAft>
            </a:pP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603250" algn="l">
              <a:spcBef>
                <a:spcPts val="185"/>
              </a:spcBef>
              <a:spcAft>
                <a:spcPts val="0"/>
              </a:spcAft>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err="1">
                <a:solidFill>
                  <a:srgbClr val="4EC8AF"/>
                </a:solidFill>
                <a:effectLst/>
                <a:latin typeface="Consolas" panose="020B0609020204030204" pitchFamily="49" charset="0"/>
                <a:ea typeface="Consolas" panose="020B0609020204030204" pitchFamily="49" charset="0"/>
                <a:cs typeface="Consolas" panose="020B0609020204030204" pitchFamily="49" charset="0"/>
              </a:rPr>
              <a:t>ResultatList</a:t>
            </a:r>
            <a:r>
              <a:rPr lang="en-US" sz="1050" spc="-90" dirty="0">
                <a:solidFill>
                  <a:srgbClr val="4EC8AF"/>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resultats</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resultas</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457200" algn="l">
              <a:spcBef>
                <a:spcPts val="200"/>
              </a:spcBef>
            </a:pP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algn="l">
              <a:spcBef>
                <a:spcPts val="200"/>
              </a:spcBef>
              <a:spcAft>
                <a:spcPts val="0"/>
              </a:spcAft>
            </a:pPr>
            <a:r>
              <a:rPr lang="fr-FR" sz="105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p>
          <a:p>
            <a:pPr marL="311150" algn="l">
              <a:spcBef>
                <a:spcPts val="200"/>
              </a:spcBef>
              <a:spcAft>
                <a:spcPts val="0"/>
              </a:spcAft>
            </a:pPr>
            <a:r>
              <a:rPr lang="fr-FR"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887CE39A-46A0-3F4C-610F-6680151FE471}"/>
              </a:ext>
            </a:extLst>
          </p:cNvPr>
          <p:cNvSpPr txBox="1"/>
          <p:nvPr/>
        </p:nvSpPr>
        <p:spPr>
          <a:xfrm>
            <a:off x="411342" y="15476"/>
            <a:ext cx="1473949" cy="344989"/>
          </a:xfrm>
          <a:prstGeom prst="rect">
            <a:avLst/>
          </a:prstGeom>
          <a:noFill/>
        </p:spPr>
        <p:txBody>
          <a:bodyPr wrap="square">
            <a:spAutoFit/>
          </a:bodyPr>
          <a:lstStyle/>
          <a:p>
            <a:pPr algn="l">
              <a:spcBef>
                <a:spcPts val="205"/>
              </a:spcBef>
              <a:spcAft>
                <a:spcPts val="0"/>
              </a:spcAft>
            </a:pPr>
            <a:r>
              <a:rPr lang="fr-FR" sz="1600" b="1" u="sng"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Code</a:t>
            </a:r>
            <a:r>
              <a:rPr lang="fr-FR" sz="1600" b="1" u="sng" spc="-10"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 App.js</a:t>
            </a:r>
            <a:endParaRPr lang="fr-FR"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8" name="ZoneTexte 17">
            <a:extLst>
              <a:ext uri="{FF2B5EF4-FFF2-40B4-BE49-F238E27FC236}">
                <a16:creationId xmlns:a16="http://schemas.microsoft.com/office/drawing/2014/main" id="{72A39213-A894-8BD6-96C5-FFEEA7D99051}"/>
              </a:ext>
            </a:extLst>
          </p:cNvPr>
          <p:cNvSpPr txBox="1"/>
          <p:nvPr/>
        </p:nvSpPr>
        <p:spPr>
          <a:xfrm>
            <a:off x="4749426" y="24409"/>
            <a:ext cx="3600805" cy="338554"/>
          </a:xfrm>
          <a:prstGeom prst="rect">
            <a:avLst/>
          </a:prstGeom>
          <a:noFill/>
        </p:spPr>
        <p:txBody>
          <a:bodyPr wrap="square">
            <a:spAutoFit/>
          </a:bodyPr>
          <a:lstStyle/>
          <a:p>
            <a:pPr algn="l">
              <a:spcBef>
                <a:spcPts val="1255"/>
              </a:spcBef>
              <a:spcAft>
                <a:spcPts val="0"/>
              </a:spcAft>
            </a:pPr>
            <a:r>
              <a:rPr lang="fr-FR" sz="1600" b="1" u="sng"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Le</a:t>
            </a:r>
            <a:r>
              <a:rPr lang="fr-FR" sz="1600" b="1" u="sng" spc="-10"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 </a:t>
            </a:r>
            <a:r>
              <a:rPr lang="fr-FR" sz="1600" b="1" u="sng"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code</a:t>
            </a:r>
            <a:r>
              <a:rPr lang="fr-FR" sz="1600" b="1" u="sng" spc="-5"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 </a:t>
            </a:r>
            <a:r>
              <a:rPr lang="fr-FR" sz="1600" b="1" u="sng"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de</a:t>
            </a:r>
            <a:r>
              <a:rPr lang="fr-FR" sz="1600" b="1" u="sng" spc="5"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 </a:t>
            </a:r>
            <a:r>
              <a:rPr lang="fr-FR" sz="1600" b="1" u="sng" spc="-10"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ChercheBar.js</a:t>
            </a:r>
            <a:endParaRPr lang="fr-FR"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9" name="Textbox 39">
            <a:extLst>
              <a:ext uri="{FF2B5EF4-FFF2-40B4-BE49-F238E27FC236}">
                <a16:creationId xmlns:a16="http://schemas.microsoft.com/office/drawing/2014/main" id="{C2F4C98D-6C22-6F52-4B34-7E2192F95007}"/>
              </a:ext>
            </a:extLst>
          </p:cNvPr>
          <p:cNvSpPr txBox="1">
            <a:spLocks/>
          </p:cNvSpPr>
          <p:nvPr/>
        </p:nvSpPr>
        <p:spPr>
          <a:xfrm>
            <a:off x="4689605" y="341697"/>
            <a:ext cx="4472329" cy="3761738"/>
          </a:xfrm>
          <a:prstGeom prst="rect">
            <a:avLst/>
          </a:prstGeom>
          <a:solidFill>
            <a:srgbClr val="1E1E1E"/>
          </a:solidFill>
        </p:spPr>
        <p:txBody>
          <a:bodyPr wrap="none" lIns="0" tIns="0" rIns="0" bIns="0" rtlCol="0">
            <a:noAutofit/>
          </a:bodyPr>
          <a:lstStyle/>
          <a:p>
            <a:pPr marL="17780" marR="2588895" algn="l">
              <a:lnSpc>
                <a:spcPct val="115000"/>
              </a:lnSpc>
              <a:spcAft>
                <a:spcPts val="0"/>
              </a:spcAft>
            </a:pP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 </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 </a:t>
            </a:r>
            <a:r>
              <a:rPr lang="en-US"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 </a:t>
            </a:r>
            <a:r>
              <a:rPr lang="en-US"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7780" marR="2588895" algn="l">
              <a:lnSpc>
                <a:spcPct val="115000"/>
              </a:lnSpc>
              <a:spcAft>
                <a:spcPts val="0"/>
              </a:spcAft>
            </a:pP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export</a:t>
            </a:r>
            <a:r>
              <a:rPr lang="en-US" sz="1100" spc="-4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default</a:t>
            </a:r>
            <a:r>
              <a:rPr lang="en-US" sz="1100" spc="-5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function</a:t>
            </a:r>
            <a:r>
              <a:rPr lang="en-US" sz="1100" spc="-4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ChercheBar</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props</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26390" marR="2820670" indent="-154305" algn="l">
              <a:lnSpc>
                <a:spcPct val="115000"/>
              </a:lnSpc>
              <a:spcAft>
                <a:spcPts val="0"/>
              </a:spcAft>
            </a:pP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const </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4FC1FF"/>
                </a:solidFill>
                <a:effectLst/>
                <a:latin typeface="Consolas" panose="020B0609020204030204" pitchFamily="49" charset="0"/>
                <a:ea typeface="Consolas" panose="020B0609020204030204" pitchFamily="49" charset="0"/>
                <a:cs typeface="Consolas" panose="020B0609020204030204" pitchFamily="49" charset="0"/>
              </a:rPr>
              <a:t>term</a:t>
            </a:r>
            <a:r>
              <a:rPr lang="en-US"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setTerm</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useState</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326390" marR="2820670" indent="-154305" algn="l">
              <a:lnSpc>
                <a:spcPct val="115000"/>
              </a:lnSpc>
              <a:spcAft>
                <a:spcPts val="0"/>
              </a:spcAft>
            </a:pP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function</a:t>
            </a:r>
            <a:r>
              <a:rPr lang="en-US" sz="1100" spc="-15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onChercheSubmitBar</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event</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402590" marR="2820670" indent="77470" algn="l">
              <a:lnSpc>
                <a:spcPct val="115000"/>
              </a:lnSpc>
              <a:spcAft>
                <a:spcPts val="0"/>
              </a:spcAft>
            </a:pP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event</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preventDefault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props</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onChercheSubmit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term</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26390" algn="l"/>
            <a:r>
              <a:rPr lang="en-US"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72085" algn="l">
              <a:spcBef>
                <a:spcPts val="165"/>
              </a:spcBef>
              <a:spcAft>
                <a:spcPts val="0"/>
              </a:spcAft>
            </a:pPr>
            <a:r>
              <a:rPr lang="en-US" sz="110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return</a:t>
            </a:r>
            <a:r>
              <a:rPr lang="en-US" sz="1100" spc="-3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26390" algn="l">
              <a:spcBef>
                <a:spcPts val="200"/>
              </a:spcBef>
              <a:spcAft>
                <a:spcPts val="0"/>
              </a:spcAft>
            </a:pPr>
            <a:r>
              <a:rPr lang="en-US"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100" spc="-2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className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"Child"</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446088" algn="l">
              <a:spcBef>
                <a:spcPts val="185"/>
              </a:spcBef>
              <a:spcAft>
                <a:spcPts val="0"/>
              </a:spcAft>
            </a:pPr>
            <a:r>
              <a:rPr lang="en-US"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form</a:t>
            </a:r>
            <a:r>
              <a:rPr lang="en-US" sz="1100" spc="-4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onSubmit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event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=&gt;</a:t>
            </a:r>
            <a:r>
              <a:rPr lang="en-US" sz="1100" spc="-1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onChercheSubmitBar</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event</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480060" algn="l">
              <a:spcBef>
                <a:spcPts val="190"/>
              </a:spcBef>
              <a:spcAft>
                <a:spcPts val="0"/>
              </a:spcAft>
            </a:pP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fr-FR"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h2</a:t>
            </a: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composant</a:t>
            </a:r>
            <a:r>
              <a:rPr lang="fr-FR" sz="1100" spc="-8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ChercheBar</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h2</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480060" algn="l">
              <a:spcBef>
                <a:spcPts val="200"/>
              </a:spcBef>
              <a:spcAft>
                <a:spcPts val="0"/>
              </a:spcAft>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33730" algn="l">
              <a:spcBef>
                <a:spcPts val="190"/>
              </a:spcBef>
              <a:spcAft>
                <a:spcPts val="0"/>
              </a:spcAft>
            </a:pP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fr-FR"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fr-FR"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Entrer</a:t>
            </a:r>
            <a:r>
              <a:rPr lang="fr-FR" sz="1100" spc="-3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le</a:t>
            </a:r>
            <a:r>
              <a:rPr lang="fr-FR" sz="1100" spc="-3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mot</a:t>
            </a:r>
            <a:r>
              <a:rPr lang="fr-FR" sz="110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clé</a:t>
            </a:r>
            <a:r>
              <a:rPr lang="fr-FR" sz="110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de</a:t>
            </a:r>
            <a:r>
              <a:rPr lang="fr-FR" sz="110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recherche:</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label</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7780" indent="615950" algn="l">
              <a:lnSpc>
                <a:spcPct val="115000"/>
              </a:lnSpc>
              <a:spcBef>
                <a:spcPts val="200"/>
              </a:spcBef>
              <a:spcAft>
                <a:spcPts val="0"/>
              </a:spcAft>
            </a:pPr>
            <a:r>
              <a:rPr lang="en-US"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input </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"text" </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4FC1FF"/>
                </a:solidFill>
                <a:effectLst/>
                <a:latin typeface="Consolas" panose="020B0609020204030204" pitchFamily="49" charset="0"/>
                <a:ea typeface="Consolas" panose="020B0609020204030204" pitchFamily="49" charset="0"/>
                <a:cs typeface="Consolas" panose="020B0609020204030204" pitchFamily="49" charset="0"/>
              </a:rPr>
              <a:t>term</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p>
          <a:p>
            <a:pPr marL="17780" indent="615950" algn="l">
              <a:lnSpc>
                <a:spcPct val="115000"/>
              </a:lnSpc>
              <a:spcBef>
                <a:spcPts val="200"/>
              </a:spcBef>
              <a:spcAft>
                <a:spcPts val="0"/>
              </a:spcAft>
            </a:pP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onChange</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event</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=&gt;</a:t>
            </a:r>
          </a:p>
          <a:p>
            <a:pPr marL="17780" indent="615950" algn="l">
              <a:lnSpc>
                <a:spcPct val="115000"/>
              </a:lnSpc>
              <a:spcBef>
                <a:spcPts val="200"/>
              </a:spcBef>
              <a:spcAft>
                <a:spcPts val="0"/>
              </a:spcAft>
            </a:pPr>
            <a:r>
              <a:rPr lang="en-US" sz="1100" dirty="0">
                <a:solidFill>
                  <a:srgbClr val="DCDCAA"/>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setTerm</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event</a:t>
            </a:r>
            <a:r>
              <a:rPr lang="en-US"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target</a:t>
            </a:r>
            <a:r>
              <a:rPr lang="en-US"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toUpperCase</a:t>
            </a:r>
            <a:r>
              <a:rPr lang="en-US" sz="110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5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480060" algn="l"/>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480060" algn="l">
              <a:spcBef>
                <a:spcPts val="190"/>
              </a:spcBef>
              <a:spcAft>
                <a:spcPts val="0"/>
              </a:spcAft>
            </a:pPr>
            <a:r>
              <a:rPr lang="en-US" sz="110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en-US" sz="110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button</a:t>
            </a:r>
            <a:r>
              <a:rPr lang="en-US" sz="1100" spc="-4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type</a:t>
            </a:r>
            <a:r>
              <a:rPr lang="en-US" sz="110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"submit"</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10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chercher</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button</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480060" algn="l">
              <a:spcBef>
                <a:spcPts val="200"/>
              </a:spcBef>
              <a:spcAft>
                <a:spcPts val="0"/>
              </a:spcAft>
            </a:pP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form</a:t>
            </a:r>
            <a:r>
              <a:rPr lang="en-US"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26390" algn="l">
              <a:spcBef>
                <a:spcPts val="190"/>
              </a:spcBef>
              <a:spcAft>
                <a:spcPts val="0"/>
              </a:spcAft>
            </a:pP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10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10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10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10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23" name="ZoneTexte 22">
            <a:extLst>
              <a:ext uri="{FF2B5EF4-FFF2-40B4-BE49-F238E27FC236}">
                <a16:creationId xmlns:a16="http://schemas.microsoft.com/office/drawing/2014/main" id="{534950FD-EA2C-7048-D835-56C7F05429CD}"/>
              </a:ext>
            </a:extLst>
          </p:cNvPr>
          <p:cNvSpPr txBox="1"/>
          <p:nvPr/>
        </p:nvSpPr>
        <p:spPr>
          <a:xfrm>
            <a:off x="4749426" y="4112203"/>
            <a:ext cx="3193094" cy="338554"/>
          </a:xfrm>
          <a:prstGeom prst="rect">
            <a:avLst/>
          </a:prstGeom>
          <a:noFill/>
        </p:spPr>
        <p:txBody>
          <a:bodyPr wrap="square">
            <a:spAutoFit/>
          </a:bodyPr>
          <a:lstStyle/>
          <a:p>
            <a:pPr algn="l">
              <a:spcBef>
                <a:spcPts val="205"/>
              </a:spcBef>
              <a:spcAft>
                <a:spcPts val="0"/>
              </a:spcAft>
            </a:pPr>
            <a:r>
              <a:rPr lang="fr-FR" sz="1600" b="1" u="sng"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Le</a:t>
            </a:r>
            <a:r>
              <a:rPr lang="fr-FR" sz="1600" b="1" u="sng" spc="-10"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 </a:t>
            </a:r>
            <a:r>
              <a:rPr lang="fr-FR" sz="1600" b="1" u="sng"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code</a:t>
            </a:r>
            <a:r>
              <a:rPr lang="fr-FR" sz="1600" b="1" u="sng" spc="-5"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 </a:t>
            </a:r>
            <a:r>
              <a:rPr lang="fr-FR" sz="1600" b="1" u="sng"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de</a:t>
            </a:r>
            <a:r>
              <a:rPr lang="fr-FR" sz="1600" b="1" u="sng" spc="5"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 </a:t>
            </a:r>
            <a:r>
              <a:rPr lang="fr-FR" sz="1600" b="1" u="sng" spc="-10"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ResultatList.js</a:t>
            </a:r>
            <a:endParaRPr lang="fr-FR"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27" name="Textbox 40">
            <a:extLst>
              <a:ext uri="{FF2B5EF4-FFF2-40B4-BE49-F238E27FC236}">
                <a16:creationId xmlns:a16="http://schemas.microsoft.com/office/drawing/2014/main" id="{8423639A-4BAA-71F2-043E-02AA69C93D8D}"/>
              </a:ext>
            </a:extLst>
          </p:cNvPr>
          <p:cNvSpPr txBox="1">
            <a:spLocks/>
          </p:cNvSpPr>
          <p:nvPr/>
        </p:nvSpPr>
        <p:spPr>
          <a:xfrm>
            <a:off x="4689605" y="4400372"/>
            <a:ext cx="4472329" cy="2369421"/>
          </a:xfrm>
          <a:prstGeom prst="rect">
            <a:avLst/>
          </a:prstGeom>
          <a:solidFill>
            <a:srgbClr val="1E1E1E"/>
          </a:solidFill>
        </p:spPr>
        <p:txBody>
          <a:bodyPr wrap="none" lIns="0" tIns="0" rIns="0" bIns="0" rtlCol="0">
            <a:noAutofit/>
          </a:bodyPr>
          <a:lstStyle/>
          <a:p>
            <a:pPr marL="17780" algn="l">
              <a:spcBef>
                <a:spcPts val="185"/>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import</a:t>
            </a:r>
            <a:r>
              <a:rPr lang="en-US" sz="1050" spc="-2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React</a:t>
            </a:r>
            <a:r>
              <a:rPr lang="en-US" sz="1050" spc="-2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from</a:t>
            </a:r>
            <a:r>
              <a:rPr lang="en-US" sz="1050" spc="-2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"react"</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64465" marR="2588895" indent="-146685" algn="l">
              <a:lnSpc>
                <a:spcPct val="115000"/>
              </a:lnSpc>
              <a:spcBef>
                <a:spcPts val="200"/>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export</a:t>
            </a:r>
            <a:r>
              <a:rPr lang="en-US" sz="1050" spc="-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default</a:t>
            </a:r>
            <a:r>
              <a:rPr lang="en-US" sz="1050" spc="-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function</a:t>
            </a:r>
            <a:r>
              <a:rPr lang="en-US" sz="1050" spc="-4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ResultatList</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props</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5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p>
          <a:p>
            <a:pPr marL="164465" marR="2588895" indent="-146685" algn="l">
              <a:lnSpc>
                <a:spcPct val="115000"/>
              </a:lnSpc>
              <a:spcBef>
                <a:spcPts val="200"/>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return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311150" algn="l">
              <a:lnSpc>
                <a:spcPts val="1220"/>
              </a:lnSpc>
              <a:spcBef>
                <a:spcPts val="200"/>
              </a:spcBef>
              <a:spcAft>
                <a:spcPts val="0"/>
              </a:spcAft>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2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className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"Child"</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457200" algn="l">
              <a:spcBef>
                <a:spcPts val="195"/>
              </a:spcBef>
              <a:spcAft>
                <a:spcPts val="0"/>
              </a:spcAft>
            </a:pP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h1</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composant</a:t>
            </a:r>
            <a:r>
              <a:rPr lang="en-US" sz="1050" spc="-9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ResultatList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h1</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457200" algn="l">
              <a:spcBef>
                <a:spcPts val="200"/>
              </a:spcBef>
            </a:pPr>
            <a:r>
              <a:rPr lang="fr-FR"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fr-FR" sz="105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props</a:t>
            </a:r>
            <a:r>
              <a:rPr lang="fr-FR" sz="105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resultats</a:t>
            </a:r>
            <a:r>
              <a:rPr lang="fr-FR" sz="105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length</a:t>
            </a:r>
            <a:r>
              <a:rPr lang="fr-FR" sz="1050" spc="-35"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 </a:t>
            </a:r>
            <a:r>
              <a:rPr lang="fr-FR"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3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050" dirty="0">
                <a:solidFill>
                  <a:srgbClr val="B5CEA8"/>
                </a:solidFill>
                <a:effectLst/>
                <a:latin typeface="Consolas" panose="020B0609020204030204" pitchFamily="49" charset="0"/>
                <a:ea typeface="Consolas" panose="020B0609020204030204" pitchFamily="49" charset="0"/>
                <a:cs typeface="Consolas" panose="020B0609020204030204" pitchFamily="49" charset="0"/>
              </a:rPr>
              <a:t>0</a:t>
            </a:r>
            <a:r>
              <a:rPr lang="fr-FR" sz="1050" spc="-20" dirty="0">
                <a:solidFill>
                  <a:srgbClr val="B5CEA8"/>
                </a:solidFill>
                <a:effectLst/>
                <a:latin typeface="Consolas" panose="020B0609020204030204" pitchFamily="49" charset="0"/>
                <a:ea typeface="Consolas" panose="020B0609020204030204" pitchFamily="49" charset="0"/>
                <a:cs typeface="Consolas" panose="020B0609020204030204" pitchFamily="49" charset="0"/>
              </a:rPr>
              <a:t> </a:t>
            </a:r>
            <a:r>
              <a:rPr lang="fr-FR"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3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p</a:t>
            </a:r>
            <a:r>
              <a:rPr lang="fr-FR"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pas</a:t>
            </a:r>
            <a:r>
              <a:rPr lang="fr-FR" sz="105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de</a:t>
            </a:r>
            <a:r>
              <a:rPr lang="fr-FR" sz="105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fr-FR"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resultats</a:t>
            </a: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p</a:t>
            </a: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457200" algn="l">
              <a:spcBef>
                <a:spcPts val="185"/>
              </a:spcBef>
              <a:spcAft>
                <a:spcPts val="0"/>
              </a:spcAft>
            </a:pP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className</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CE9178"/>
                </a:solidFill>
                <a:effectLst/>
                <a:latin typeface="Consolas" panose="020B0609020204030204" pitchFamily="49" charset="0"/>
                <a:ea typeface="Consolas" panose="020B0609020204030204" pitchFamily="49" charset="0"/>
                <a:cs typeface="Consolas" panose="020B0609020204030204" pitchFamily="49" charset="0"/>
              </a:rPr>
              <a:t>"list"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749935" algn="l">
              <a:spcBef>
                <a:spcPts val="195"/>
              </a:spcBef>
              <a:spcAft>
                <a:spcPts val="0"/>
              </a:spcAft>
            </a:pPr>
            <a:r>
              <a:rPr lang="en-US" sz="1050" spc="-2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2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ul</a:t>
            </a:r>
            <a:r>
              <a:rPr lang="en-US" sz="1050" spc="-2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props</a:t>
            </a:r>
            <a:r>
              <a:rPr lang="en-US" sz="105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resultats</a:t>
            </a:r>
            <a:r>
              <a:rPr lang="en-US" sz="105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err="1">
                <a:solidFill>
                  <a:srgbClr val="DCDCAA"/>
                </a:solidFill>
                <a:effectLst/>
                <a:latin typeface="Consolas" panose="020B0609020204030204" pitchFamily="49" charset="0"/>
                <a:ea typeface="Consolas" panose="020B0609020204030204" pitchFamily="49" charset="0"/>
                <a:cs typeface="Consolas" panose="020B0609020204030204" pitchFamily="49" charset="0"/>
              </a:rPr>
              <a:t>map</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item</a:t>
            </a:r>
            <a:r>
              <a:rPr lang="en-US" sz="10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8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=&gt;</a:t>
            </a:r>
            <a:r>
              <a:rPr lang="en-US" sz="1050" spc="-6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1043940" algn="l">
              <a:spcBef>
                <a:spcPts val="185"/>
              </a:spcBef>
              <a:spcAft>
                <a:spcPts val="0"/>
              </a:spcAft>
            </a:pPr>
            <a:r>
              <a:rPr lang="en-US" sz="1050"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return</a:t>
            </a:r>
            <a:r>
              <a:rPr lang="en-US" sz="1050" spc="-15" dirty="0">
                <a:solidFill>
                  <a:srgbClr val="C585C0"/>
                </a:solidFill>
                <a:effectLst/>
                <a:latin typeface="Consolas" panose="020B0609020204030204" pitchFamily="49" charset="0"/>
                <a:ea typeface="Consolas" panose="020B0609020204030204" pitchFamily="49" charset="0"/>
                <a:cs typeface="Consolas" panose="020B0609020204030204" pitchFamily="49" charset="0"/>
              </a:rPr>
              <a:t> </a:t>
            </a:r>
            <a:r>
              <a:rPr lang="en-US" sz="105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li</a:t>
            </a:r>
            <a:r>
              <a:rPr lang="en-US" sz="1050" spc="-2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 </a:t>
            </a:r>
            <a:r>
              <a:rPr lang="en-US" sz="1050" spc="-10" dirty="0">
                <a:solidFill>
                  <a:srgbClr val="9CDCFD"/>
                </a:solidFill>
                <a:effectLst/>
                <a:latin typeface="Consolas" panose="020B0609020204030204" pitchFamily="49" charset="0"/>
                <a:ea typeface="Consolas" panose="020B0609020204030204" pitchFamily="49" charset="0"/>
                <a:cs typeface="Consolas" panose="020B0609020204030204" pitchFamily="49" charset="0"/>
              </a:rPr>
              <a:t>key</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item</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item</a:t>
            </a:r>
            <a:r>
              <a:rPr lang="en-US" sz="1050" spc="-10" dirty="0" err="1">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err="1">
                <a:solidFill>
                  <a:srgbClr val="9CDCFD"/>
                </a:solidFill>
                <a:effectLst/>
                <a:latin typeface="Consolas" panose="020B0609020204030204" pitchFamily="49" charset="0"/>
                <a:ea typeface="Consolas" panose="020B0609020204030204" pitchFamily="49" charset="0"/>
                <a:cs typeface="Consolas" panose="020B0609020204030204" pitchFamily="49" charset="0"/>
              </a:rPr>
              <a:t>nom</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en-US"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li</a:t>
            </a:r>
            <a:r>
              <a:rPr lang="en-US"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en-US" sz="1050" spc="-1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2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R="4859020" algn="l">
              <a:spcBef>
                <a:spcPts val="200"/>
              </a:spcBef>
            </a:pP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fr-FR" sz="1050" spc="-10" dirty="0" err="1">
                <a:solidFill>
                  <a:srgbClr val="559CD5"/>
                </a:solidFill>
                <a:effectLst/>
                <a:latin typeface="Consolas" panose="020B0609020204030204" pitchFamily="49" charset="0"/>
                <a:ea typeface="Consolas" panose="020B0609020204030204" pitchFamily="49" charset="0"/>
                <a:cs typeface="Consolas" panose="020B0609020204030204" pitchFamily="49" charset="0"/>
              </a:rPr>
              <a:t>ul</a:t>
            </a: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endParaRPr lang="fr-FR" sz="1050" dirty="0">
              <a:effectLst/>
              <a:latin typeface="Consolas" panose="020B0609020204030204" pitchFamily="49" charset="0"/>
              <a:ea typeface="Consolas" panose="020B0609020204030204" pitchFamily="49" charset="0"/>
              <a:cs typeface="Consolas" panose="020B0609020204030204" pitchFamily="49" charset="0"/>
            </a:endParaRPr>
          </a:p>
          <a:p>
            <a:pPr marL="47625" marR="4375785" algn="l">
              <a:spcBef>
                <a:spcPts val="195"/>
              </a:spcBef>
              <a:spcAft>
                <a:spcPts val="0"/>
              </a:spcAft>
            </a:pP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          &lt;/</a:t>
            </a:r>
            <a:r>
              <a:rPr lang="fr-FR"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05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25"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47625" marR="4962525" algn="l">
              <a:spcBef>
                <a:spcPts val="195"/>
              </a:spcBef>
              <a:spcAft>
                <a:spcPts val="0"/>
              </a:spcAft>
            </a:pP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&lt;/</a:t>
            </a:r>
            <a:r>
              <a:rPr lang="fr-FR" sz="1050" spc="-10" dirty="0">
                <a:solidFill>
                  <a:srgbClr val="559CD5"/>
                </a:solidFill>
                <a:effectLst/>
                <a:latin typeface="Consolas" panose="020B0609020204030204" pitchFamily="49" charset="0"/>
                <a:ea typeface="Consolas" panose="020B0609020204030204" pitchFamily="49" charset="0"/>
                <a:cs typeface="Consolas" panose="020B0609020204030204" pitchFamily="49" charset="0"/>
              </a:rPr>
              <a:t>div</a:t>
            </a:r>
            <a:r>
              <a:rPr lang="fr-FR" sz="1050" spc="-10" dirty="0">
                <a:solidFill>
                  <a:srgbClr val="808080"/>
                </a:solidFill>
                <a:effectLst/>
                <a:latin typeface="Consolas" panose="020B0609020204030204" pitchFamily="49" charset="0"/>
                <a:ea typeface="Consolas" panose="020B0609020204030204" pitchFamily="49" charset="0"/>
                <a:cs typeface="Consolas" panose="020B0609020204030204" pitchFamily="49" charset="0"/>
              </a:rPr>
              <a:t>&gt;</a:t>
            </a:r>
            <a:r>
              <a:rPr lang="fr-FR" sz="1050" spc="-25"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r>
              <a:rPr lang="fr-FR" sz="1050" spc="-50" dirty="0">
                <a:solidFill>
                  <a:srgbClr val="D3D3D3"/>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4405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23" grpId="0"/>
      <p:bldP spid="27"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5" name="ZoneTexte 14">
            <a:extLst>
              <a:ext uri="{FF2B5EF4-FFF2-40B4-BE49-F238E27FC236}">
                <a16:creationId xmlns:a16="http://schemas.microsoft.com/office/drawing/2014/main" id="{887CE39A-46A0-3F4C-610F-6680151FE471}"/>
              </a:ext>
            </a:extLst>
          </p:cNvPr>
          <p:cNvSpPr txBox="1"/>
          <p:nvPr/>
        </p:nvSpPr>
        <p:spPr>
          <a:xfrm>
            <a:off x="379444" y="101442"/>
            <a:ext cx="3129300" cy="338554"/>
          </a:xfrm>
          <a:prstGeom prst="rect">
            <a:avLst/>
          </a:prstGeom>
          <a:noFill/>
        </p:spPr>
        <p:txBody>
          <a:bodyPr wrap="square">
            <a:spAutoFit/>
          </a:bodyPr>
          <a:lstStyle/>
          <a:p>
            <a:pPr algn="l">
              <a:spcBef>
                <a:spcPts val="205"/>
              </a:spcBef>
              <a:spcAft>
                <a:spcPts val="0"/>
              </a:spcAft>
            </a:pPr>
            <a:r>
              <a:rPr lang="fr-FR" sz="1600" b="1" u="sng"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Explication du code</a:t>
            </a:r>
            <a:endParaRPr lang="fr-FR" sz="1400" dirty="0">
              <a:solidFill>
                <a:schemeClr val="accent5">
                  <a:lumMod val="50000"/>
                </a:schemeClr>
              </a:solidFill>
            </a:endParaRPr>
          </a:p>
        </p:txBody>
      </p:sp>
      <p:pic>
        <p:nvPicPr>
          <p:cNvPr id="2" name="Image 1">
            <a:extLst>
              <a:ext uri="{FF2B5EF4-FFF2-40B4-BE49-F238E27FC236}">
                <a16:creationId xmlns:a16="http://schemas.microsoft.com/office/drawing/2014/main" id="{1287FE0A-6216-98DD-E6B3-C98CFC0F10F7}"/>
              </a:ext>
            </a:extLst>
          </p:cNvPr>
          <p:cNvPicPr>
            <a:picLocks/>
          </p:cNvPicPr>
          <p:nvPr/>
        </p:nvPicPr>
        <p:blipFill>
          <a:blip r:embed="rId3" cstate="print"/>
          <a:stretch>
            <a:fillRect/>
          </a:stretch>
        </p:blipFill>
        <p:spPr>
          <a:xfrm>
            <a:off x="457200" y="439996"/>
            <a:ext cx="8463516" cy="5822580"/>
          </a:xfrm>
          <a:prstGeom prst="rect">
            <a:avLst/>
          </a:prstGeom>
        </p:spPr>
      </p:pic>
    </p:spTree>
    <p:extLst>
      <p:ext uri="{BB962C8B-B14F-4D97-AF65-F5344CB8AC3E}">
        <p14:creationId xmlns:p14="http://schemas.microsoft.com/office/powerpoint/2010/main" val="41062607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5" name="ZoneTexte 14">
            <a:extLst>
              <a:ext uri="{FF2B5EF4-FFF2-40B4-BE49-F238E27FC236}">
                <a16:creationId xmlns:a16="http://schemas.microsoft.com/office/drawing/2014/main" id="{887CE39A-46A0-3F4C-610F-6680151FE471}"/>
              </a:ext>
            </a:extLst>
          </p:cNvPr>
          <p:cNvSpPr txBox="1"/>
          <p:nvPr/>
        </p:nvSpPr>
        <p:spPr>
          <a:xfrm>
            <a:off x="379444" y="101442"/>
            <a:ext cx="3129300" cy="338554"/>
          </a:xfrm>
          <a:prstGeom prst="rect">
            <a:avLst/>
          </a:prstGeom>
          <a:noFill/>
        </p:spPr>
        <p:txBody>
          <a:bodyPr wrap="square">
            <a:spAutoFit/>
          </a:bodyPr>
          <a:lstStyle/>
          <a:p>
            <a:pPr algn="l">
              <a:spcBef>
                <a:spcPts val="205"/>
              </a:spcBef>
              <a:spcAft>
                <a:spcPts val="0"/>
              </a:spcAft>
            </a:pPr>
            <a:r>
              <a:rPr lang="fr-FR" sz="1600" b="1" u="sng" dirty="0">
                <a:solidFill>
                  <a:srgbClr val="C00000"/>
                </a:solidFill>
                <a:effectLst/>
                <a:uFill>
                  <a:solidFill>
                    <a:srgbClr val="C00000"/>
                  </a:solidFill>
                </a:uFill>
                <a:latin typeface="Calibri" panose="020F0502020204030204" pitchFamily="34" charset="0"/>
                <a:ea typeface="Consolas" panose="020B0609020204030204" pitchFamily="49" charset="0"/>
                <a:cs typeface="Consolas" panose="020B0609020204030204" pitchFamily="49" charset="0"/>
              </a:rPr>
              <a:t>Explication du code</a:t>
            </a:r>
            <a:endParaRPr lang="fr-FR" sz="1400" dirty="0">
              <a:solidFill>
                <a:schemeClr val="accent5">
                  <a:lumMod val="50000"/>
                </a:schemeClr>
              </a:solidFill>
            </a:endParaRPr>
          </a:p>
        </p:txBody>
      </p:sp>
      <p:pic>
        <p:nvPicPr>
          <p:cNvPr id="3" name="Image 2">
            <a:extLst>
              <a:ext uri="{FF2B5EF4-FFF2-40B4-BE49-F238E27FC236}">
                <a16:creationId xmlns:a16="http://schemas.microsoft.com/office/drawing/2014/main" id="{4EA5023F-BFC8-E4A1-1689-6EC6D747DCBD}"/>
              </a:ext>
            </a:extLst>
          </p:cNvPr>
          <p:cNvPicPr>
            <a:picLocks/>
          </p:cNvPicPr>
          <p:nvPr/>
        </p:nvPicPr>
        <p:blipFill>
          <a:blip r:embed="rId3" cstate="print"/>
          <a:stretch>
            <a:fillRect/>
          </a:stretch>
        </p:blipFill>
        <p:spPr>
          <a:xfrm>
            <a:off x="148858" y="872560"/>
            <a:ext cx="8761228" cy="5262425"/>
          </a:xfrm>
          <a:prstGeom prst="rect">
            <a:avLst/>
          </a:prstGeom>
        </p:spPr>
      </p:pic>
    </p:spTree>
    <p:extLst>
      <p:ext uri="{BB962C8B-B14F-4D97-AF65-F5344CB8AC3E}">
        <p14:creationId xmlns:p14="http://schemas.microsoft.com/office/powerpoint/2010/main" val="34884411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F49F634F-35A1-D82A-CA54-C51F393F9527}"/>
              </a:ext>
            </a:extLst>
          </p:cNvPr>
          <p:cNvSpPr/>
          <p:nvPr/>
        </p:nvSpPr>
        <p:spPr>
          <a:xfrm>
            <a:off x="5154892" y="4547362"/>
            <a:ext cx="3779558" cy="1219200"/>
          </a:xfrm>
          <a:prstGeom prst="rect">
            <a:avLst/>
          </a:prstGeom>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16" name="Rectangle 15">
            <a:extLst>
              <a:ext uri="{FF2B5EF4-FFF2-40B4-BE49-F238E27FC236}">
                <a16:creationId xmlns:a16="http://schemas.microsoft.com/office/drawing/2014/main" id="{1AAE56E6-9F18-3D88-D66F-B4047E511720}"/>
              </a:ext>
            </a:extLst>
          </p:cNvPr>
          <p:cNvSpPr/>
          <p:nvPr/>
        </p:nvSpPr>
        <p:spPr>
          <a:xfrm>
            <a:off x="685799" y="4727448"/>
            <a:ext cx="3845101" cy="1257300"/>
          </a:xfrm>
          <a:prstGeom prst="rect">
            <a:avLst/>
          </a:prstGeom>
          <a:ln w="28575"/>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 Formulaires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607539"/>
          </a:xfrm>
          <a:prstGeom prst="rect">
            <a:avLst/>
          </a:prstGeom>
          <a:noFill/>
        </p:spPr>
        <p:txBody>
          <a:bodyPr wrap="square">
            <a:spAutoFit/>
          </a:bodyPr>
          <a:lstStyle/>
          <a:p>
            <a:pPr marR="526415" algn="just">
              <a:lnSpc>
                <a:spcPct val="107000"/>
              </a:lnSpc>
              <a:spcBef>
                <a:spcPts val="580"/>
              </a:spcBef>
              <a:spcAft>
                <a:spcPts val="0"/>
              </a:spcAft>
            </a:pPr>
            <a:r>
              <a:rPr lang="fr-FR" dirty="0">
                <a:latin typeface="+mn-lt"/>
              </a:rPr>
              <a:t>Un </a:t>
            </a:r>
            <a:r>
              <a:rPr lang="fr-FR" b="1" dirty="0">
                <a:latin typeface="+mn-lt"/>
              </a:rPr>
              <a:t>formulaire </a:t>
            </a:r>
            <a:r>
              <a:rPr lang="fr-FR" b="1" dirty="0" err="1">
                <a:latin typeface="+mn-lt"/>
              </a:rPr>
              <a:t>React</a:t>
            </a:r>
            <a:r>
              <a:rPr lang="fr-FR" dirty="0">
                <a:latin typeface="+mn-lt"/>
              </a:rPr>
              <a:t> est un composant qui permet de gérer la saisie d’informations par l’utilisateur (champs texte, cases à cocher, boutons radio, etc.) et de traiter ces données.</a:t>
            </a:r>
            <a:endParaRPr lang="fr-FR" b="1" kern="0" spc="-5" dirty="0">
              <a:solidFill>
                <a:schemeClr val="accent5">
                  <a:lumMod val="50000"/>
                </a:schemeClr>
              </a:solidFill>
              <a:latin typeface="+mn-lt"/>
              <a:ea typeface="Calibri" panose="020F0502020204030204" pitchFamily="34" charset="0"/>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3" name="ZoneTexte 12">
            <a:extLst>
              <a:ext uri="{FF2B5EF4-FFF2-40B4-BE49-F238E27FC236}">
                <a16:creationId xmlns:a16="http://schemas.microsoft.com/office/drawing/2014/main" id="{06D925A9-F56D-CCEC-1042-1E72DC39044F}"/>
              </a:ext>
            </a:extLst>
          </p:cNvPr>
          <p:cNvSpPr txBox="1"/>
          <p:nvPr/>
        </p:nvSpPr>
        <p:spPr>
          <a:xfrm>
            <a:off x="102907" y="1478077"/>
            <a:ext cx="4427993" cy="5016758"/>
          </a:xfrm>
          <a:prstGeom prst="rect">
            <a:avLst/>
          </a:prstGeom>
          <a:noFill/>
          <a:ln>
            <a:solidFill>
              <a:schemeClr val="accent5">
                <a:lumMod val="50000"/>
              </a:schemeClr>
            </a:solidFill>
          </a:ln>
        </p:spPr>
        <p:txBody>
          <a:bodyPr wrap="square">
            <a:spAutoFit/>
          </a:bodyPr>
          <a:lstStyle/>
          <a:p>
            <a:pPr marR="0" algn="l" rtl="0"/>
            <a:r>
              <a:rPr lang="fr-FR" sz="1200" b="1" i="0" u="none" strike="noStrike" baseline="0" dirty="0">
                <a:latin typeface="Calibri" panose="020F0502020204030204" pitchFamily="34" charset="0"/>
                <a:ea typeface="Calibri" panose="020F0502020204030204" pitchFamily="34" charset="0"/>
              </a:rPr>
              <a:t>Méthode 1 : Composant de classe</a:t>
            </a:r>
          </a:p>
          <a:p>
            <a:pPr marR="0" algn="l" rtl="0"/>
            <a:endParaRPr lang="fr-FR" sz="800" b="1" i="0" u="none" strike="noStrike" baseline="0" dirty="0">
              <a:latin typeface="Calibri" panose="020F0502020204030204" pitchFamily="34" charset="0"/>
              <a:ea typeface="Calibri" panose="020F0502020204030204" pitchFamily="34" charset="0"/>
            </a:endParaRPr>
          </a:p>
          <a:p>
            <a:pPr marR="0" algn="l" rtl="0"/>
            <a:r>
              <a:rPr lang="fr-FR" sz="1000" b="0" i="1" u="sng" strike="noStrike" baseline="0" dirty="0">
                <a:latin typeface="Consolas" panose="020B0609020204030204" pitchFamily="49" charset="0"/>
              </a:rPr>
              <a:t>NameForm.js</a:t>
            </a:r>
            <a:r>
              <a:rPr lang="fr-FR" sz="1000" b="0" i="1" u="none" strike="noStrike" baseline="0" dirty="0">
                <a:latin typeface="Consolas" panose="020B0609020204030204" pitchFamily="49" charset="0"/>
              </a:rPr>
              <a:t>	</a:t>
            </a:r>
            <a:endParaRPr lang="fr-FR" sz="1100" b="0" i="0" u="none" strike="noStrike" baseline="0" dirty="0">
              <a:latin typeface="Consolas" panose="020B0609020204030204" pitchFamily="49" charset="0"/>
            </a:endParaRPr>
          </a:p>
          <a:p>
            <a:pPr marR="0" algn="l" rtl="0"/>
            <a:r>
              <a:rPr lang="fr-FR" sz="1000" b="0" i="0" u="none" strike="noStrike" baseline="0" dirty="0">
                <a:solidFill>
                  <a:srgbClr val="0000FF"/>
                </a:solidFill>
                <a:latin typeface="Consolas" panose="020B0609020204030204" pitchFamily="49" charset="0"/>
              </a:rPr>
              <a:t>import </a:t>
            </a:r>
            <a:r>
              <a:rPr lang="fr-FR" sz="1000" b="0" i="0" u="none" strike="noStrike" baseline="0" dirty="0" err="1">
                <a:solidFill>
                  <a:srgbClr val="0000FF"/>
                </a:solidFill>
                <a:latin typeface="Consolas" panose="020B0609020204030204" pitchFamily="49" charset="0"/>
              </a:rPr>
              <a:t>React</a:t>
            </a:r>
            <a:r>
              <a:rPr lang="fr-FR" sz="1000" b="0" i="0" u="none" strike="noStrike" baseline="0" dirty="0">
                <a:solidFill>
                  <a:srgbClr val="0000FF"/>
                </a:solidFill>
                <a:latin typeface="Consolas" panose="020B0609020204030204" pitchFamily="49" charset="0"/>
              </a:rPr>
              <a:t> </a:t>
            </a:r>
            <a:r>
              <a:rPr lang="fr-FR" sz="1000" b="0" i="0" u="none" strike="noStrike" baseline="0" dirty="0" err="1">
                <a:solidFill>
                  <a:srgbClr val="0000FF"/>
                </a:solidFill>
                <a:latin typeface="Consolas" panose="020B0609020204030204" pitchFamily="49" charset="0"/>
              </a:rPr>
              <a:t>from</a:t>
            </a:r>
            <a:r>
              <a:rPr lang="fr-FR" sz="1000" b="0" i="0" u="none" strike="noStrike" baseline="0" dirty="0">
                <a:solidFill>
                  <a:srgbClr val="0000FF"/>
                </a:solidFill>
                <a:latin typeface="Consolas" panose="020B0609020204030204" pitchFamily="49" charset="0"/>
              </a:rPr>
              <a:t> </a:t>
            </a:r>
            <a:r>
              <a:rPr lang="fr-FR" sz="1000" b="0" i="0" u="none" strike="noStrike" baseline="0" dirty="0">
                <a:solidFill>
                  <a:srgbClr val="A21515"/>
                </a:solidFill>
                <a:latin typeface="Consolas" panose="020B0609020204030204" pitchFamily="49" charset="0"/>
              </a:rPr>
              <a:t>'</a:t>
            </a:r>
            <a:r>
              <a:rPr lang="fr-FR" sz="1000" b="0" i="0" u="none" strike="noStrike" baseline="0" dirty="0" err="1">
                <a:solidFill>
                  <a:srgbClr val="A21515"/>
                </a:solidFill>
                <a:latin typeface="Consolas" panose="020B0609020204030204" pitchFamily="49" charset="0"/>
              </a:rPr>
              <a:t>react</a:t>
            </a:r>
            <a:r>
              <a:rPr lang="fr-FR" sz="1000" b="0" i="0" u="none" strike="noStrike" baseline="0" dirty="0">
                <a:solidFill>
                  <a:srgbClr val="A21515"/>
                </a:solidFill>
                <a:latin typeface="Consolas" panose="020B0609020204030204" pitchFamily="49" charset="0"/>
              </a:rPr>
              <a:t>';</a:t>
            </a:r>
            <a:endParaRPr lang="fr-FR" sz="1000" b="1" i="0" u="none" strike="noStrike" baseline="0" dirty="0">
              <a:latin typeface="Calibri" panose="020F0502020204030204" pitchFamily="34" charset="0"/>
            </a:endParaRPr>
          </a:p>
          <a:p>
            <a:pPr marL="0" marR="8050" lvl="2" algn="l" rtl="0"/>
            <a:r>
              <a:rPr lang="en-US" sz="1000" b="0" i="0" u="none" strike="noStrike" baseline="0" dirty="0">
                <a:solidFill>
                  <a:srgbClr val="0000FF"/>
                </a:solidFill>
                <a:latin typeface="Consolas" panose="020B0609020204030204" pitchFamily="49" charset="0"/>
              </a:rPr>
              <a:t>class </a:t>
            </a:r>
            <a:r>
              <a:rPr lang="en-US" sz="1000" b="0" i="0" u="none" strike="noStrike" baseline="0" dirty="0" err="1">
                <a:solidFill>
                  <a:srgbClr val="0000FF"/>
                </a:solidFill>
                <a:latin typeface="Consolas" panose="020B0609020204030204" pitchFamily="49" charset="0"/>
              </a:rPr>
              <a:t>NameForm</a:t>
            </a:r>
            <a:r>
              <a:rPr lang="en-US" sz="1000" b="0" i="0" u="none" strike="noStrike" baseline="0" dirty="0">
                <a:solidFill>
                  <a:srgbClr val="0000FF"/>
                </a:solidFill>
                <a:latin typeface="Consolas" panose="020B0609020204030204" pitchFamily="49" charset="0"/>
              </a:rPr>
              <a:t> extends </a:t>
            </a:r>
            <a:r>
              <a:rPr lang="en-US" sz="1000" b="0" i="0" u="none" strike="noStrike" baseline="0" dirty="0" err="1">
                <a:solidFill>
                  <a:srgbClr val="0000FF"/>
                </a:solidFill>
                <a:latin typeface="Consolas" panose="020B0609020204030204" pitchFamily="49" charset="0"/>
              </a:rPr>
              <a:t>React.Component</a:t>
            </a:r>
            <a:r>
              <a:rPr lang="en-US" sz="1000" b="0" i="0" u="none" strike="noStrike" baseline="0" dirty="0">
                <a:solidFill>
                  <a:srgbClr val="0000FF"/>
                </a:solidFill>
                <a:latin typeface="Consolas" panose="020B0609020204030204" pitchFamily="49" charset="0"/>
              </a:rPr>
              <a:t> { </a:t>
            </a:r>
          </a:p>
          <a:p>
            <a:pPr marL="92075" marR="8050" lvl="2" algn="l" rtl="0"/>
            <a:r>
              <a:rPr lang="en-US" sz="1000" dirty="0">
                <a:solidFill>
                  <a:srgbClr val="0000FF"/>
                </a:solidFill>
                <a:latin typeface="Consolas" panose="020B0609020204030204" pitchFamily="49" charset="0"/>
              </a:rPr>
              <a:t>    </a:t>
            </a:r>
            <a:r>
              <a:rPr lang="en-US" sz="1000" b="0" i="0" u="none" strike="noStrike" baseline="0" dirty="0">
                <a:solidFill>
                  <a:srgbClr val="0000FF"/>
                </a:solidFill>
                <a:latin typeface="Consolas" panose="020B0609020204030204" pitchFamily="49" charset="0"/>
              </a:rPr>
              <a:t>constructor(props) {</a:t>
            </a:r>
          </a:p>
          <a:p>
            <a:pPr marL="360363" marR="40990" lvl="3" algn="l" rtl="0"/>
            <a:r>
              <a:rPr lang="en-US" sz="1000" b="0" i="0" u="none" strike="noStrike" baseline="0" dirty="0">
                <a:solidFill>
                  <a:srgbClr val="0000FF"/>
                </a:solidFill>
                <a:latin typeface="Consolas" panose="020B0609020204030204" pitchFamily="49" charset="0"/>
              </a:rPr>
              <a:t>super(props); </a:t>
            </a:r>
          </a:p>
          <a:p>
            <a:pPr marL="360363" marR="40990" lvl="3" algn="l" rtl="0"/>
            <a:r>
              <a:rPr lang="en-US" sz="1000" b="0" i="0" u="none" strike="noStrike" baseline="0" dirty="0" err="1">
                <a:solidFill>
                  <a:srgbClr val="0000FF"/>
                </a:solidFill>
                <a:latin typeface="Consolas" panose="020B0609020204030204" pitchFamily="49" charset="0"/>
              </a:rPr>
              <a:t>this.state</a:t>
            </a:r>
            <a:r>
              <a:rPr lang="en-US" sz="1000" b="0" i="0" u="none" strike="noStrike" baseline="0" dirty="0">
                <a:solidFill>
                  <a:srgbClr val="0000FF"/>
                </a:solidFill>
                <a:latin typeface="Consolas" panose="020B0609020204030204" pitchFamily="49" charset="0"/>
              </a:rPr>
              <a:t> = {nom: </a:t>
            </a:r>
            <a:r>
              <a:rPr lang="en-US" sz="1000" b="0" i="0" u="none" strike="noStrike" baseline="0" dirty="0">
                <a:solidFill>
                  <a:srgbClr val="A21515"/>
                </a:solidFill>
                <a:latin typeface="Consolas" panose="020B0609020204030204" pitchFamily="49" charset="0"/>
              </a:rPr>
              <a:t>''};</a:t>
            </a:r>
          </a:p>
          <a:p>
            <a:pPr marL="360363" marR="0" lvl="3" algn="l" rtl="0">
              <a:tabLst>
                <a:tab pos="266700" algn="l"/>
              </a:tabLst>
            </a:pPr>
            <a:r>
              <a:rPr lang="fr-FR" sz="1000" b="0" i="0" u="none" strike="noStrike" baseline="0" dirty="0" err="1">
                <a:solidFill>
                  <a:srgbClr val="0000FF"/>
                </a:solidFill>
                <a:highlight>
                  <a:srgbClr val="FFFF00"/>
                </a:highlight>
                <a:latin typeface="Consolas" panose="020B0609020204030204" pitchFamily="49" charset="0"/>
              </a:rPr>
              <a:t>this.handleChange</a:t>
            </a:r>
            <a:r>
              <a:rPr lang="fr-FR" sz="1000" b="0" i="0" u="none" strike="noStrike" baseline="0" dirty="0">
                <a:solidFill>
                  <a:srgbClr val="0000FF"/>
                </a:solidFill>
                <a:highlight>
                  <a:srgbClr val="FFFF00"/>
                </a:highlight>
                <a:latin typeface="Consolas" panose="020B0609020204030204" pitchFamily="49" charset="0"/>
              </a:rPr>
              <a:t> </a:t>
            </a:r>
            <a:r>
              <a:rPr lang="fr-FR" sz="1000" b="0" i="0" u="none" strike="noStrike" baseline="0" dirty="0">
                <a:solidFill>
                  <a:srgbClr val="0000FF"/>
                </a:solidFill>
                <a:latin typeface="Consolas" panose="020B0609020204030204" pitchFamily="49" charset="0"/>
              </a:rPr>
              <a:t>= </a:t>
            </a:r>
            <a:r>
              <a:rPr lang="fr-FR" sz="1000" b="0" i="0" u="none" strike="noStrike" baseline="0" dirty="0" err="1">
                <a:solidFill>
                  <a:srgbClr val="0000FF"/>
                </a:solidFill>
                <a:latin typeface="Consolas" panose="020B0609020204030204" pitchFamily="49" charset="0"/>
              </a:rPr>
              <a:t>this.handleChange.bind</a:t>
            </a:r>
            <a:r>
              <a:rPr lang="fr-FR" sz="1000" b="0" i="0" u="none" strike="noStrike" baseline="0" dirty="0">
                <a:solidFill>
                  <a:srgbClr val="0000FF"/>
                </a:solidFill>
                <a:latin typeface="Consolas" panose="020B0609020204030204" pitchFamily="49" charset="0"/>
              </a:rPr>
              <a:t>(</a:t>
            </a:r>
            <a:r>
              <a:rPr lang="fr-FR" sz="1000" b="0" i="0" u="none" strike="noStrike" baseline="0" dirty="0" err="1">
                <a:solidFill>
                  <a:srgbClr val="0000FF"/>
                </a:solidFill>
                <a:latin typeface="Consolas" panose="020B0609020204030204" pitchFamily="49" charset="0"/>
              </a:rPr>
              <a:t>this</a:t>
            </a:r>
            <a:r>
              <a:rPr lang="fr-FR" sz="1000" b="0" i="0" u="none" strike="noStrike" baseline="0" dirty="0">
                <a:solidFill>
                  <a:srgbClr val="0000FF"/>
                </a:solidFill>
                <a:latin typeface="Consolas" panose="020B0609020204030204" pitchFamily="49" charset="0"/>
              </a:rPr>
              <a:t>); </a:t>
            </a:r>
            <a:r>
              <a:rPr lang="fr-FR" sz="1000" b="0" i="0" u="none" strike="noStrike" baseline="0" dirty="0" err="1">
                <a:solidFill>
                  <a:srgbClr val="0000FF"/>
                </a:solidFill>
                <a:highlight>
                  <a:srgbClr val="00FFFF"/>
                </a:highlight>
                <a:latin typeface="Consolas" panose="020B0609020204030204" pitchFamily="49" charset="0"/>
              </a:rPr>
              <a:t>this.handleSubmit</a:t>
            </a:r>
            <a:r>
              <a:rPr lang="fr-FR" sz="1000" b="0" i="0" u="none" strike="noStrike" baseline="0" dirty="0">
                <a:solidFill>
                  <a:srgbClr val="0000FF"/>
                </a:solidFill>
                <a:highlight>
                  <a:srgbClr val="00FFFF"/>
                </a:highlight>
                <a:latin typeface="Consolas" panose="020B0609020204030204" pitchFamily="49" charset="0"/>
              </a:rPr>
              <a:t> </a:t>
            </a:r>
            <a:r>
              <a:rPr lang="fr-FR" sz="1000" b="0" i="0" u="none" strike="noStrike" baseline="0" dirty="0">
                <a:solidFill>
                  <a:srgbClr val="0000FF"/>
                </a:solidFill>
                <a:latin typeface="Consolas" panose="020B0609020204030204" pitchFamily="49" charset="0"/>
              </a:rPr>
              <a:t>= </a:t>
            </a:r>
            <a:r>
              <a:rPr lang="fr-FR" sz="1000" b="0" i="0" u="none" strike="noStrike" baseline="0" dirty="0" err="1">
                <a:solidFill>
                  <a:srgbClr val="0000FF"/>
                </a:solidFill>
                <a:latin typeface="Consolas" panose="020B0609020204030204" pitchFamily="49" charset="0"/>
              </a:rPr>
              <a:t>this.handleSubmit.bind</a:t>
            </a:r>
            <a:r>
              <a:rPr lang="fr-FR" sz="1000" b="0" i="0" u="none" strike="noStrike" baseline="0" dirty="0">
                <a:solidFill>
                  <a:srgbClr val="0000FF"/>
                </a:solidFill>
                <a:latin typeface="Consolas" panose="020B0609020204030204" pitchFamily="49" charset="0"/>
              </a:rPr>
              <a:t>(</a:t>
            </a:r>
            <a:r>
              <a:rPr lang="fr-FR" sz="1000" b="0" i="0" u="none" strike="noStrike" baseline="0" dirty="0" err="1">
                <a:solidFill>
                  <a:srgbClr val="0000FF"/>
                </a:solidFill>
                <a:latin typeface="Consolas" panose="020B0609020204030204" pitchFamily="49" charset="0"/>
              </a:rPr>
              <a:t>this</a:t>
            </a:r>
            <a:r>
              <a:rPr lang="fr-FR" sz="1000" b="0" i="0" u="none" strike="noStrike" baseline="0" dirty="0">
                <a:solidFill>
                  <a:srgbClr val="0000FF"/>
                </a:solidFill>
                <a:latin typeface="Consolas" panose="020B0609020204030204" pitchFamily="49" charset="0"/>
              </a:rPr>
              <a:t>);</a:t>
            </a:r>
          </a:p>
          <a:p>
            <a:pPr marR="0" lvl="2" algn="l" rtl="0"/>
            <a:r>
              <a:rPr lang="fr-FR" sz="1000" b="0" i="0" u="none" strike="noStrike" baseline="0" dirty="0">
                <a:latin typeface="Consolas" panose="020B0609020204030204" pitchFamily="49" charset="0"/>
              </a:rPr>
              <a:t>}</a:t>
            </a:r>
          </a:p>
          <a:p>
            <a:pPr marL="534988" marR="0" lvl="2" algn="l" rtl="0"/>
            <a:r>
              <a:rPr lang="fr-FR" sz="1000" b="0" i="0" u="none" strike="noStrike" baseline="0" dirty="0" err="1">
                <a:highlight>
                  <a:srgbClr val="FFFF00"/>
                </a:highlight>
                <a:latin typeface="Consolas" panose="020B0609020204030204" pitchFamily="49" charset="0"/>
              </a:rPr>
              <a:t>handleChange</a:t>
            </a:r>
            <a:r>
              <a:rPr lang="fr-FR" sz="1000" b="0" i="0" u="none" strike="noStrike" baseline="0" dirty="0">
                <a:highlight>
                  <a:srgbClr val="FFFF00"/>
                </a:highlight>
                <a:latin typeface="Consolas" panose="020B0609020204030204" pitchFamily="49" charset="0"/>
              </a:rPr>
              <a:t>(</a:t>
            </a:r>
            <a:r>
              <a:rPr lang="fr-FR" sz="1000" b="0" i="0" u="none" strike="noStrike" baseline="0" dirty="0" err="1">
                <a:highlight>
                  <a:srgbClr val="FFFF00"/>
                </a:highlight>
                <a:latin typeface="Consolas" panose="020B0609020204030204" pitchFamily="49" charset="0"/>
              </a:rPr>
              <a:t>event</a:t>
            </a:r>
            <a:r>
              <a:rPr lang="fr-FR" sz="1000" b="0" i="0" u="none" strike="noStrike" baseline="0" dirty="0">
                <a:latin typeface="Consolas" panose="020B0609020204030204" pitchFamily="49" charset="0"/>
              </a:rPr>
              <a:t>) {</a:t>
            </a:r>
          </a:p>
          <a:p>
            <a:pPr marL="719138" marR="0" lvl="3" algn="l" rtl="0"/>
            <a:r>
              <a:rPr lang="fr-FR" sz="1000" b="0" i="0" u="none" strike="noStrike" baseline="0" dirty="0" err="1">
                <a:solidFill>
                  <a:srgbClr val="0000FF"/>
                </a:solidFill>
                <a:latin typeface="Consolas" panose="020B0609020204030204" pitchFamily="49" charset="0"/>
              </a:rPr>
              <a:t>this.setState</a:t>
            </a:r>
            <a:r>
              <a:rPr lang="fr-FR" sz="1000" b="0" i="0" u="none" strike="noStrike" baseline="0" dirty="0">
                <a:solidFill>
                  <a:srgbClr val="0000FF"/>
                </a:solidFill>
                <a:latin typeface="Consolas" panose="020B0609020204030204" pitchFamily="49" charset="0"/>
              </a:rPr>
              <a:t>({nom: </a:t>
            </a:r>
            <a:r>
              <a:rPr lang="fr-FR" sz="1000" b="0" i="0" u="none" strike="noStrike" baseline="0" dirty="0" err="1">
                <a:solidFill>
                  <a:srgbClr val="0000FF"/>
                </a:solidFill>
                <a:latin typeface="Consolas" panose="020B0609020204030204" pitchFamily="49" charset="0"/>
              </a:rPr>
              <a:t>event.target.value</a:t>
            </a:r>
            <a:r>
              <a:rPr lang="fr-FR" sz="1000" b="0" i="0" u="none" strike="noStrike" baseline="0" dirty="0">
                <a:solidFill>
                  <a:srgbClr val="0000FF"/>
                </a:solidFill>
                <a:latin typeface="Consolas" panose="020B0609020204030204" pitchFamily="49" charset="0"/>
              </a:rPr>
              <a:t>});</a:t>
            </a:r>
          </a:p>
          <a:p>
            <a:pPr marR="0" lvl="2" algn="l" rtl="0"/>
            <a:r>
              <a:rPr lang="fr-FR" sz="1000" b="0" i="0" u="none" strike="noStrike" baseline="0" dirty="0">
                <a:latin typeface="Consolas" panose="020B0609020204030204" pitchFamily="49" charset="0"/>
              </a:rPr>
              <a:t>}</a:t>
            </a:r>
          </a:p>
          <a:p>
            <a:pPr marL="534988" marR="0" lvl="2" algn="l" rtl="0"/>
            <a:r>
              <a:rPr lang="fr-FR" sz="1000" b="0" i="0" u="none" strike="noStrike" baseline="0" dirty="0" err="1">
                <a:highlight>
                  <a:srgbClr val="00FFFF"/>
                </a:highlight>
                <a:latin typeface="Consolas" panose="020B0609020204030204" pitchFamily="49" charset="0"/>
              </a:rPr>
              <a:t>handleSubmit</a:t>
            </a:r>
            <a:r>
              <a:rPr lang="fr-FR" sz="1000" b="0" i="0" u="none" strike="noStrike" baseline="0" dirty="0">
                <a:highlight>
                  <a:srgbClr val="00FFFF"/>
                </a:highlight>
                <a:latin typeface="Consolas" panose="020B0609020204030204" pitchFamily="49" charset="0"/>
              </a:rPr>
              <a:t>(</a:t>
            </a:r>
            <a:r>
              <a:rPr lang="fr-FR" sz="1000" b="0" i="0" u="none" strike="noStrike" baseline="0" dirty="0" err="1">
                <a:highlight>
                  <a:srgbClr val="00FFFF"/>
                </a:highlight>
                <a:latin typeface="Consolas" panose="020B0609020204030204" pitchFamily="49" charset="0"/>
              </a:rPr>
              <a:t>event</a:t>
            </a:r>
            <a:r>
              <a:rPr lang="fr-FR" sz="1000" b="0" i="0" u="none" strike="noStrike" baseline="0" dirty="0">
                <a:highlight>
                  <a:srgbClr val="00FFFF"/>
                </a:highlight>
                <a:latin typeface="Consolas" panose="020B0609020204030204" pitchFamily="49" charset="0"/>
              </a:rPr>
              <a:t>)</a:t>
            </a:r>
            <a:r>
              <a:rPr lang="fr-FR" sz="1000" b="0" i="0" u="none" strike="noStrike" baseline="0" dirty="0">
                <a:latin typeface="Consolas" panose="020B0609020204030204" pitchFamily="49" charset="0"/>
              </a:rPr>
              <a:t> {</a:t>
            </a:r>
          </a:p>
          <a:p>
            <a:pPr marL="719138" marR="0" lvl="3" algn="l" rtl="0"/>
            <a:r>
              <a:rPr lang="fr-FR" sz="1000" b="0" i="0" u="none" strike="noStrike" baseline="0" dirty="0" err="1">
                <a:latin typeface="Consolas" panose="020B0609020204030204" pitchFamily="49" charset="0"/>
              </a:rPr>
              <a:t>alert</a:t>
            </a:r>
            <a:r>
              <a:rPr lang="fr-FR" sz="1000" b="0" i="0" u="none" strike="noStrike" baseline="0" dirty="0">
                <a:latin typeface="Consolas" panose="020B0609020204030204" pitchFamily="49" charset="0"/>
              </a:rPr>
              <a:t>(</a:t>
            </a:r>
            <a:r>
              <a:rPr lang="fr-FR" sz="1000" b="0" i="0" u="none" strike="noStrike" baseline="0" dirty="0">
                <a:solidFill>
                  <a:srgbClr val="A21515"/>
                </a:solidFill>
                <a:latin typeface="Consolas" panose="020B0609020204030204" pitchFamily="49" charset="0"/>
              </a:rPr>
              <a:t>'Le nom a été soumis : ' + </a:t>
            </a:r>
            <a:r>
              <a:rPr lang="fr-FR" sz="1000" b="0" i="0" u="none" strike="noStrike" baseline="0" dirty="0" err="1">
                <a:solidFill>
                  <a:srgbClr val="0000FF"/>
                </a:solidFill>
                <a:latin typeface="Consolas" panose="020B0609020204030204" pitchFamily="49" charset="0"/>
              </a:rPr>
              <a:t>this.state.nom</a:t>
            </a:r>
            <a:r>
              <a:rPr lang="fr-FR" sz="1000" b="0" i="0" u="none" strike="noStrike" baseline="0" dirty="0">
                <a:solidFill>
                  <a:srgbClr val="0000FF"/>
                </a:solidFill>
                <a:latin typeface="Consolas" panose="020B0609020204030204" pitchFamily="49" charset="0"/>
              </a:rPr>
              <a:t>);</a:t>
            </a:r>
          </a:p>
          <a:p>
            <a:pPr marL="357188" marR="0" lvl="3" algn="l" rtl="0"/>
            <a:r>
              <a:rPr lang="fr-FR" sz="1000" dirty="0">
                <a:solidFill>
                  <a:schemeClr val="accent6">
                    <a:lumMod val="75000"/>
                  </a:schemeClr>
                </a:solidFill>
                <a:latin typeface="Consolas" panose="020B0609020204030204" pitchFamily="49" charset="0"/>
              </a:rPr>
              <a:t>//</a:t>
            </a:r>
            <a:r>
              <a:rPr lang="fr-FR" sz="1000" dirty="0">
                <a:solidFill>
                  <a:schemeClr val="accent6">
                    <a:lumMod val="75000"/>
                  </a:schemeClr>
                </a:solidFill>
              </a:rPr>
              <a:t>empêche le comportement par défaut (rechargement de la page).</a:t>
            </a:r>
            <a:endParaRPr lang="fr-FR" sz="1000" dirty="0">
              <a:solidFill>
                <a:schemeClr val="accent6">
                  <a:lumMod val="75000"/>
                </a:schemeClr>
              </a:solidFill>
              <a:latin typeface="Consolas" panose="020B0609020204030204" pitchFamily="49" charset="0"/>
            </a:endParaRPr>
          </a:p>
          <a:p>
            <a:pPr marL="719138" marR="0" lvl="3" algn="l" rtl="0"/>
            <a:r>
              <a:rPr lang="fr-FR" sz="1000" b="0" i="0" u="none" strike="noStrike" baseline="0" dirty="0" err="1">
                <a:solidFill>
                  <a:srgbClr val="0000FF"/>
                </a:solidFill>
                <a:latin typeface="Consolas" panose="020B0609020204030204" pitchFamily="49" charset="0"/>
              </a:rPr>
              <a:t>event.preventDefault</a:t>
            </a:r>
            <a:r>
              <a:rPr lang="fr-FR" sz="1000" b="0" i="0" u="none" strike="noStrike" baseline="0" dirty="0">
                <a:solidFill>
                  <a:srgbClr val="0000FF"/>
                </a:solidFill>
                <a:latin typeface="Consolas" panose="020B0609020204030204" pitchFamily="49" charset="0"/>
              </a:rPr>
              <a:t>();</a:t>
            </a:r>
          </a:p>
          <a:p>
            <a:pPr marR="0" lvl="2" algn="l" rtl="0"/>
            <a:r>
              <a:rPr lang="fr-FR" sz="1000" b="0" i="0" u="none" strike="noStrike" baseline="0" dirty="0">
                <a:latin typeface="Consolas" panose="020B0609020204030204" pitchFamily="49" charset="0"/>
              </a:rPr>
              <a:t>}</a:t>
            </a:r>
          </a:p>
          <a:p>
            <a:pPr marL="360363" marR="58190" lvl="3" algn="l" rtl="0"/>
            <a:r>
              <a:rPr lang="fr-FR" sz="1000" b="0" i="0" u="none" strike="noStrike" baseline="0" dirty="0" err="1">
                <a:latin typeface="Consolas" panose="020B0609020204030204" pitchFamily="49" charset="0"/>
              </a:rPr>
              <a:t>render</a:t>
            </a:r>
            <a:r>
              <a:rPr lang="fr-FR" sz="1000" b="0" i="0" u="none" strike="noStrike" baseline="0" dirty="0">
                <a:latin typeface="Consolas" panose="020B0609020204030204" pitchFamily="49" charset="0"/>
              </a:rPr>
              <a:t>() { </a:t>
            </a:r>
          </a:p>
          <a:p>
            <a:pPr marL="360363" marR="58190" lvl="3" algn="l" rtl="0"/>
            <a:r>
              <a:rPr lang="fr-FR" sz="1000" b="0" i="0" u="none" strike="noStrike" baseline="0" dirty="0">
                <a:solidFill>
                  <a:srgbClr val="0000FF"/>
                </a:solidFill>
                <a:latin typeface="Consolas" panose="020B0609020204030204" pitchFamily="49" charset="0"/>
              </a:rPr>
              <a:t>return (</a:t>
            </a:r>
          </a:p>
          <a:p>
            <a:pPr marL="534988" marR="0" lvl="4" algn="l" rtl="0"/>
            <a:r>
              <a:rPr lang="fr-FR" sz="1000" b="0" i="0" u="none" strike="noStrike" baseline="0" dirty="0">
                <a:solidFill>
                  <a:srgbClr val="800000"/>
                </a:solidFill>
                <a:latin typeface="Consolas" panose="020B0609020204030204" pitchFamily="49" charset="0"/>
              </a:rPr>
              <a:t>&lt;</a:t>
            </a:r>
            <a:r>
              <a:rPr lang="fr-FR" sz="1000" b="0" i="0" u="none" strike="noStrike" baseline="0" dirty="0" err="1">
                <a:solidFill>
                  <a:srgbClr val="800000"/>
                </a:solidFill>
                <a:highlight>
                  <a:srgbClr val="FF00FF"/>
                </a:highlight>
                <a:latin typeface="Consolas" panose="020B0609020204030204" pitchFamily="49" charset="0"/>
              </a:rPr>
              <a:t>form</a:t>
            </a:r>
            <a:r>
              <a:rPr lang="fr-FR" sz="1000" b="0" i="0" u="none" strike="noStrike" baseline="0" dirty="0">
                <a:solidFill>
                  <a:srgbClr val="800000"/>
                </a:solidFill>
                <a:latin typeface="Consolas" panose="020B0609020204030204" pitchFamily="49" charset="0"/>
              </a:rPr>
              <a:t> </a:t>
            </a:r>
            <a:r>
              <a:rPr lang="fr-FR" sz="1000" b="0" i="0" u="none" strike="noStrike" baseline="0" dirty="0" err="1">
                <a:solidFill>
                  <a:srgbClr val="FF0000"/>
                </a:solidFill>
                <a:highlight>
                  <a:srgbClr val="00FF00"/>
                </a:highlight>
                <a:latin typeface="Consolas" panose="020B0609020204030204" pitchFamily="49" charset="0"/>
              </a:rPr>
              <a:t>onSubmit</a:t>
            </a:r>
            <a:r>
              <a:rPr lang="fr-FR" sz="1000" b="0" i="0" u="none" strike="noStrike" baseline="0" dirty="0">
                <a:solidFill>
                  <a:srgbClr val="FF0000"/>
                </a:solidFill>
                <a:latin typeface="Consolas" panose="020B0609020204030204" pitchFamily="49" charset="0"/>
              </a:rPr>
              <a:t>=</a:t>
            </a:r>
            <a:r>
              <a:rPr lang="fr-FR" sz="1000" b="0" i="0" u="none" strike="noStrike" baseline="0" dirty="0">
                <a:solidFill>
                  <a:srgbClr val="0000FF"/>
                </a:solidFill>
                <a:latin typeface="Consolas" panose="020B0609020204030204" pitchFamily="49" charset="0"/>
              </a:rPr>
              <a:t>{</a:t>
            </a:r>
            <a:r>
              <a:rPr lang="fr-FR" sz="1000" b="0" i="0" u="none" strike="noStrike" baseline="0" dirty="0" err="1">
                <a:solidFill>
                  <a:srgbClr val="0000FF"/>
                </a:solidFill>
                <a:highlight>
                  <a:srgbClr val="00FFFF"/>
                </a:highlight>
                <a:latin typeface="Consolas" panose="020B0609020204030204" pitchFamily="49" charset="0"/>
              </a:rPr>
              <a:t>this.handleSubmit</a:t>
            </a:r>
            <a:r>
              <a:rPr lang="fr-FR" sz="1000" b="0" i="0" u="none" strike="noStrike" baseline="0" dirty="0">
                <a:solidFill>
                  <a:srgbClr val="0000FF"/>
                </a:solidFill>
                <a:latin typeface="Consolas" panose="020B0609020204030204" pitchFamily="49" charset="0"/>
              </a:rPr>
              <a:t>}</a:t>
            </a:r>
            <a:r>
              <a:rPr lang="fr-FR" sz="1000" b="0" i="0" u="none" strike="noStrike" baseline="0" dirty="0">
                <a:solidFill>
                  <a:srgbClr val="800000"/>
                </a:solidFill>
                <a:latin typeface="Consolas" panose="020B0609020204030204" pitchFamily="49" charset="0"/>
              </a:rPr>
              <a:t>&gt;</a:t>
            </a:r>
          </a:p>
          <a:p>
            <a:pPr marL="719138" marR="54740" lvl="5" algn="l" rtl="0"/>
            <a:r>
              <a:rPr lang="fr-FR" sz="1000" b="0" i="0" u="none" strike="noStrike" baseline="0" dirty="0">
                <a:solidFill>
                  <a:srgbClr val="800000"/>
                </a:solidFill>
                <a:latin typeface="Consolas" panose="020B0609020204030204" pitchFamily="49" charset="0"/>
              </a:rPr>
              <a:t>&lt;label&gt; Nom :</a:t>
            </a:r>
          </a:p>
          <a:p>
            <a:pPr marL="719138" marR="0" algn="l" rtl="0"/>
            <a:r>
              <a:rPr lang="fr-FR" sz="1000" b="0" i="0" u="none" strike="noStrike" baseline="0" dirty="0">
                <a:solidFill>
                  <a:srgbClr val="800000"/>
                </a:solidFill>
                <a:latin typeface="Consolas" panose="020B0609020204030204" pitchFamily="49" charset="0"/>
              </a:rPr>
              <a:t>&lt;input </a:t>
            </a:r>
            <a:r>
              <a:rPr lang="fr-FR" sz="1000" b="0" i="0" u="none" strike="noStrike" baseline="0" dirty="0">
                <a:solidFill>
                  <a:srgbClr val="FF0000"/>
                </a:solidFill>
                <a:latin typeface="Consolas" panose="020B0609020204030204" pitchFamily="49" charset="0"/>
              </a:rPr>
              <a:t>type=</a:t>
            </a:r>
            <a:r>
              <a:rPr lang="fr-FR" sz="1000" b="0" i="0" u="none" strike="noStrike" baseline="0" dirty="0">
                <a:solidFill>
                  <a:srgbClr val="A21515"/>
                </a:solidFill>
                <a:latin typeface="Consolas" panose="020B0609020204030204" pitchFamily="49" charset="0"/>
              </a:rPr>
              <a:t>"</a:t>
            </a:r>
            <a:r>
              <a:rPr lang="fr-FR" sz="1000" b="0" i="0" u="none" strike="noStrike" baseline="0" dirty="0" err="1">
                <a:solidFill>
                  <a:srgbClr val="A21515"/>
                </a:solidFill>
                <a:latin typeface="Consolas" panose="020B0609020204030204" pitchFamily="49" charset="0"/>
              </a:rPr>
              <a:t>text</a:t>
            </a:r>
            <a:r>
              <a:rPr lang="fr-FR" sz="1000" b="0" i="0" u="none" strike="noStrike" baseline="0" dirty="0">
                <a:solidFill>
                  <a:srgbClr val="A21515"/>
                </a:solidFill>
                <a:latin typeface="Consolas" panose="020B0609020204030204" pitchFamily="49" charset="0"/>
              </a:rPr>
              <a:t>" </a:t>
            </a:r>
            <a:r>
              <a:rPr lang="fr-FR" sz="1000" b="0" i="0" u="none" strike="noStrike" baseline="0" dirty="0" err="1">
                <a:solidFill>
                  <a:srgbClr val="FF0000"/>
                </a:solidFill>
                <a:latin typeface="Consolas" panose="020B0609020204030204" pitchFamily="49" charset="0"/>
              </a:rPr>
              <a:t>name</a:t>
            </a:r>
            <a:r>
              <a:rPr lang="fr-FR" sz="1000" b="0" i="0" u="none" strike="noStrike" baseline="0" dirty="0">
                <a:solidFill>
                  <a:srgbClr val="FF0000"/>
                </a:solidFill>
                <a:latin typeface="Consolas" panose="020B0609020204030204" pitchFamily="49" charset="0"/>
              </a:rPr>
              <a:t>=</a:t>
            </a:r>
            <a:r>
              <a:rPr lang="fr-FR" sz="1000" b="0" i="0" u="none" strike="noStrike" baseline="0" dirty="0">
                <a:solidFill>
                  <a:srgbClr val="A21515"/>
                </a:solidFill>
                <a:latin typeface="Consolas" panose="020B0609020204030204" pitchFamily="49" charset="0"/>
              </a:rPr>
              <a:t>"nom" </a:t>
            </a:r>
            <a:r>
              <a:rPr lang="fr-FR" sz="1000" b="0" i="0" u="none" strike="noStrike" baseline="0" dirty="0">
                <a:solidFill>
                  <a:srgbClr val="FF0000"/>
                </a:solidFill>
                <a:latin typeface="Consolas" panose="020B0609020204030204" pitchFamily="49" charset="0"/>
              </a:rPr>
              <a:t>value=</a:t>
            </a:r>
            <a:r>
              <a:rPr lang="fr-FR" sz="1000" b="0" i="0" u="none" strike="noStrike" baseline="0" dirty="0">
                <a:solidFill>
                  <a:srgbClr val="0000FF"/>
                </a:solidFill>
                <a:latin typeface="Consolas" panose="020B0609020204030204" pitchFamily="49" charset="0"/>
              </a:rPr>
              <a:t>{</a:t>
            </a:r>
            <a:r>
              <a:rPr lang="fr-FR" sz="1000" b="0" i="0" u="none" strike="noStrike" baseline="0" dirty="0" err="1">
                <a:solidFill>
                  <a:srgbClr val="0000FF"/>
                </a:solidFill>
                <a:latin typeface="Consolas" panose="020B0609020204030204" pitchFamily="49" charset="0"/>
              </a:rPr>
              <a:t>this.state.nom</a:t>
            </a:r>
            <a:r>
              <a:rPr lang="fr-FR" sz="1000" b="0" i="0" u="none" strike="noStrike" baseline="0" dirty="0">
                <a:solidFill>
                  <a:srgbClr val="0000FF"/>
                </a:solidFill>
                <a:latin typeface="Consolas" panose="020B0609020204030204" pitchFamily="49" charset="0"/>
              </a:rPr>
              <a:t>} </a:t>
            </a:r>
            <a:r>
              <a:rPr lang="fr-FR" sz="1000" b="0" i="0" u="none" strike="noStrike" baseline="0" dirty="0" err="1">
                <a:solidFill>
                  <a:srgbClr val="FF0000"/>
                </a:solidFill>
                <a:highlight>
                  <a:srgbClr val="FFFF00"/>
                </a:highlight>
                <a:latin typeface="Consolas" panose="020B0609020204030204" pitchFamily="49" charset="0"/>
              </a:rPr>
              <a:t>onChange</a:t>
            </a:r>
            <a:r>
              <a:rPr lang="fr-FR" sz="1000" b="0" i="0" u="none" strike="noStrike" baseline="0" dirty="0">
                <a:solidFill>
                  <a:srgbClr val="FF0000"/>
                </a:solidFill>
                <a:latin typeface="Consolas" panose="020B0609020204030204" pitchFamily="49" charset="0"/>
              </a:rPr>
              <a:t>=</a:t>
            </a:r>
            <a:r>
              <a:rPr lang="fr-FR" sz="1000" b="0" i="0" u="none" strike="noStrike" baseline="0" dirty="0">
                <a:solidFill>
                  <a:srgbClr val="0000FF"/>
                </a:solidFill>
                <a:latin typeface="Consolas" panose="020B0609020204030204" pitchFamily="49" charset="0"/>
              </a:rPr>
              <a:t>{</a:t>
            </a:r>
            <a:r>
              <a:rPr lang="fr-FR" sz="1000" b="0" i="0" u="none" strike="noStrike" baseline="0" dirty="0" err="1">
                <a:solidFill>
                  <a:srgbClr val="0000FF"/>
                </a:solidFill>
                <a:highlight>
                  <a:srgbClr val="FFFF00"/>
                </a:highlight>
                <a:latin typeface="Consolas" panose="020B0609020204030204" pitchFamily="49" charset="0"/>
              </a:rPr>
              <a:t>this.handleChange</a:t>
            </a:r>
            <a:r>
              <a:rPr lang="fr-FR" sz="1000" b="0" i="0" u="none" strike="noStrike" baseline="0" dirty="0">
                <a:solidFill>
                  <a:srgbClr val="0000FF"/>
                </a:solidFill>
                <a:latin typeface="Consolas" panose="020B0609020204030204" pitchFamily="49" charset="0"/>
              </a:rPr>
              <a:t>} </a:t>
            </a:r>
            <a:r>
              <a:rPr lang="fr-FR" sz="1000" b="0" i="0" u="none" strike="noStrike" baseline="0" dirty="0">
                <a:solidFill>
                  <a:srgbClr val="800000"/>
                </a:solidFill>
                <a:latin typeface="Consolas" panose="020B0609020204030204" pitchFamily="49" charset="0"/>
              </a:rPr>
              <a:t>/&gt;</a:t>
            </a:r>
          </a:p>
          <a:p>
            <a:pPr marL="719138" marR="0" lvl="5" algn="l" rtl="0"/>
            <a:r>
              <a:rPr lang="fr-FR" sz="1000" b="0" i="0" u="none" strike="noStrike" baseline="0" dirty="0">
                <a:solidFill>
                  <a:srgbClr val="800000"/>
                </a:solidFill>
                <a:latin typeface="Consolas" panose="020B0609020204030204" pitchFamily="49" charset="0"/>
              </a:rPr>
              <a:t>&lt;/label&gt;</a:t>
            </a:r>
          </a:p>
          <a:p>
            <a:pPr marL="719138" marR="0" lvl="5" algn="l" rtl="0"/>
            <a:r>
              <a:rPr lang="fr-FR" sz="1000" b="0" i="0" u="none" strike="noStrike" baseline="0" dirty="0">
                <a:solidFill>
                  <a:srgbClr val="800000"/>
                </a:solidFill>
                <a:latin typeface="Consolas" panose="020B0609020204030204" pitchFamily="49" charset="0"/>
              </a:rPr>
              <a:t>&lt;input </a:t>
            </a:r>
            <a:r>
              <a:rPr lang="fr-FR" sz="1000" b="0" i="0" u="none" strike="noStrike" baseline="0" dirty="0">
                <a:solidFill>
                  <a:srgbClr val="FF0000"/>
                </a:solidFill>
                <a:latin typeface="Consolas" panose="020B0609020204030204" pitchFamily="49" charset="0"/>
              </a:rPr>
              <a:t>type=</a:t>
            </a:r>
            <a:r>
              <a:rPr lang="fr-FR" sz="1000" b="0" i="0" u="none" strike="noStrike" baseline="0" dirty="0">
                <a:solidFill>
                  <a:srgbClr val="A21515"/>
                </a:solidFill>
                <a:latin typeface="Consolas" panose="020B0609020204030204" pitchFamily="49" charset="0"/>
              </a:rPr>
              <a:t>"</a:t>
            </a:r>
            <a:r>
              <a:rPr lang="fr-FR" sz="1000" b="0" i="0" u="none" strike="noStrike" baseline="0" dirty="0" err="1">
                <a:solidFill>
                  <a:srgbClr val="A21515"/>
                </a:solidFill>
                <a:highlight>
                  <a:srgbClr val="00FF00"/>
                </a:highlight>
                <a:latin typeface="Consolas" panose="020B0609020204030204" pitchFamily="49" charset="0"/>
              </a:rPr>
              <a:t>submit</a:t>
            </a:r>
            <a:r>
              <a:rPr lang="fr-FR" sz="1000" b="0" i="0" u="none" strike="noStrike" baseline="0" dirty="0">
                <a:solidFill>
                  <a:srgbClr val="A21515"/>
                </a:solidFill>
                <a:latin typeface="Consolas" panose="020B0609020204030204" pitchFamily="49" charset="0"/>
              </a:rPr>
              <a:t>" </a:t>
            </a:r>
            <a:r>
              <a:rPr lang="fr-FR" sz="1000" b="0" i="0" u="none" strike="noStrike" baseline="0" dirty="0">
                <a:solidFill>
                  <a:srgbClr val="FF0000"/>
                </a:solidFill>
                <a:latin typeface="Consolas" panose="020B0609020204030204" pitchFamily="49" charset="0"/>
              </a:rPr>
              <a:t>value=</a:t>
            </a:r>
            <a:r>
              <a:rPr lang="fr-FR" sz="1000" b="0" i="0" u="none" strike="noStrike" baseline="0" dirty="0">
                <a:solidFill>
                  <a:srgbClr val="A21515"/>
                </a:solidFill>
                <a:latin typeface="Consolas" panose="020B0609020204030204" pitchFamily="49" charset="0"/>
              </a:rPr>
              <a:t>"Envoyer" </a:t>
            </a:r>
            <a:r>
              <a:rPr lang="fr-FR" sz="1000" b="0" i="0" u="none" strike="noStrike" baseline="0" dirty="0">
                <a:solidFill>
                  <a:srgbClr val="800000"/>
                </a:solidFill>
                <a:latin typeface="Consolas" panose="020B0609020204030204" pitchFamily="49" charset="0"/>
              </a:rPr>
              <a:t>/&gt;</a:t>
            </a:r>
          </a:p>
          <a:p>
            <a:pPr marL="534988" marR="0" lvl="4" algn="l" rtl="0"/>
            <a:r>
              <a:rPr lang="fr-FR" sz="1000" b="0" i="0" u="none" strike="noStrike" baseline="0" dirty="0">
                <a:solidFill>
                  <a:srgbClr val="800000"/>
                </a:solidFill>
                <a:highlight>
                  <a:srgbClr val="FF00FF"/>
                </a:highlight>
                <a:latin typeface="Consolas" panose="020B0609020204030204" pitchFamily="49" charset="0"/>
              </a:rPr>
              <a:t>&lt;/</a:t>
            </a:r>
            <a:r>
              <a:rPr lang="fr-FR" sz="1000" b="0" i="0" u="none" strike="noStrike" baseline="0" dirty="0" err="1">
                <a:solidFill>
                  <a:srgbClr val="800000"/>
                </a:solidFill>
                <a:highlight>
                  <a:srgbClr val="FF00FF"/>
                </a:highlight>
                <a:latin typeface="Consolas" panose="020B0609020204030204" pitchFamily="49" charset="0"/>
              </a:rPr>
              <a:t>form</a:t>
            </a:r>
            <a:r>
              <a:rPr lang="fr-FR" sz="1000" b="0" i="0" u="none" strike="noStrike" baseline="0" dirty="0">
                <a:solidFill>
                  <a:srgbClr val="800000"/>
                </a:solidFill>
                <a:highlight>
                  <a:srgbClr val="FF00FF"/>
                </a:highlight>
                <a:latin typeface="Consolas" panose="020B0609020204030204" pitchFamily="49" charset="0"/>
              </a:rPr>
              <a:t>&gt;</a:t>
            </a:r>
          </a:p>
          <a:p>
            <a:pPr marL="893763" marR="0" lvl="3" algn="l" rtl="0"/>
            <a:r>
              <a:rPr lang="fr-FR" sz="1000" b="0" i="0" u="none" strike="noStrike" baseline="0" dirty="0">
                <a:latin typeface="Consolas" panose="020B0609020204030204" pitchFamily="49" charset="0"/>
              </a:rPr>
              <a:t>);</a:t>
            </a:r>
          </a:p>
          <a:p>
            <a:pPr marL="174625" marR="0" lvl="2" algn="l" rtl="0"/>
            <a:r>
              <a:rPr lang="fr-FR" sz="1000" b="0" i="0" u="none" strike="noStrike" baseline="0" dirty="0">
                <a:latin typeface="Consolas" panose="020B0609020204030204" pitchFamily="49" charset="0"/>
              </a:rPr>
              <a:t>}}</a:t>
            </a:r>
          </a:p>
          <a:p>
            <a:pPr marR="0" algn="l" rtl="0"/>
            <a:r>
              <a:rPr lang="fr-FR" sz="1000" b="0" i="0" u="none" strike="noStrike" baseline="0" dirty="0">
                <a:solidFill>
                  <a:srgbClr val="0000FF"/>
                </a:solidFill>
                <a:latin typeface="Consolas" panose="020B0609020204030204" pitchFamily="49" charset="0"/>
              </a:rPr>
              <a:t>export default </a:t>
            </a:r>
            <a:r>
              <a:rPr lang="fr-FR" sz="1000" b="0" i="0" u="none" strike="noStrike" baseline="0" dirty="0" err="1">
                <a:solidFill>
                  <a:srgbClr val="0000FF"/>
                </a:solidFill>
                <a:latin typeface="Consolas" panose="020B0609020204030204" pitchFamily="49" charset="0"/>
              </a:rPr>
              <a:t>NameForm</a:t>
            </a:r>
            <a:r>
              <a:rPr lang="fr-FR" sz="1000" b="0" i="0" u="none" strike="noStrike" baseline="0" dirty="0">
                <a:solidFill>
                  <a:srgbClr val="0000FF"/>
                </a:solidFill>
                <a:latin typeface="Consolas" panose="020B0609020204030204" pitchFamily="49" charset="0"/>
              </a:rPr>
              <a:t>;	</a:t>
            </a:r>
            <a:endParaRPr lang="fr-FR" sz="1100" b="0" i="0" u="none" strike="noStrike" baseline="0" dirty="0">
              <a:solidFill>
                <a:srgbClr val="0000FF"/>
              </a:solidFill>
              <a:latin typeface="Consolas" panose="020B0609020204030204" pitchFamily="49" charset="0"/>
            </a:endParaRPr>
          </a:p>
        </p:txBody>
      </p:sp>
      <p:sp>
        <p:nvSpPr>
          <p:cNvPr id="15" name="ZoneTexte 14">
            <a:extLst>
              <a:ext uri="{FF2B5EF4-FFF2-40B4-BE49-F238E27FC236}">
                <a16:creationId xmlns:a16="http://schemas.microsoft.com/office/drawing/2014/main" id="{E19417A8-DD9E-A392-FFFD-C1712E51B6E4}"/>
              </a:ext>
            </a:extLst>
          </p:cNvPr>
          <p:cNvSpPr txBox="1"/>
          <p:nvPr/>
        </p:nvSpPr>
        <p:spPr>
          <a:xfrm>
            <a:off x="4613100" y="1488306"/>
            <a:ext cx="4530900" cy="5109091"/>
          </a:xfrm>
          <a:prstGeom prst="rect">
            <a:avLst/>
          </a:prstGeom>
          <a:noFill/>
          <a:ln>
            <a:solidFill>
              <a:schemeClr val="accent5">
                <a:lumMod val="50000"/>
              </a:schemeClr>
            </a:solidFill>
          </a:ln>
        </p:spPr>
        <p:txBody>
          <a:bodyPr wrap="square">
            <a:spAutoFit/>
          </a:bodyPr>
          <a:lstStyle/>
          <a:p>
            <a:pPr marR="0" algn="l" rtl="0"/>
            <a:r>
              <a:rPr lang="fr-FR" sz="1200" b="1" i="0" u="none" strike="noStrike" baseline="0" dirty="0">
                <a:latin typeface="Calibri" panose="020F0502020204030204" pitchFamily="34" charset="0"/>
                <a:ea typeface="Calibri" panose="020F0502020204030204" pitchFamily="34" charset="0"/>
              </a:rPr>
              <a:t>Méthode 2 : Composant fonctionnel</a:t>
            </a:r>
          </a:p>
          <a:p>
            <a:pPr marR="0" algn="l" rtl="0"/>
            <a:endParaRPr lang="fr-FR" sz="800" b="1" i="0" u="none" strike="noStrike" baseline="0" dirty="0">
              <a:latin typeface="Calibri" panose="020F0502020204030204" pitchFamily="34" charset="0"/>
              <a:ea typeface="Calibri" panose="020F0502020204030204" pitchFamily="34" charset="0"/>
            </a:endParaRPr>
          </a:p>
          <a:p>
            <a:pPr marR="0" algn="l" rtl="0"/>
            <a:r>
              <a:rPr lang="fr-FR" sz="1100" b="0" i="1" u="sng" strike="noStrike" baseline="0" dirty="0">
                <a:latin typeface="Consolas" panose="020B0609020204030204" pitchFamily="49" charset="0"/>
              </a:rPr>
              <a:t>NameForm.js</a:t>
            </a:r>
            <a:r>
              <a:rPr lang="fr-FR" sz="1100" b="0" i="1" u="none" strike="noStrike" baseline="0" dirty="0">
                <a:latin typeface="Consolas" panose="020B0609020204030204" pitchFamily="49" charset="0"/>
              </a:rPr>
              <a:t>	</a:t>
            </a:r>
            <a:endParaRPr lang="fr-FR" sz="1100" b="0" i="0" u="none" strike="noStrike" baseline="0" dirty="0">
              <a:latin typeface="Consolas" panose="020B0609020204030204" pitchFamily="49" charset="0"/>
            </a:endParaRPr>
          </a:p>
          <a:p>
            <a:pPr marR="0" algn="l" rtl="0"/>
            <a:r>
              <a:rPr lang="fr-FR" sz="1100" b="0" i="0" u="none" strike="noStrike" baseline="0" dirty="0">
                <a:solidFill>
                  <a:srgbClr val="0000FF"/>
                </a:solidFill>
                <a:latin typeface="Consolas" panose="020B0609020204030204" pitchFamily="49" charset="0"/>
              </a:rPr>
              <a:t>import { </a:t>
            </a:r>
            <a:r>
              <a:rPr lang="fr-FR" sz="1100" b="0" i="0" u="none" strike="noStrike" baseline="0" dirty="0" err="1">
                <a:solidFill>
                  <a:srgbClr val="0000FF"/>
                </a:solidFill>
                <a:latin typeface="Consolas" panose="020B0609020204030204" pitchFamily="49" charset="0"/>
              </a:rPr>
              <a:t>useState</a:t>
            </a:r>
            <a:r>
              <a:rPr lang="fr-FR" sz="1100" b="0" i="0" u="none" strike="noStrike" baseline="0" dirty="0">
                <a:solidFill>
                  <a:srgbClr val="0000FF"/>
                </a:solidFill>
                <a:latin typeface="Consolas" panose="020B0609020204030204" pitchFamily="49" charset="0"/>
              </a:rPr>
              <a:t> } </a:t>
            </a:r>
            <a:r>
              <a:rPr lang="fr-FR" sz="1100" b="0" i="0" u="none" strike="noStrike" baseline="0" dirty="0" err="1">
                <a:solidFill>
                  <a:srgbClr val="0000FF"/>
                </a:solidFill>
                <a:latin typeface="Consolas" panose="020B0609020204030204" pitchFamily="49" charset="0"/>
              </a:rPr>
              <a:t>from</a:t>
            </a:r>
            <a:r>
              <a:rPr lang="fr-FR" sz="1100" b="0" i="0" u="none" strike="noStrike" baseline="0" dirty="0">
                <a:solidFill>
                  <a:srgbClr val="0000FF"/>
                </a:solidFill>
                <a:latin typeface="Consolas" panose="020B0609020204030204" pitchFamily="49" charset="0"/>
              </a:rPr>
              <a:t> </a:t>
            </a:r>
            <a:r>
              <a:rPr lang="fr-FR" sz="1100" b="0" i="0" u="none" strike="noStrike" baseline="0" dirty="0">
                <a:solidFill>
                  <a:srgbClr val="A21515"/>
                </a:solidFill>
                <a:latin typeface="Consolas" panose="020B0609020204030204" pitchFamily="49" charset="0"/>
              </a:rPr>
              <a:t>"</a:t>
            </a:r>
            <a:r>
              <a:rPr lang="fr-FR" sz="1100" b="0" i="0" u="none" strike="noStrike" baseline="0" dirty="0" err="1">
                <a:solidFill>
                  <a:srgbClr val="A21515"/>
                </a:solidFill>
                <a:latin typeface="Consolas" panose="020B0609020204030204" pitchFamily="49" charset="0"/>
              </a:rPr>
              <a:t>react</a:t>
            </a:r>
            <a:r>
              <a:rPr lang="fr-FR" sz="1100" b="0" i="0" u="none" strike="noStrike" baseline="0" dirty="0">
                <a:solidFill>
                  <a:srgbClr val="A21515"/>
                </a:solidFill>
                <a:latin typeface="Consolas" panose="020B0609020204030204" pitchFamily="49" charset="0"/>
              </a:rPr>
              <a:t>";</a:t>
            </a:r>
            <a:endParaRPr lang="fr-FR" sz="1100" b="1" i="0" u="none" strike="noStrike" baseline="0" dirty="0">
              <a:latin typeface="Calibri" panose="020F0502020204030204" pitchFamily="34" charset="0"/>
            </a:endParaRPr>
          </a:p>
          <a:p>
            <a:pPr marR="0" algn="l" rtl="0"/>
            <a:r>
              <a:rPr lang="fr-FR" sz="1100" b="0" i="0" u="none" strike="noStrike" baseline="0" dirty="0" err="1">
                <a:solidFill>
                  <a:srgbClr val="0000FF"/>
                </a:solidFill>
                <a:latin typeface="Consolas" panose="020B0609020204030204" pitchFamily="49" charset="0"/>
              </a:rPr>
              <a:t>const</a:t>
            </a:r>
            <a:r>
              <a:rPr lang="fr-FR" sz="1100" b="0" i="0" u="none" strike="noStrike" baseline="0" dirty="0">
                <a:solidFill>
                  <a:srgbClr val="0000FF"/>
                </a:solidFill>
                <a:latin typeface="Consolas" panose="020B0609020204030204" pitchFamily="49" charset="0"/>
              </a:rPr>
              <a:t> </a:t>
            </a:r>
            <a:r>
              <a:rPr lang="fr-FR" sz="1100" b="0" i="0" u="none" strike="noStrike" baseline="0" dirty="0" err="1">
                <a:solidFill>
                  <a:srgbClr val="0000FF"/>
                </a:solidFill>
                <a:latin typeface="Consolas" panose="020B0609020204030204" pitchFamily="49" charset="0"/>
              </a:rPr>
              <a:t>NameForm</a:t>
            </a:r>
            <a:r>
              <a:rPr lang="fr-FR" sz="1100" b="0" i="0" u="none" strike="noStrike" baseline="0" dirty="0">
                <a:solidFill>
                  <a:srgbClr val="0000FF"/>
                </a:solidFill>
                <a:latin typeface="Consolas" panose="020B0609020204030204" pitchFamily="49" charset="0"/>
              </a:rPr>
              <a:t> = () =&gt; </a:t>
            </a:r>
          </a:p>
          <a:p>
            <a:pPr marR="0" algn="l" rtl="0"/>
            <a:r>
              <a:rPr lang="fr-FR" sz="1100" b="0" i="0" u="none" strike="noStrike" baseline="0" dirty="0">
                <a:solidFill>
                  <a:srgbClr val="FF0000"/>
                </a:solidFill>
                <a:latin typeface="Consolas" panose="020B0609020204030204" pitchFamily="49" charset="0"/>
              </a:rPr>
              <a:t>{</a:t>
            </a:r>
          </a:p>
          <a:p>
            <a:pPr marL="452438" marR="3480" lvl="2" algn="l" rtl="0"/>
            <a:r>
              <a:rPr lang="en-US" sz="1100" b="0" i="0" u="none" strike="noStrike" baseline="0" dirty="0">
                <a:solidFill>
                  <a:srgbClr val="0000FF"/>
                </a:solidFill>
                <a:latin typeface="Consolas" panose="020B0609020204030204" pitchFamily="49" charset="0"/>
              </a:rPr>
              <a:t>const [nom, </a:t>
            </a:r>
            <a:r>
              <a:rPr lang="en-US" sz="1100" b="0" i="0" u="none" strike="noStrike" baseline="0" dirty="0" err="1">
                <a:solidFill>
                  <a:srgbClr val="0000FF"/>
                </a:solidFill>
                <a:latin typeface="Consolas" panose="020B0609020204030204" pitchFamily="49" charset="0"/>
              </a:rPr>
              <a:t>setNom</a:t>
            </a:r>
            <a:r>
              <a:rPr lang="en-US" sz="1100" b="0" i="0" u="none" strike="noStrike" baseline="0" dirty="0">
                <a:solidFill>
                  <a:srgbClr val="0000FF"/>
                </a:solidFill>
                <a:latin typeface="Consolas" panose="020B0609020204030204" pitchFamily="49" charset="0"/>
              </a:rPr>
              <a:t>] = </a:t>
            </a:r>
            <a:r>
              <a:rPr lang="en-US" sz="1100" b="0" i="0" u="none" strike="noStrike" baseline="0" dirty="0" err="1">
                <a:solidFill>
                  <a:srgbClr val="0000FF"/>
                </a:solidFill>
                <a:latin typeface="Consolas" panose="020B0609020204030204" pitchFamily="49" charset="0"/>
              </a:rPr>
              <a:t>useState</a:t>
            </a:r>
            <a:r>
              <a:rPr lang="en-US" sz="1100" b="0" i="0" u="none" strike="noStrike" baseline="0" dirty="0">
                <a:solidFill>
                  <a:srgbClr val="0000FF"/>
                </a:solidFill>
                <a:latin typeface="Consolas" panose="020B0609020204030204" pitchFamily="49" charset="0"/>
              </a:rPr>
              <a:t>(</a:t>
            </a:r>
            <a:r>
              <a:rPr lang="en-US" sz="1100" b="0" i="0" u="none" strike="noStrike" baseline="0" dirty="0">
                <a:solidFill>
                  <a:srgbClr val="A21515"/>
                </a:solidFill>
                <a:latin typeface="Consolas" panose="020B0609020204030204" pitchFamily="49" charset="0"/>
              </a:rPr>
              <a:t>‘’); </a:t>
            </a:r>
          </a:p>
          <a:p>
            <a:pPr marL="452438" marR="3480" lvl="2" algn="l" rtl="0"/>
            <a:r>
              <a:rPr lang="en-US" sz="1100" b="0" i="0" u="none" strike="noStrike" baseline="0" dirty="0">
                <a:solidFill>
                  <a:srgbClr val="0000FF"/>
                </a:solidFill>
                <a:latin typeface="Consolas" panose="020B0609020204030204" pitchFamily="49" charset="0"/>
              </a:rPr>
              <a:t>const </a:t>
            </a:r>
            <a:r>
              <a:rPr lang="en-US" sz="1100" b="0" i="0" u="none" strike="noStrike" baseline="0" dirty="0" err="1">
                <a:solidFill>
                  <a:srgbClr val="0000FF"/>
                </a:solidFill>
                <a:highlight>
                  <a:srgbClr val="FFFF00"/>
                </a:highlight>
                <a:latin typeface="Consolas" panose="020B0609020204030204" pitchFamily="49" charset="0"/>
              </a:rPr>
              <a:t>handleChange</a:t>
            </a:r>
            <a:r>
              <a:rPr lang="en-US" sz="1100" b="0" i="0" u="none" strike="noStrike" baseline="0" dirty="0">
                <a:solidFill>
                  <a:srgbClr val="0000FF"/>
                </a:solidFill>
                <a:latin typeface="Consolas" panose="020B0609020204030204" pitchFamily="49" charset="0"/>
              </a:rPr>
              <a:t> =(event)=&gt;</a:t>
            </a:r>
          </a:p>
          <a:p>
            <a:pPr marL="452438" marR="3480" lvl="2" algn="l" rtl="0"/>
            <a:r>
              <a:rPr lang="en-US" sz="1100" dirty="0">
                <a:solidFill>
                  <a:srgbClr val="0000FF"/>
                </a:solidFill>
                <a:latin typeface="Consolas" panose="020B0609020204030204" pitchFamily="49" charset="0"/>
              </a:rPr>
              <a:t>     </a:t>
            </a:r>
            <a:r>
              <a:rPr lang="en-US" sz="1100" b="0" i="0" u="none" strike="noStrike" baseline="0" dirty="0">
                <a:solidFill>
                  <a:srgbClr val="0000FF"/>
                </a:solidFill>
                <a:latin typeface="Consolas" panose="020B0609020204030204" pitchFamily="49" charset="0"/>
              </a:rPr>
              <a:t>{</a:t>
            </a:r>
          </a:p>
          <a:p>
            <a:pPr marL="893763" marR="0" lvl="3" algn="l" rtl="0"/>
            <a:r>
              <a:rPr lang="fr-FR" sz="1100" b="0" i="0" u="none" strike="noStrike" baseline="0" dirty="0" err="1">
                <a:latin typeface="Consolas" panose="020B0609020204030204" pitchFamily="49" charset="0"/>
              </a:rPr>
              <a:t>setNom</a:t>
            </a:r>
            <a:r>
              <a:rPr lang="fr-FR" sz="1100" b="0" i="0" u="none" strike="noStrike" baseline="0" dirty="0">
                <a:latin typeface="Consolas" panose="020B0609020204030204" pitchFamily="49" charset="0"/>
              </a:rPr>
              <a:t>(</a:t>
            </a:r>
            <a:r>
              <a:rPr lang="fr-FR" sz="1100" b="0" i="0" u="none" strike="noStrike" baseline="0" dirty="0" err="1">
                <a:latin typeface="Consolas" panose="020B0609020204030204" pitchFamily="49" charset="0"/>
              </a:rPr>
              <a:t>event.target.value</a:t>
            </a:r>
            <a:r>
              <a:rPr lang="fr-FR" sz="1100" b="0" i="0" u="none" strike="noStrike" baseline="0" dirty="0">
                <a:latin typeface="Consolas" panose="020B0609020204030204" pitchFamily="49" charset="0"/>
              </a:rPr>
              <a:t>);</a:t>
            </a:r>
          </a:p>
          <a:p>
            <a:pPr marL="893763" marR="3480" lvl="2" algn="l"/>
            <a:r>
              <a:rPr lang="fr-FR" sz="1100" dirty="0">
                <a:solidFill>
                  <a:srgbClr val="0000FF"/>
                </a:solidFill>
                <a:latin typeface="Consolas" panose="020B0609020204030204" pitchFamily="49" charset="0"/>
              </a:rPr>
              <a:t>}</a:t>
            </a:r>
          </a:p>
          <a:p>
            <a:pPr marR="0" algn="l" rtl="0"/>
            <a:endParaRPr lang="fr-FR" sz="1100" b="1" i="0" u="none" strike="noStrike" baseline="0" dirty="0">
              <a:latin typeface="Calibri" panose="020F0502020204030204" pitchFamily="34" charset="0"/>
            </a:endParaRPr>
          </a:p>
          <a:p>
            <a:pPr marL="452438" marR="0" lvl="2" algn="l" rtl="0"/>
            <a:r>
              <a:rPr lang="fr-FR" sz="1100" b="0" i="0" u="none" strike="noStrike" baseline="0" dirty="0" err="1">
                <a:solidFill>
                  <a:srgbClr val="0000FF"/>
                </a:solidFill>
                <a:latin typeface="Consolas" panose="020B0609020204030204" pitchFamily="49" charset="0"/>
              </a:rPr>
              <a:t>const</a:t>
            </a:r>
            <a:r>
              <a:rPr lang="fr-FR" sz="1100" b="0" i="0" u="none" strike="noStrike" baseline="0" dirty="0">
                <a:solidFill>
                  <a:srgbClr val="0000FF"/>
                </a:solidFill>
                <a:latin typeface="Consolas" panose="020B0609020204030204" pitchFamily="49" charset="0"/>
              </a:rPr>
              <a:t> </a:t>
            </a:r>
            <a:r>
              <a:rPr lang="fr-FR" sz="1100" b="0" i="0" u="none" strike="noStrike" baseline="0" dirty="0" err="1">
                <a:solidFill>
                  <a:srgbClr val="0000FF"/>
                </a:solidFill>
                <a:highlight>
                  <a:srgbClr val="00FFFF"/>
                </a:highlight>
                <a:latin typeface="Consolas" panose="020B0609020204030204" pitchFamily="49" charset="0"/>
              </a:rPr>
              <a:t>handleSubmi</a:t>
            </a:r>
            <a:r>
              <a:rPr lang="fr-FR" sz="1100" b="0" i="0" u="none" strike="noStrike" baseline="0" dirty="0" err="1">
                <a:solidFill>
                  <a:srgbClr val="0000FF"/>
                </a:solidFill>
                <a:latin typeface="Consolas" panose="020B0609020204030204" pitchFamily="49" charset="0"/>
              </a:rPr>
              <a:t>t</a:t>
            </a:r>
            <a:r>
              <a:rPr lang="fr-FR" sz="1100" b="0" i="0" u="none" strike="noStrike" baseline="0" dirty="0">
                <a:solidFill>
                  <a:srgbClr val="0000FF"/>
                </a:solidFill>
                <a:latin typeface="Consolas" panose="020B0609020204030204" pitchFamily="49" charset="0"/>
              </a:rPr>
              <a:t> =(</a:t>
            </a:r>
            <a:r>
              <a:rPr lang="fr-FR" sz="1100" b="0" i="0" u="none" strike="noStrike" baseline="0" dirty="0" err="1">
                <a:solidFill>
                  <a:srgbClr val="0000FF"/>
                </a:solidFill>
                <a:latin typeface="Consolas" panose="020B0609020204030204" pitchFamily="49" charset="0"/>
              </a:rPr>
              <a:t>event</a:t>
            </a:r>
            <a:r>
              <a:rPr lang="fr-FR" sz="1100" b="0" i="0" u="none" strike="noStrike" baseline="0" dirty="0">
                <a:solidFill>
                  <a:srgbClr val="0000FF"/>
                </a:solidFill>
                <a:latin typeface="Consolas" panose="020B0609020204030204" pitchFamily="49" charset="0"/>
              </a:rPr>
              <a:t>)=&gt;{</a:t>
            </a:r>
          </a:p>
          <a:p>
            <a:pPr marL="893763" marR="0" lvl="3" algn="l" rtl="0"/>
            <a:r>
              <a:rPr lang="fr-FR" sz="1100" b="0" i="0" u="none" strike="noStrike" baseline="0" dirty="0" err="1">
                <a:latin typeface="Consolas" panose="020B0609020204030204" pitchFamily="49" charset="0"/>
              </a:rPr>
              <a:t>alert</a:t>
            </a:r>
            <a:r>
              <a:rPr lang="fr-FR" sz="1100" b="0" i="0" u="none" strike="noStrike" baseline="0" dirty="0">
                <a:latin typeface="Consolas" panose="020B0609020204030204" pitchFamily="49" charset="0"/>
              </a:rPr>
              <a:t>(</a:t>
            </a:r>
            <a:r>
              <a:rPr lang="fr-FR" sz="1100" b="0" i="0" u="none" strike="noStrike" baseline="0" dirty="0">
                <a:solidFill>
                  <a:srgbClr val="A21515"/>
                </a:solidFill>
                <a:latin typeface="Consolas" panose="020B0609020204030204" pitchFamily="49" charset="0"/>
              </a:rPr>
              <a:t>'Le nom a été soumis : ' + nom);</a:t>
            </a:r>
          </a:p>
          <a:p>
            <a:pPr marL="0" lvl="3" algn="l"/>
            <a:r>
              <a:rPr lang="fr-FR" sz="1100" dirty="0">
                <a:solidFill>
                  <a:schemeClr val="accent6">
                    <a:lumMod val="75000"/>
                  </a:schemeClr>
                </a:solidFill>
                <a:latin typeface="Consolas" panose="020B0609020204030204" pitchFamily="49" charset="0"/>
              </a:rPr>
              <a:t>//</a:t>
            </a:r>
            <a:r>
              <a:rPr lang="fr-FR" sz="1100" dirty="0">
                <a:solidFill>
                  <a:schemeClr val="accent6">
                    <a:lumMod val="75000"/>
                  </a:schemeClr>
                </a:solidFill>
              </a:rPr>
              <a:t>empêche le comportement par défaut (rechargement de la page)</a:t>
            </a:r>
            <a:endParaRPr lang="fr-FR" sz="1100" dirty="0">
              <a:solidFill>
                <a:srgbClr val="A21515"/>
              </a:solidFill>
              <a:latin typeface="Consolas" panose="020B0609020204030204" pitchFamily="49" charset="0"/>
            </a:endParaRPr>
          </a:p>
          <a:p>
            <a:pPr marL="893763" marR="0" lvl="3" algn="l" rtl="0"/>
            <a:r>
              <a:rPr lang="fr-FR" sz="1100" b="0" i="0" u="none" strike="noStrike" baseline="0" dirty="0">
                <a:solidFill>
                  <a:srgbClr val="A21515"/>
                </a:solidFill>
                <a:latin typeface="Consolas" panose="020B0609020204030204" pitchFamily="49" charset="0"/>
              </a:rPr>
              <a:t> </a:t>
            </a:r>
            <a:r>
              <a:rPr lang="fr-FR" sz="1100" b="0" i="0" u="none" strike="noStrike" baseline="0" dirty="0" err="1">
                <a:solidFill>
                  <a:srgbClr val="A21515"/>
                </a:solidFill>
                <a:latin typeface="Consolas" panose="020B0609020204030204" pitchFamily="49" charset="0"/>
              </a:rPr>
              <a:t>event.preventDefault</a:t>
            </a:r>
            <a:r>
              <a:rPr lang="fr-FR" sz="1100" b="0" i="0" u="none" strike="noStrike" baseline="0" dirty="0">
                <a:solidFill>
                  <a:srgbClr val="A21515"/>
                </a:solidFill>
                <a:latin typeface="Consolas" panose="020B0609020204030204" pitchFamily="49" charset="0"/>
              </a:rPr>
              <a:t>();</a:t>
            </a:r>
          </a:p>
          <a:p>
            <a:pPr marL="452438" lvl="2" algn="l"/>
            <a:r>
              <a:rPr lang="fr-FR" sz="1100" b="0" i="0" u="none" strike="noStrike" baseline="0" dirty="0">
                <a:solidFill>
                  <a:schemeClr val="accent5">
                    <a:lumMod val="75000"/>
                  </a:schemeClr>
                </a:solidFill>
                <a:latin typeface="Consolas" panose="020B0609020204030204" pitchFamily="49" charset="0"/>
              </a:rPr>
              <a:t>      }</a:t>
            </a:r>
            <a:r>
              <a:rPr lang="fr-FR" sz="1100" dirty="0">
                <a:solidFill>
                  <a:srgbClr val="0000FF"/>
                </a:solidFill>
                <a:latin typeface="Consolas" panose="020B0609020204030204" pitchFamily="49" charset="0"/>
              </a:rPr>
              <a:t>	</a:t>
            </a:r>
          </a:p>
          <a:p>
            <a:pPr marL="452438" lvl="2" algn="l"/>
            <a:r>
              <a:rPr lang="fr-FR" sz="1100" dirty="0">
                <a:solidFill>
                  <a:srgbClr val="0000FF"/>
                </a:solidFill>
                <a:latin typeface="Consolas" panose="020B0609020204030204" pitchFamily="49" charset="0"/>
              </a:rPr>
              <a:t>return </a:t>
            </a:r>
            <a:r>
              <a:rPr lang="fr-FR" sz="1100" b="0" i="0" u="none" strike="noStrike" baseline="0" dirty="0">
                <a:solidFill>
                  <a:srgbClr val="0000FF"/>
                </a:solidFill>
                <a:latin typeface="Consolas" panose="020B0609020204030204" pitchFamily="49" charset="0"/>
              </a:rPr>
              <a:t>(</a:t>
            </a:r>
          </a:p>
          <a:p>
            <a:pPr marL="627063" marR="0" lvl="4" algn="l" rtl="0"/>
            <a:r>
              <a:rPr lang="fr-FR" sz="1100" b="0" i="0" u="none" strike="noStrike" baseline="0" dirty="0">
                <a:solidFill>
                  <a:srgbClr val="800000"/>
                </a:solidFill>
                <a:latin typeface="Consolas" panose="020B0609020204030204" pitchFamily="49" charset="0"/>
              </a:rPr>
              <a:t>&lt;</a:t>
            </a:r>
            <a:r>
              <a:rPr lang="fr-FR" sz="1100" b="0" i="0" u="none" strike="noStrike" baseline="0" dirty="0" err="1">
                <a:solidFill>
                  <a:srgbClr val="800000"/>
                </a:solidFill>
                <a:highlight>
                  <a:srgbClr val="FF00FF"/>
                </a:highlight>
                <a:latin typeface="Consolas" panose="020B0609020204030204" pitchFamily="49" charset="0"/>
              </a:rPr>
              <a:t>form</a:t>
            </a:r>
            <a:r>
              <a:rPr lang="fr-FR" sz="1100" b="0" i="0" u="none" strike="noStrike" baseline="0" dirty="0">
                <a:solidFill>
                  <a:srgbClr val="800000"/>
                </a:solidFill>
                <a:latin typeface="Consolas" panose="020B0609020204030204" pitchFamily="49" charset="0"/>
              </a:rPr>
              <a:t> </a:t>
            </a:r>
            <a:r>
              <a:rPr lang="fr-FR" sz="1100" b="0" i="0" u="none" strike="noStrike" baseline="0" dirty="0" err="1">
                <a:solidFill>
                  <a:srgbClr val="FF0000"/>
                </a:solidFill>
                <a:highlight>
                  <a:srgbClr val="00FF00"/>
                </a:highlight>
                <a:latin typeface="Consolas" panose="020B0609020204030204" pitchFamily="49" charset="0"/>
              </a:rPr>
              <a:t>onSubmit</a:t>
            </a:r>
            <a:r>
              <a:rPr lang="fr-FR" sz="1100" b="0" i="0" u="none" strike="noStrike" baseline="0" dirty="0">
                <a:solidFill>
                  <a:srgbClr val="FF0000"/>
                </a:solidFill>
                <a:latin typeface="Consolas" panose="020B0609020204030204" pitchFamily="49" charset="0"/>
              </a:rPr>
              <a:t>=</a:t>
            </a:r>
            <a:r>
              <a:rPr lang="fr-FR" sz="1100" b="0" i="0" u="none" strike="noStrike" baseline="0" dirty="0">
                <a:solidFill>
                  <a:srgbClr val="0000FF"/>
                </a:solidFill>
                <a:highlight>
                  <a:srgbClr val="00FFFF"/>
                </a:highlight>
                <a:latin typeface="Consolas" panose="020B0609020204030204" pitchFamily="49" charset="0"/>
              </a:rPr>
              <a:t>{</a:t>
            </a:r>
            <a:r>
              <a:rPr lang="fr-FR" sz="1100" b="0" i="0" u="none" strike="noStrike" baseline="0" dirty="0" err="1">
                <a:solidFill>
                  <a:srgbClr val="0000FF"/>
                </a:solidFill>
                <a:highlight>
                  <a:srgbClr val="00FFFF"/>
                </a:highlight>
                <a:latin typeface="Consolas" panose="020B0609020204030204" pitchFamily="49" charset="0"/>
              </a:rPr>
              <a:t>handleSubmit</a:t>
            </a:r>
            <a:r>
              <a:rPr lang="fr-FR" sz="1100" b="0" i="0" u="none" strike="noStrike" baseline="0" dirty="0">
                <a:solidFill>
                  <a:srgbClr val="0000FF"/>
                </a:solidFill>
                <a:highlight>
                  <a:srgbClr val="00FFFF"/>
                </a:highlight>
                <a:latin typeface="Consolas" panose="020B0609020204030204" pitchFamily="49" charset="0"/>
              </a:rPr>
              <a:t>}</a:t>
            </a:r>
            <a:r>
              <a:rPr lang="fr-FR" sz="1100" b="0" i="0" u="none" strike="noStrike" baseline="0" dirty="0">
                <a:solidFill>
                  <a:srgbClr val="800000"/>
                </a:solidFill>
                <a:highlight>
                  <a:srgbClr val="00FFFF"/>
                </a:highlight>
                <a:latin typeface="Consolas" panose="020B0609020204030204" pitchFamily="49" charset="0"/>
              </a:rPr>
              <a:t>&gt;</a:t>
            </a:r>
          </a:p>
          <a:p>
            <a:pPr marL="893763" marR="67870" lvl="5" algn="l" rtl="0"/>
            <a:r>
              <a:rPr lang="fr-FR" sz="1100" b="0" i="0" u="none" strike="noStrike" baseline="0" dirty="0">
                <a:solidFill>
                  <a:srgbClr val="800000"/>
                </a:solidFill>
                <a:latin typeface="Consolas" panose="020B0609020204030204" pitchFamily="49" charset="0"/>
              </a:rPr>
              <a:t>&lt;label&gt; Nom :</a:t>
            </a:r>
          </a:p>
          <a:p>
            <a:pPr marL="893763" marR="0" lvl="3" algn="l" rtl="0"/>
            <a:r>
              <a:rPr lang="fr-FR" sz="1100" b="0" i="0" u="none" strike="noStrike" baseline="0" dirty="0">
                <a:solidFill>
                  <a:srgbClr val="800000"/>
                </a:solidFill>
                <a:latin typeface="Consolas" panose="020B0609020204030204" pitchFamily="49" charset="0"/>
              </a:rPr>
              <a:t>&lt;input </a:t>
            </a:r>
            <a:r>
              <a:rPr lang="fr-FR" sz="1100" b="0" i="0" u="none" strike="noStrike" baseline="0" dirty="0">
                <a:solidFill>
                  <a:srgbClr val="FF0000"/>
                </a:solidFill>
                <a:latin typeface="Consolas" panose="020B0609020204030204" pitchFamily="49" charset="0"/>
              </a:rPr>
              <a:t>type=</a:t>
            </a:r>
            <a:r>
              <a:rPr lang="fr-FR" sz="1100" b="0" i="0" u="none" strike="noStrike" baseline="0" dirty="0">
                <a:solidFill>
                  <a:srgbClr val="A21515"/>
                </a:solidFill>
                <a:latin typeface="Consolas" panose="020B0609020204030204" pitchFamily="49" charset="0"/>
              </a:rPr>
              <a:t>"</a:t>
            </a:r>
            <a:r>
              <a:rPr lang="fr-FR" sz="1100" b="0" i="0" u="none" strike="noStrike" baseline="0" dirty="0" err="1">
                <a:solidFill>
                  <a:srgbClr val="A21515"/>
                </a:solidFill>
                <a:latin typeface="Consolas" panose="020B0609020204030204" pitchFamily="49" charset="0"/>
              </a:rPr>
              <a:t>text</a:t>
            </a:r>
            <a:r>
              <a:rPr lang="fr-FR" sz="1100" b="0" i="0" u="none" strike="noStrike" baseline="0" dirty="0">
                <a:solidFill>
                  <a:srgbClr val="A21515"/>
                </a:solidFill>
                <a:latin typeface="Consolas" panose="020B0609020204030204" pitchFamily="49" charset="0"/>
              </a:rPr>
              <a:t>" </a:t>
            </a:r>
            <a:r>
              <a:rPr lang="fr-FR" sz="1100" b="0" i="0" u="none" strike="noStrike" baseline="0" dirty="0" err="1">
                <a:solidFill>
                  <a:srgbClr val="FF0000"/>
                </a:solidFill>
                <a:latin typeface="Consolas" panose="020B0609020204030204" pitchFamily="49" charset="0"/>
              </a:rPr>
              <a:t>name</a:t>
            </a:r>
            <a:r>
              <a:rPr lang="fr-FR" sz="1100" b="0" i="0" u="none" strike="noStrike" baseline="0" dirty="0">
                <a:solidFill>
                  <a:srgbClr val="FF0000"/>
                </a:solidFill>
                <a:latin typeface="Consolas" panose="020B0609020204030204" pitchFamily="49" charset="0"/>
              </a:rPr>
              <a:t>=</a:t>
            </a:r>
            <a:r>
              <a:rPr lang="fr-FR" sz="1100" b="0" i="0" u="none" strike="noStrike" baseline="0" dirty="0">
                <a:solidFill>
                  <a:srgbClr val="A21515"/>
                </a:solidFill>
                <a:latin typeface="Consolas" panose="020B0609020204030204" pitchFamily="49" charset="0"/>
              </a:rPr>
              <a:t>"nom" </a:t>
            </a:r>
            <a:r>
              <a:rPr lang="fr-FR" sz="1100" b="0" i="0" u="none" strike="noStrike" baseline="0" dirty="0">
                <a:solidFill>
                  <a:srgbClr val="FF0000"/>
                </a:solidFill>
                <a:latin typeface="Consolas" panose="020B0609020204030204" pitchFamily="49" charset="0"/>
              </a:rPr>
              <a:t>value=</a:t>
            </a:r>
            <a:r>
              <a:rPr lang="fr-FR" sz="1100" b="0" i="0" u="none" strike="noStrike" baseline="0" dirty="0">
                <a:solidFill>
                  <a:srgbClr val="0000FF"/>
                </a:solidFill>
                <a:latin typeface="Consolas" panose="020B0609020204030204" pitchFamily="49" charset="0"/>
              </a:rPr>
              <a:t>{nom} </a:t>
            </a:r>
            <a:r>
              <a:rPr lang="fr-FR" sz="1100" b="0" i="0" u="none" strike="noStrike" baseline="0" dirty="0" err="1">
                <a:solidFill>
                  <a:srgbClr val="FF0000"/>
                </a:solidFill>
                <a:highlight>
                  <a:srgbClr val="FFFF00"/>
                </a:highlight>
                <a:latin typeface="Consolas" panose="020B0609020204030204" pitchFamily="49" charset="0"/>
              </a:rPr>
              <a:t>onChange</a:t>
            </a:r>
            <a:r>
              <a:rPr lang="fr-FR" sz="1100" b="0" i="0" u="none" strike="noStrike" baseline="0" dirty="0">
                <a:solidFill>
                  <a:srgbClr val="FF0000"/>
                </a:solidFill>
                <a:highlight>
                  <a:srgbClr val="FFFF00"/>
                </a:highlight>
                <a:latin typeface="Consolas" panose="020B0609020204030204" pitchFamily="49" charset="0"/>
              </a:rPr>
              <a:t>=</a:t>
            </a:r>
            <a:r>
              <a:rPr lang="fr-FR" sz="1100" b="0" i="0" u="none" strike="noStrike" baseline="0" dirty="0">
                <a:solidFill>
                  <a:srgbClr val="0000FF"/>
                </a:solidFill>
                <a:highlight>
                  <a:srgbClr val="FFFF00"/>
                </a:highlight>
                <a:latin typeface="Consolas" panose="020B0609020204030204" pitchFamily="49" charset="0"/>
              </a:rPr>
              <a:t>{</a:t>
            </a:r>
            <a:r>
              <a:rPr lang="fr-FR" sz="1100" b="0" i="0" u="none" strike="noStrike" baseline="0" dirty="0" err="1">
                <a:solidFill>
                  <a:srgbClr val="0000FF"/>
                </a:solidFill>
                <a:highlight>
                  <a:srgbClr val="FFFF00"/>
                </a:highlight>
                <a:latin typeface="Consolas" panose="020B0609020204030204" pitchFamily="49" charset="0"/>
              </a:rPr>
              <a:t>handleChange</a:t>
            </a:r>
            <a:r>
              <a:rPr lang="fr-FR" sz="1100" b="0" i="0" u="none" strike="noStrike" baseline="0" dirty="0">
                <a:solidFill>
                  <a:srgbClr val="0000FF"/>
                </a:solidFill>
                <a:highlight>
                  <a:srgbClr val="FFFF00"/>
                </a:highlight>
                <a:latin typeface="Consolas" panose="020B0609020204030204" pitchFamily="49" charset="0"/>
              </a:rPr>
              <a:t>} </a:t>
            </a:r>
            <a:r>
              <a:rPr lang="fr-FR" sz="1100" b="0" i="0" u="none" strike="noStrike" baseline="0" dirty="0">
                <a:solidFill>
                  <a:srgbClr val="800000"/>
                </a:solidFill>
                <a:latin typeface="Consolas" panose="020B0609020204030204" pitchFamily="49" charset="0"/>
              </a:rPr>
              <a:t>/&gt;</a:t>
            </a:r>
          </a:p>
          <a:p>
            <a:pPr marL="893763" marR="0" lvl="5" algn="l" rtl="0"/>
            <a:r>
              <a:rPr lang="fr-FR" sz="1100" b="0" i="0" u="none" strike="noStrike" baseline="0" dirty="0">
                <a:solidFill>
                  <a:srgbClr val="800000"/>
                </a:solidFill>
                <a:latin typeface="Consolas" panose="020B0609020204030204" pitchFamily="49" charset="0"/>
              </a:rPr>
              <a:t>&lt;/label&gt;</a:t>
            </a:r>
          </a:p>
          <a:p>
            <a:pPr marL="893763" marR="0" lvl="5" algn="l" rtl="0"/>
            <a:r>
              <a:rPr lang="fr-FR" sz="1100" b="0" i="0" u="none" strike="noStrike" baseline="0" dirty="0">
                <a:solidFill>
                  <a:srgbClr val="800000"/>
                </a:solidFill>
                <a:latin typeface="Consolas" panose="020B0609020204030204" pitchFamily="49" charset="0"/>
              </a:rPr>
              <a:t>&lt;input </a:t>
            </a:r>
            <a:r>
              <a:rPr lang="fr-FR" sz="1100" b="0" i="0" u="none" strike="noStrike" baseline="0" dirty="0">
                <a:solidFill>
                  <a:srgbClr val="FF0000"/>
                </a:solidFill>
                <a:latin typeface="Consolas" panose="020B0609020204030204" pitchFamily="49" charset="0"/>
              </a:rPr>
              <a:t>type=</a:t>
            </a:r>
            <a:r>
              <a:rPr lang="fr-FR" sz="1100" b="0" i="0" u="none" strike="noStrike" baseline="0" dirty="0">
                <a:solidFill>
                  <a:srgbClr val="A21515"/>
                </a:solidFill>
                <a:latin typeface="Consolas" panose="020B0609020204030204" pitchFamily="49" charset="0"/>
              </a:rPr>
              <a:t>"</a:t>
            </a:r>
            <a:r>
              <a:rPr lang="fr-FR" sz="1100" b="0" i="0" u="none" strike="noStrike" baseline="0" dirty="0" err="1">
                <a:solidFill>
                  <a:srgbClr val="A21515"/>
                </a:solidFill>
                <a:highlight>
                  <a:srgbClr val="00FF00"/>
                </a:highlight>
                <a:latin typeface="Consolas" panose="020B0609020204030204" pitchFamily="49" charset="0"/>
              </a:rPr>
              <a:t>submit</a:t>
            </a:r>
            <a:r>
              <a:rPr lang="fr-FR" sz="1100" b="0" i="0" u="none" strike="noStrike" baseline="0" dirty="0">
                <a:solidFill>
                  <a:srgbClr val="A21515"/>
                </a:solidFill>
                <a:latin typeface="Consolas" panose="020B0609020204030204" pitchFamily="49" charset="0"/>
              </a:rPr>
              <a:t>" </a:t>
            </a:r>
            <a:r>
              <a:rPr lang="fr-FR" sz="1100" b="0" i="0" u="none" strike="noStrike" baseline="0" dirty="0">
                <a:solidFill>
                  <a:srgbClr val="FF0000"/>
                </a:solidFill>
                <a:latin typeface="Consolas" panose="020B0609020204030204" pitchFamily="49" charset="0"/>
              </a:rPr>
              <a:t>value=</a:t>
            </a:r>
            <a:r>
              <a:rPr lang="fr-FR" sz="1100" b="0" i="0" u="none" strike="noStrike" baseline="0" dirty="0">
                <a:solidFill>
                  <a:srgbClr val="A21515"/>
                </a:solidFill>
                <a:latin typeface="Consolas" panose="020B0609020204030204" pitchFamily="49" charset="0"/>
              </a:rPr>
              <a:t>"Envoyer" </a:t>
            </a:r>
            <a:r>
              <a:rPr lang="fr-FR" sz="1100" b="0" i="0" u="none" strike="noStrike" baseline="0" dirty="0">
                <a:solidFill>
                  <a:srgbClr val="800000"/>
                </a:solidFill>
                <a:latin typeface="Consolas" panose="020B0609020204030204" pitchFamily="49" charset="0"/>
              </a:rPr>
              <a:t>/&gt;</a:t>
            </a:r>
          </a:p>
          <a:p>
            <a:pPr marL="627063" marR="0" lvl="4" algn="l" rtl="0"/>
            <a:r>
              <a:rPr lang="fr-FR" sz="1100" b="0" i="0" u="none" strike="noStrike" baseline="0" dirty="0">
                <a:solidFill>
                  <a:srgbClr val="800000"/>
                </a:solidFill>
                <a:latin typeface="Consolas" panose="020B0609020204030204" pitchFamily="49" charset="0"/>
              </a:rPr>
              <a:t>&lt;</a:t>
            </a:r>
            <a:r>
              <a:rPr lang="fr-FR" sz="1100" b="0" i="0" u="none" strike="noStrike" baseline="0" dirty="0">
                <a:solidFill>
                  <a:srgbClr val="800000"/>
                </a:solidFill>
                <a:highlight>
                  <a:srgbClr val="FF00FF"/>
                </a:highlight>
                <a:latin typeface="Consolas" panose="020B0609020204030204" pitchFamily="49" charset="0"/>
              </a:rPr>
              <a:t>/</a:t>
            </a:r>
            <a:r>
              <a:rPr lang="fr-FR" sz="1100" b="0" i="0" u="none" strike="noStrike" baseline="0" dirty="0" err="1">
                <a:solidFill>
                  <a:srgbClr val="800000"/>
                </a:solidFill>
                <a:highlight>
                  <a:srgbClr val="FF00FF"/>
                </a:highlight>
                <a:latin typeface="Consolas" panose="020B0609020204030204" pitchFamily="49" charset="0"/>
              </a:rPr>
              <a:t>form</a:t>
            </a:r>
            <a:r>
              <a:rPr lang="fr-FR" sz="1100" b="0" i="0" u="none" strike="noStrike" baseline="0" dirty="0">
                <a:solidFill>
                  <a:srgbClr val="800000"/>
                </a:solidFill>
                <a:latin typeface="Consolas" panose="020B0609020204030204" pitchFamily="49" charset="0"/>
              </a:rPr>
              <a:t>&gt;</a:t>
            </a:r>
          </a:p>
          <a:p>
            <a:pPr marL="985838" marR="0" lvl="4" algn="l" rtl="0"/>
            <a:r>
              <a:rPr lang="fr-FR" sz="1100" b="0" i="0" u="none" strike="noStrike" baseline="0" dirty="0">
                <a:latin typeface="Consolas" panose="020B0609020204030204" pitchFamily="49" charset="0"/>
              </a:rPr>
              <a:t>);</a:t>
            </a:r>
          </a:p>
          <a:p>
            <a:pPr marL="174625" lvl="4" algn="l"/>
            <a:r>
              <a:rPr lang="fr-FR" sz="1100" dirty="0">
                <a:solidFill>
                  <a:srgbClr val="FF0000"/>
                </a:solidFill>
                <a:latin typeface="Consolas" panose="020B0609020204030204" pitchFamily="49" charset="0"/>
              </a:rPr>
              <a:t>};</a:t>
            </a:r>
          </a:p>
          <a:p>
            <a:pPr marL="0" marR="0" lvl="3" algn="l" rtl="0"/>
            <a:r>
              <a:rPr lang="fr-FR" sz="1100" b="0" i="0" u="none" strike="noStrike" baseline="0" dirty="0">
                <a:solidFill>
                  <a:srgbClr val="0000FF"/>
                </a:solidFill>
                <a:latin typeface="Consolas" panose="020B0609020204030204" pitchFamily="49" charset="0"/>
              </a:rPr>
              <a:t>export default </a:t>
            </a:r>
            <a:r>
              <a:rPr lang="fr-FR" sz="1100" b="0" i="0" u="none" strike="noStrike" baseline="0" dirty="0" err="1">
                <a:solidFill>
                  <a:srgbClr val="0000FF"/>
                </a:solidFill>
                <a:latin typeface="Consolas" panose="020B0609020204030204" pitchFamily="49" charset="0"/>
              </a:rPr>
              <a:t>NameForm</a:t>
            </a:r>
            <a:r>
              <a:rPr lang="fr-FR" sz="1100" b="0" i="0" u="none" strike="noStrike" baseline="0" dirty="0">
                <a:solidFill>
                  <a:srgbClr val="0000FF"/>
                </a:solidFill>
                <a:latin typeface="Consolas" panose="020B0609020204030204" pitchFamily="49" charset="0"/>
              </a:rPr>
              <a:t>;</a:t>
            </a:r>
          </a:p>
          <a:p>
            <a:pPr marR="0" algn="l" rtl="0"/>
            <a:endParaRPr lang="fr-FR" sz="1100" b="0" i="0" u="none" strike="noStrike" baseline="0" dirty="0">
              <a:latin typeface="Consolas" panose="020B0609020204030204" pitchFamily="49" charset="0"/>
            </a:endParaRPr>
          </a:p>
        </p:txBody>
      </p:sp>
    </p:spTree>
    <p:extLst>
      <p:ext uri="{BB962C8B-B14F-4D97-AF65-F5344CB8AC3E}">
        <p14:creationId xmlns:p14="http://schemas.microsoft.com/office/powerpoint/2010/main" val="169974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P spid="13" grpId="0" animBg="1"/>
      <p:bldP spid="15"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 Formulaires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1586909"/>
          </a:xfrm>
          <a:prstGeom prst="rect">
            <a:avLst/>
          </a:prstGeom>
          <a:noFill/>
        </p:spPr>
        <p:txBody>
          <a:bodyPr wrap="square">
            <a:spAutoFit/>
          </a:bodyPr>
          <a:lstStyle/>
          <a:p>
            <a:pPr marR="526415" algn="just">
              <a:lnSpc>
                <a:spcPct val="107000"/>
              </a:lnSpc>
              <a:spcBef>
                <a:spcPts val="580"/>
              </a:spcBef>
              <a:spcAft>
                <a:spcPts val="0"/>
              </a:spcAft>
            </a:pPr>
            <a:r>
              <a:rPr lang="fr-FR" b="1" dirty="0">
                <a:solidFill>
                  <a:schemeClr val="accent1">
                    <a:lumMod val="75000"/>
                  </a:schemeClr>
                </a:solidFill>
                <a:latin typeface="+mn-lt"/>
                <a:ea typeface="+mj-ea"/>
                <a:cs typeface="+mj-cs"/>
              </a:rPr>
              <a:t>Gérer les champs de saisie multilignes</a:t>
            </a:r>
          </a:p>
          <a:p>
            <a:pPr marL="285750" indent="-285750" algn="just">
              <a:buFont typeface="Wingdings" panose="05000000000000000000" pitchFamily="2" charset="2"/>
              <a:buChar char="§"/>
            </a:pPr>
            <a:r>
              <a:rPr lang="fr-FR" dirty="0">
                <a:latin typeface="+mn-lt"/>
              </a:rPr>
              <a:t>Un champ de saisie multiligne se définit grâce à l’élément </a:t>
            </a:r>
            <a:r>
              <a:rPr lang="fr-FR" b="1" dirty="0">
                <a:solidFill>
                  <a:srgbClr val="C00000"/>
                </a:solidFill>
                <a:latin typeface="+mn-lt"/>
              </a:rPr>
              <a:t>&lt; </a:t>
            </a:r>
            <a:r>
              <a:rPr lang="fr-FR" b="1" dirty="0" err="1">
                <a:solidFill>
                  <a:srgbClr val="C00000"/>
                </a:solidFill>
                <a:latin typeface="+mn-lt"/>
              </a:rPr>
              <a:t>textarea</a:t>
            </a:r>
            <a:r>
              <a:rPr lang="fr-FR" b="1" dirty="0">
                <a:solidFill>
                  <a:srgbClr val="C00000"/>
                </a:solidFill>
                <a:latin typeface="+mn-lt"/>
              </a:rPr>
              <a:t> &gt;. </a:t>
            </a:r>
          </a:p>
          <a:p>
            <a:pPr marL="285750" indent="-285750" algn="just">
              <a:buFont typeface="Wingdings" panose="05000000000000000000" pitchFamily="2" charset="2"/>
              <a:buChar char="§"/>
            </a:pPr>
            <a:r>
              <a:rPr lang="fr-FR" dirty="0">
                <a:latin typeface="+mn-lt"/>
              </a:rPr>
              <a:t>Il s’utilisera sous la forme suivante:</a:t>
            </a:r>
          </a:p>
          <a:p>
            <a:pPr algn="just"/>
            <a:endParaRPr lang="fr-FR" dirty="0">
              <a:latin typeface="+mn-lt"/>
            </a:endParaRPr>
          </a:p>
          <a:p>
            <a:pPr algn="just"/>
            <a:endParaRPr lang="fr-FR" dirty="0">
              <a:latin typeface="+mn-lt"/>
            </a:endParaRPr>
          </a:p>
          <a:p>
            <a:pPr marL="285750" indent="-285750" algn="just">
              <a:buFont typeface="Wingdings" panose="05000000000000000000" pitchFamily="2" charset="2"/>
              <a:buChar char="§"/>
            </a:pPr>
            <a:r>
              <a:rPr lang="fr-FR" dirty="0">
                <a:latin typeface="+mn-lt"/>
              </a:rPr>
              <a:t>Implémentation du composant </a:t>
            </a:r>
            <a:r>
              <a:rPr lang="fr-FR" b="1" dirty="0" err="1">
                <a:latin typeface="+mn-lt"/>
              </a:rPr>
              <a:t>TextAreaComp</a:t>
            </a:r>
            <a:r>
              <a:rPr lang="fr-FR" dirty="0">
                <a:latin typeface="+mn-lt"/>
              </a:rPr>
              <a:t> de base:</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2" name="ZoneTexte 11">
            <a:extLst>
              <a:ext uri="{FF2B5EF4-FFF2-40B4-BE49-F238E27FC236}">
                <a16:creationId xmlns:a16="http://schemas.microsoft.com/office/drawing/2014/main" id="{12A90D5D-C064-E01D-865D-2C1FBDD71989}"/>
              </a:ext>
            </a:extLst>
          </p:cNvPr>
          <p:cNvSpPr txBox="1"/>
          <p:nvPr/>
        </p:nvSpPr>
        <p:spPr>
          <a:xfrm>
            <a:off x="467833" y="2447234"/>
            <a:ext cx="3436656" cy="338554"/>
          </a:xfrm>
          <a:prstGeom prst="rect">
            <a:avLst/>
          </a:prstGeom>
          <a:noFill/>
        </p:spPr>
        <p:txBody>
          <a:bodyPr wrap="square">
            <a:spAutoFit/>
          </a:bodyPr>
          <a:lstStyle/>
          <a:p>
            <a:pPr algn="l"/>
            <a:r>
              <a:rPr lang="fr-FR" dirty="0">
                <a:effectLst/>
                <a:latin typeface="+mn-lt"/>
                <a:ea typeface="Consolas" panose="020B0609020204030204" pitchFamily="49" charset="0"/>
                <a:cs typeface="Consolas" panose="020B0609020204030204" pitchFamily="49" charset="0"/>
              </a:rPr>
              <a:t>Méthode 1 : Composant fonctionnel</a:t>
            </a:r>
            <a:endParaRPr lang="fr-FR" dirty="0">
              <a:latin typeface="+mn-lt"/>
            </a:endParaRPr>
          </a:p>
        </p:txBody>
      </p:sp>
      <p:sp>
        <p:nvSpPr>
          <p:cNvPr id="14" name="ZoneTexte 13">
            <a:extLst>
              <a:ext uri="{FF2B5EF4-FFF2-40B4-BE49-F238E27FC236}">
                <a16:creationId xmlns:a16="http://schemas.microsoft.com/office/drawing/2014/main" id="{58645C28-1F09-708C-1C15-64C1EEA4ECAE}"/>
              </a:ext>
            </a:extLst>
          </p:cNvPr>
          <p:cNvSpPr txBox="1"/>
          <p:nvPr/>
        </p:nvSpPr>
        <p:spPr>
          <a:xfrm>
            <a:off x="4625305" y="2453330"/>
            <a:ext cx="3436656" cy="338554"/>
          </a:xfrm>
          <a:prstGeom prst="rect">
            <a:avLst/>
          </a:prstGeom>
          <a:noFill/>
        </p:spPr>
        <p:txBody>
          <a:bodyPr wrap="square">
            <a:spAutoFit/>
          </a:bodyPr>
          <a:lstStyle/>
          <a:p>
            <a:pPr algn="l"/>
            <a:r>
              <a:rPr lang="fr-FR" dirty="0">
                <a:effectLst/>
                <a:latin typeface="+mn-lt"/>
                <a:ea typeface="Consolas" panose="020B0609020204030204" pitchFamily="49" charset="0"/>
                <a:cs typeface="Consolas" panose="020B0609020204030204" pitchFamily="49" charset="0"/>
              </a:rPr>
              <a:t>Méthode 2 : Composant de classe</a:t>
            </a:r>
            <a:endParaRPr lang="fr-FR" dirty="0">
              <a:latin typeface="+mn-lt"/>
            </a:endParaRPr>
          </a:p>
        </p:txBody>
      </p:sp>
      <p:graphicFrame>
        <p:nvGraphicFramePr>
          <p:cNvPr id="19" name="Tableau 18">
            <a:extLst>
              <a:ext uri="{FF2B5EF4-FFF2-40B4-BE49-F238E27FC236}">
                <a16:creationId xmlns:a16="http://schemas.microsoft.com/office/drawing/2014/main" id="{7DDEA333-0782-6C58-5DDF-C53C1F3A89D3}"/>
              </a:ext>
            </a:extLst>
          </p:cNvPr>
          <p:cNvGraphicFramePr>
            <a:graphicFrameLocks noGrp="1"/>
          </p:cNvGraphicFramePr>
          <p:nvPr>
            <p:extLst>
              <p:ext uri="{D42A27DB-BD31-4B8C-83A1-F6EECF244321}">
                <p14:modId xmlns:p14="http://schemas.microsoft.com/office/powerpoint/2010/main" val="2555606023"/>
              </p:ext>
            </p:extLst>
          </p:nvPr>
        </p:nvGraphicFramePr>
        <p:xfrm>
          <a:off x="157226" y="2785787"/>
          <a:ext cx="4359910" cy="3605487"/>
        </p:xfrm>
        <a:graphic>
          <a:graphicData uri="http://schemas.openxmlformats.org/drawingml/2006/table">
            <a:tbl>
              <a:tblPr firstRow="1" firstCol="1" lastRow="1" lastCol="1" bandRow="1" bandCol="1"/>
              <a:tblGrid>
                <a:gridCol w="4359910">
                  <a:extLst>
                    <a:ext uri="{9D8B030D-6E8A-4147-A177-3AD203B41FA5}">
                      <a16:colId xmlns:a16="http://schemas.microsoft.com/office/drawing/2014/main" val="933502088"/>
                    </a:ext>
                  </a:extLst>
                </a:gridCol>
              </a:tblGrid>
              <a:tr h="187939">
                <a:tc>
                  <a:txBody>
                    <a:bodyPr/>
                    <a:lstStyle/>
                    <a:p>
                      <a:pPr marL="31750">
                        <a:lnSpc>
                          <a:spcPts val="1095"/>
                        </a:lnSpc>
                        <a:spcBef>
                          <a:spcPts val="140"/>
                        </a:spcBef>
                      </a:pPr>
                      <a:r>
                        <a:rPr lang="fr-FR" sz="1100" i="1" u="sng" spc="-10" dirty="0">
                          <a:effectLst/>
                          <a:latin typeface="Consolas" panose="020B0609020204030204" pitchFamily="49" charset="0"/>
                          <a:ea typeface="Consolas" panose="020B0609020204030204" pitchFamily="49" charset="0"/>
                          <a:cs typeface="Consolas" panose="020B0609020204030204" pitchFamily="49" charset="0"/>
                        </a:rPr>
                        <a:t>TextAreaComp.js</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264144505"/>
                  </a:ext>
                </a:extLst>
              </a:tr>
              <a:tr h="3417548">
                <a:tc>
                  <a:txBody>
                    <a:bodyPr/>
                    <a:lstStyle/>
                    <a:p>
                      <a:pPr marL="31750" marR="1446530">
                        <a:lnSpc>
                          <a:spcPct val="110000"/>
                        </a:lnSpc>
                        <a:spcBef>
                          <a:spcPts val="115"/>
                        </a:spcBef>
                        <a:spcAft>
                          <a:spcPts val="0"/>
                        </a:spcAft>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en-US" sz="11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4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latin typeface="Consolas" panose="020B0609020204030204" pitchFamily="49" charset="0"/>
                          <a:ea typeface="Consolas" panose="020B0609020204030204" pitchFamily="49" charset="0"/>
                          <a:cs typeface="Consolas" panose="020B0609020204030204" pitchFamily="49" charset="0"/>
                        </a:rPr>
                        <a:t>useState</a:t>
                      </a:r>
                      <a:r>
                        <a:rPr lang="en-US" sz="1100" spc="-4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3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from</a:t>
                      </a:r>
                      <a:r>
                        <a:rPr lang="en-US" sz="1100" spc="-4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"react"</a:t>
                      </a:r>
                      <a:r>
                        <a:rPr lang="en-US" sz="110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 </a:t>
                      </a:r>
                      <a:r>
                        <a:rPr lang="en-US" sz="1100" dirty="0" err="1">
                          <a:effectLst/>
                          <a:latin typeface="Consolas" panose="020B0609020204030204" pitchFamily="49" charset="0"/>
                          <a:ea typeface="Consolas" panose="020B0609020204030204" pitchFamily="49" charset="0"/>
                          <a:cs typeface="Consolas" panose="020B0609020204030204" pitchFamily="49" charset="0"/>
                        </a:rPr>
                        <a:t>TextAreaComp</a:t>
                      </a:r>
                      <a:r>
                        <a:rPr lang="en-US" sz="1100" dirty="0">
                          <a:effectLst/>
                          <a:latin typeface="Consolas" panose="020B0609020204030204" pitchFamily="49" charset="0"/>
                          <a:ea typeface="Consolas" panose="020B0609020204030204" pitchFamily="49" charset="0"/>
                          <a:cs typeface="Consolas" panose="020B0609020204030204" pitchFamily="49" charset="0"/>
                        </a:rPr>
                        <a:t> = (props)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=&gt; </a:t>
                      </a:r>
                      <a:r>
                        <a:rPr lang="en-US" sz="110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a:lnSpc>
                          <a:spcPct val="110000"/>
                        </a:lnSpc>
                        <a:spcBef>
                          <a:spcPts val="140"/>
                        </a:spcBef>
                        <a:spcAft>
                          <a:spcPts val="0"/>
                        </a:spcAft>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a:t>
                      </a:r>
                      <a:r>
                        <a:rPr lang="en-US" sz="1100" spc="-6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[message,</a:t>
                      </a:r>
                      <a:r>
                        <a:rPr lang="en-US" sz="1100" spc="-6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latin typeface="Consolas" panose="020B0609020204030204" pitchFamily="49" charset="0"/>
                          <a:ea typeface="Consolas" panose="020B0609020204030204" pitchFamily="49" charset="0"/>
                          <a:cs typeface="Consolas" panose="020B0609020204030204" pitchFamily="49" charset="0"/>
                        </a:rPr>
                        <a:t>setMessage</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5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5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latin typeface="Consolas" panose="020B0609020204030204" pitchFamily="49" charset="0"/>
                          <a:ea typeface="Consolas" panose="020B0609020204030204" pitchFamily="49" charset="0"/>
                          <a:cs typeface="Consolas" panose="020B0609020204030204" pitchFamily="49" charset="0"/>
                        </a:rPr>
                        <a:t>useState</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dirty="0" err="1">
                          <a:effectLst/>
                          <a:latin typeface="Consolas" panose="020B0609020204030204" pitchFamily="49" charset="0"/>
                          <a:ea typeface="Consolas" panose="020B0609020204030204" pitchFamily="49" charset="0"/>
                          <a:cs typeface="Consolas" panose="020B0609020204030204" pitchFamily="49" charset="0"/>
                        </a:rPr>
                        <a:t>props.value</a:t>
                      </a:r>
                      <a:r>
                        <a:rPr lang="en-US" sz="110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 </a:t>
                      </a:r>
                      <a:r>
                        <a:rPr lang="en-US" sz="1100" kern="1200" dirty="0" err="1">
                          <a:solidFill>
                            <a:schemeClr val="tx1"/>
                          </a:solidFill>
                          <a:effectLst/>
                          <a:highlight>
                            <a:srgbClr val="FFFF00"/>
                          </a:highlight>
                          <a:latin typeface="Consolas" panose="020B0609020204030204" pitchFamily="49" charset="0"/>
                          <a:ea typeface="Consolas" panose="020B0609020204030204" pitchFamily="49" charset="0"/>
                          <a:cs typeface="Consolas" panose="020B0609020204030204" pitchFamily="49" charset="0"/>
                        </a:rPr>
                        <a:t>handlerChange</a:t>
                      </a:r>
                      <a:r>
                        <a:rPr lang="en-US" sz="1100" dirty="0">
                          <a:effectLst/>
                          <a:latin typeface="Consolas" panose="020B0609020204030204" pitchFamily="49" charset="0"/>
                          <a:ea typeface="Consolas" panose="020B0609020204030204" pitchFamily="49" charset="0"/>
                          <a:cs typeface="Consolas" panose="020B0609020204030204" pitchFamily="49" charset="0"/>
                        </a:rPr>
                        <a:t>=(event)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=&gt;</a:t>
                      </a:r>
                      <a:r>
                        <a:rPr lang="en-US" sz="110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a:lnSpc>
                          <a:spcPts val="1275"/>
                        </a:lnSpc>
                        <a:spcBef>
                          <a:spcPts val="140"/>
                        </a:spcBef>
                        <a:spcAft>
                          <a:spcPts val="0"/>
                        </a:spcAft>
                      </a:pPr>
                      <a:r>
                        <a:rPr lang="en-US" sz="1100" spc="-10" dirty="0" err="1">
                          <a:effectLst/>
                          <a:latin typeface="Consolas" panose="020B0609020204030204" pitchFamily="49" charset="0"/>
                          <a:ea typeface="Consolas" panose="020B0609020204030204" pitchFamily="49" charset="0"/>
                          <a:cs typeface="Consolas" panose="020B0609020204030204" pitchFamily="49" charset="0"/>
                        </a:rPr>
                        <a:t>setMessage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event.target.value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a:spcBef>
                          <a:spcPts val="135"/>
                        </a:spcBef>
                        <a:spcAft>
                          <a:spcPts val="0"/>
                        </a:spcAft>
                      </a:pP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marR="1446530" indent="-307975">
                        <a:lnSpc>
                          <a:spcPct val="110000"/>
                        </a:lnSpc>
                        <a:spcBef>
                          <a:spcPts val="140"/>
                        </a:spcBef>
                        <a:spcAft>
                          <a:spcPts val="0"/>
                        </a:spcAft>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a:t>
                      </a:r>
                      <a:r>
                        <a:rPr lang="en-US" sz="1100" spc="-15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highlight>
                            <a:srgbClr val="00FFFF"/>
                          </a:highlight>
                          <a:latin typeface="Consolas" panose="020B0609020204030204" pitchFamily="49" charset="0"/>
                          <a:ea typeface="Consolas" panose="020B0609020204030204" pitchFamily="49" charset="0"/>
                          <a:cs typeface="Consolas" panose="020B0609020204030204" pitchFamily="49" charset="0"/>
                        </a:rPr>
                        <a:t>handlerFocus</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=&gt;</a:t>
                      </a:r>
                      <a:r>
                        <a:rPr lang="en-US" sz="1100" dirty="0">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setMessage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a:lnSpc>
                          <a:spcPts val="1275"/>
                        </a:lnSpc>
                        <a:spcBef>
                          <a:spcPts val="140"/>
                        </a:spcBef>
                        <a:spcAft>
                          <a:spcPts val="0"/>
                        </a:spcAft>
                      </a:pP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a:t>
                      </a:r>
                      <a:r>
                        <a:rPr lang="en-US" sz="1100" spc="-3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marR="1176655">
                        <a:lnSpc>
                          <a:spcPct val="110000"/>
                        </a:lnSpc>
                        <a:spcBef>
                          <a:spcPts val="140"/>
                        </a:spcBef>
                        <a:spcAft>
                          <a:spcPts val="0"/>
                        </a:spcAft>
                      </a:pP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dirty="0" err="1">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textarea</a:t>
                      </a: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cols</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effectLst/>
                          <a:latin typeface="Consolas" panose="020B0609020204030204" pitchFamily="49" charset="0"/>
                          <a:ea typeface="Consolas" panose="020B0609020204030204" pitchFamily="49" charset="0"/>
                          <a:cs typeface="Consolas" panose="020B0609020204030204" pitchFamily="49" charset="0"/>
                        </a:rPr>
                        <a:t>props.cols</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rows</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props.rows</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4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effectLst/>
                          <a:latin typeface="Consolas" panose="020B0609020204030204" pitchFamily="49" charset="0"/>
                          <a:ea typeface="Consolas" panose="020B0609020204030204" pitchFamily="49" charset="0"/>
                          <a:cs typeface="Consolas" panose="020B0609020204030204" pitchFamily="49" charset="0"/>
                        </a:rPr>
                        <a:t>message</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solidFill>
                            <a:srgbClr val="FF0000"/>
                          </a:solidFill>
                          <a:effectLst/>
                          <a:highlight>
                            <a:srgbClr val="00FFFF"/>
                          </a:highlight>
                          <a:latin typeface="Consolas" panose="020B0609020204030204" pitchFamily="49" charset="0"/>
                          <a:ea typeface="Consolas" panose="020B0609020204030204" pitchFamily="49" charset="0"/>
                          <a:cs typeface="Consolas" panose="020B0609020204030204" pitchFamily="49" charset="0"/>
                        </a:rPr>
                        <a:t>onFocus</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effectLst/>
                          <a:highlight>
                            <a:srgbClr val="00FFFF"/>
                          </a:highlight>
                          <a:latin typeface="Consolas" panose="020B0609020204030204" pitchFamily="49" charset="0"/>
                          <a:ea typeface="Consolas" panose="020B0609020204030204" pitchFamily="49" charset="0"/>
                          <a:cs typeface="Consolas" panose="020B0609020204030204" pitchFamily="49" charset="0"/>
                        </a:rPr>
                        <a:t>handlerFocus</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.bind</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a:lnSpc>
                          <a:spcPts val="1270"/>
                        </a:lnSpc>
                        <a:spcBef>
                          <a:spcPts val="140"/>
                        </a:spcBef>
                        <a:spcAft>
                          <a:spcPts val="0"/>
                        </a:spcAft>
                      </a:pPr>
                      <a:r>
                        <a:rPr lang="en-US" sz="1100" spc="-10" dirty="0" err="1">
                          <a:solidFill>
                            <a:srgbClr val="FF0000"/>
                          </a:solidFill>
                          <a:effectLst/>
                          <a:highlight>
                            <a:srgbClr val="FFFF00"/>
                          </a:highlight>
                          <a:latin typeface="Consolas" panose="020B0609020204030204" pitchFamily="49" charset="0"/>
                          <a:ea typeface="Consolas" panose="020B0609020204030204" pitchFamily="49" charset="0"/>
                          <a:cs typeface="Consolas" panose="020B0609020204030204" pitchFamily="49" charset="0"/>
                        </a:rPr>
                        <a:t>onChange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kern="1200" dirty="0" err="1">
                          <a:solidFill>
                            <a:schemeClr val="tx1"/>
                          </a:solidFill>
                          <a:effectLst/>
                          <a:highlight>
                            <a:srgbClr val="FFFF00"/>
                          </a:highlight>
                          <a:latin typeface="Consolas" panose="020B0609020204030204" pitchFamily="49" charset="0"/>
                          <a:ea typeface="Consolas" panose="020B0609020204030204" pitchFamily="49" charset="0"/>
                          <a:cs typeface="Consolas" panose="020B0609020204030204" pitchFamily="49" charset="0"/>
                        </a:rPr>
                        <a:t>handlerChange</a:t>
                      </a:r>
                      <a:r>
                        <a:rPr lang="en-US" sz="1100" kern="1200" dirty="0" err="1">
                          <a:solidFill>
                            <a:schemeClr val="tx1"/>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bind</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7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25"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a:spcBef>
                          <a:spcPts val="140"/>
                        </a:spcBef>
                      </a:pPr>
                      <a:r>
                        <a:rPr lang="en-US" sz="1100" spc="-25"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262890">
                        <a:spcBef>
                          <a:spcPts val="130"/>
                        </a:spcBef>
                        <a:spcAft>
                          <a:spcPts val="0"/>
                        </a:spcAft>
                      </a:pPr>
                      <a:r>
                        <a:rPr lang="en-US" sz="1100" spc="-25"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1750">
                        <a:lnSpc>
                          <a:spcPts val="1195"/>
                        </a:lnSpc>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export</a:t>
                      </a:r>
                      <a:r>
                        <a:rPr lang="en-US" sz="11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default</a:t>
                      </a:r>
                      <a:r>
                        <a:rPr lang="en-US" sz="11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FTextAreaComp</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2270481"/>
                  </a:ext>
                </a:extLst>
              </a:tr>
            </a:tbl>
          </a:graphicData>
        </a:graphic>
      </p:graphicFrame>
      <p:sp>
        <p:nvSpPr>
          <p:cNvPr id="24" name="ZoneTexte 23">
            <a:extLst>
              <a:ext uri="{FF2B5EF4-FFF2-40B4-BE49-F238E27FC236}">
                <a16:creationId xmlns:a16="http://schemas.microsoft.com/office/drawing/2014/main" id="{471E2058-8746-DD26-1662-1D39CDCA03E9}"/>
              </a:ext>
            </a:extLst>
          </p:cNvPr>
          <p:cNvSpPr txBox="1"/>
          <p:nvPr/>
        </p:nvSpPr>
        <p:spPr>
          <a:xfrm>
            <a:off x="4584700" y="2785788"/>
            <a:ext cx="4402074" cy="3605487"/>
          </a:xfrm>
          <a:prstGeom prst="rect">
            <a:avLst/>
          </a:prstGeom>
          <a:noFill/>
          <a:ln w="19050">
            <a:solidFill>
              <a:schemeClr val="tx1"/>
            </a:solidFill>
          </a:ln>
        </p:spPr>
        <p:txBody>
          <a:bodyPr wrap="none">
            <a:noAutofit/>
          </a:bodyPr>
          <a:lstStyle/>
          <a:p>
            <a:pPr marL="31750" algn="l">
              <a:spcBef>
                <a:spcPts val="120"/>
              </a:spcBef>
            </a:pPr>
            <a:r>
              <a:rPr lang="fr-FR" sz="1100" i="1" u="sng" spc="-10" dirty="0">
                <a:effectLst/>
                <a:latin typeface="Consolas" panose="020B0609020204030204" pitchFamily="49" charset="0"/>
                <a:ea typeface="Consolas" panose="020B0609020204030204" pitchFamily="49" charset="0"/>
                <a:cs typeface="Consolas" panose="020B0609020204030204" pitchFamily="49" charset="0"/>
              </a:rPr>
              <a:t>TextAreaComp.js</a:t>
            </a:r>
            <a:endPar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endParaRPr>
          </a:p>
          <a:p>
            <a:pPr marL="31750" algn="l">
              <a:spcBef>
                <a:spcPts val="12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en-US" sz="1100" spc="-2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React</a:t>
            </a:r>
            <a:r>
              <a:rPr lang="en-US" sz="1100" spc="-2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from</a:t>
            </a:r>
            <a:r>
              <a:rPr lang="en-US" sz="1100" spc="-1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'react'</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indent="-307975" algn="l">
              <a:lnSpc>
                <a:spcPct val="110000"/>
              </a:lnSpc>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class</a:t>
            </a:r>
            <a:r>
              <a:rPr lang="en-US" sz="1100" spc="-4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latin typeface="Consolas" panose="020B0609020204030204" pitchFamily="49" charset="0"/>
                <a:ea typeface="Consolas" panose="020B0609020204030204" pitchFamily="49" charset="0"/>
                <a:cs typeface="Consolas" panose="020B0609020204030204" pitchFamily="49" charset="0"/>
              </a:rPr>
              <a:t>TextAreaComp</a:t>
            </a:r>
            <a:r>
              <a:rPr lang="en-US" sz="1100" spc="-5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extends</a:t>
            </a:r>
            <a:r>
              <a:rPr lang="en-US" sz="1100" spc="-4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latin typeface="Consolas" panose="020B0609020204030204" pitchFamily="49" charset="0"/>
                <a:ea typeface="Consolas" panose="020B0609020204030204" pitchFamily="49" charset="0"/>
                <a:cs typeface="Consolas" panose="020B0609020204030204" pitchFamily="49" charset="0"/>
              </a:rPr>
              <a:t>React.Component</a:t>
            </a:r>
            <a:r>
              <a:rPr lang="en-US" sz="1100" spc="-5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 </a:t>
            </a:r>
          </a:p>
          <a:p>
            <a:pPr marL="339090" indent="-307975" algn="l">
              <a:lnSpc>
                <a:spcPct val="110000"/>
              </a:lnSpc>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constructor</a:t>
            </a:r>
            <a:r>
              <a:rPr lang="en-US" sz="1100" dirty="0">
                <a:effectLst/>
                <a:latin typeface="Consolas" panose="020B0609020204030204" pitchFamily="49" charset="0"/>
                <a:ea typeface="Consolas" panose="020B0609020204030204" pitchFamily="49" charset="0"/>
                <a:cs typeface="Consolas" panose="020B0609020204030204" pitchFamily="49" charset="0"/>
              </a:rPr>
              <a:t>(props) {</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57188" indent="0" algn="l">
              <a:spcBef>
                <a:spcPts val="10"/>
              </a:spcBef>
              <a:spcAft>
                <a:spcPts val="0"/>
              </a:spcAft>
            </a:pP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super</a:t>
            </a:r>
            <a:r>
              <a:rPr lang="en-US" sz="1100" spc="-10" dirty="0">
                <a:effectLst/>
                <a:latin typeface="Consolas" panose="020B0609020204030204" pitchFamily="49" charset="0"/>
                <a:ea typeface="Consolas" panose="020B0609020204030204" pitchFamily="49" charset="0"/>
                <a:cs typeface="Consolas" panose="020B0609020204030204" pitchFamily="49" charset="0"/>
              </a:rPr>
              <a:t>(props);</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57188" indent="0" algn="l">
              <a:spcBef>
                <a:spcPts val="140"/>
              </a:spcBef>
            </a:pPr>
            <a:r>
              <a:rPr lang="en-US" sz="11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dirty="0" err="1">
                <a:effectLst/>
                <a:latin typeface="Consolas" panose="020B0609020204030204" pitchFamily="49" charset="0"/>
                <a:ea typeface="Consolas" panose="020B0609020204030204" pitchFamily="49" charset="0"/>
                <a:cs typeface="Consolas" panose="020B0609020204030204" pitchFamily="49" charset="0"/>
              </a:rPr>
              <a:t>.state</a:t>
            </a:r>
            <a:r>
              <a:rPr lang="en-US" sz="1100" spc="-3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3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3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message</a:t>
            </a:r>
            <a:r>
              <a:rPr lang="en-US" sz="1100" spc="-3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3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latin typeface="Consolas" panose="020B0609020204030204" pitchFamily="49" charset="0"/>
                <a:ea typeface="Consolas" panose="020B0609020204030204" pitchFamily="49" charset="0"/>
                <a:cs typeface="Consolas" panose="020B0609020204030204" pitchFamily="49" charset="0"/>
              </a:rPr>
              <a:t>props.value</a:t>
            </a:r>
            <a:r>
              <a:rPr lang="en-US" sz="1100" spc="-40" dirty="0">
                <a:effectLst/>
                <a:latin typeface="Consolas" panose="020B0609020204030204" pitchFamily="49" charset="0"/>
                <a:ea typeface="Consolas" panose="020B0609020204030204" pitchFamily="49" charset="0"/>
                <a:cs typeface="Consolas" panose="020B0609020204030204" pitchFamily="49" charset="0"/>
              </a:rPr>
              <a:t> </a:t>
            </a:r>
            <a:r>
              <a:rPr lang="en-US" sz="1100" spc="-25" dirty="0">
                <a:effectLst/>
                <a:latin typeface="Consolas" panose="020B0609020204030204" pitchFamily="49" charset="0"/>
                <a:ea typeface="Consolas" panose="020B0609020204030204" pitchFamily="49" charset="0"/>
                <a:cs typeface="Consolas" panose="020B0609020204030204" pitchFamily="49" charset="0"/>
              </a:rPr>
              <a:t>};</a:t>
            </a:r>
            <a:r>
              <a:rPr lang="fr-FR"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57188" indent="0" algn="l"/>
            <a:r>
              <a:rPr lang="fr-FR" sz="1100" dirty="0" err="1">
                <a:highlight>
                  <a:srgbClr val="FFFF00"/>
                </a:highlight>
                <a:latin typeface="Consolas" panose="020B0609020204030204" pitchFamily="49" charset="0"/>
              </a:rPr>
              <a:t>handlerChange</a:t>
            </a:r>
            <a:r>
              <a:rPr lang="fr-FR" sz="1100" dirty="0">
                <a:effectLst/>
                <a:latin typeface="Consolas" panose="020B0609020204030204" pitchFamily="49" charset="0"/>
                <a:ea typeface="Consolas" panose="020B0609020204030204" pitchFamily="49" charset="0"/>
                <a:cs typeface="Consolas" panose="020B0609020204030204" pitchFamily="49" charset="0"/>
              </a:rPr>
              <a:t>(</a:t>
            </a:r>
            <a:r>
              <a:rPr lang="fr-FR" sz="1100" dirty="0" err="1">
                <a:effectLst/>
                <a:latin typeface="Consolas" panose="020B0609020204030204" pitchFamily="49" charset="0"/>
                <a:ea typeface="Consolas" panose="020B0609020204030204" pitchFamily="49" charset="0"/>
                <a:cs typeface="Consolas" panose="020B0609020204030204" pitchFamily="49" charset="0"/>
              </a:rPr>
              <a:t>event</a:t>
            </a:r>
            <a:r>
              <a:rPr lang="fr-FR" sz="1100" dirty="0">
                <a:effectLst/>
                <a:latin typeface="Consolas" panose="020B0609020204030204" pitchFamily="49" charset="0"/>
                <a:ea typeface="Consolas" panose="020B0609020204030204" pitchFamily="49" charset="0"/>
                <a:cs typeface="Consolas" panose="020B0609020204030204" pitchFamily="49" charset="0"/>
              </a:rPr>
              <a:t>)</a:t>
            </a:r>
            <a:r>
              <a:rPr lang="fr-FR" sz="1100" spc="-125" dirty="0">
                <a:effectLst/>
                <a:latin typeface="Consolas" panose="020B0609020204030204" pitchFamily="49" charset="0"/>
                <a:ea typeface="Consolas" panose="020B0609020204030204" pitchFamily="49" charset="0"/>
                <a:cs typeface="Consolas" panose="020B0609020204030204" pitchFamily="49" charset="0"/>
              </a:rPr>
              <a:t> </a:t>
            </a:r>
            <a:r>
              <a:rPr lang="fr-FR" sz="1100" spc="-50" dirty="0">
                <a:effectLst/>
                <a:latin typeface="Consolas" panose="020B0609020204030204" pitchFamily="49" charset="0"/>
                <a:ea typeface="Consolas" panose="020B0609020204030204" pitchFamily="49" charset="0"/>
                <a:cs typeface="Consolas" panose="020B0609020204030204" pitchFamily="49" charset="0"/>
              </a:rPr>
              <a:t>{</a:t>
            </a:r>
          </a:p>
          <a:p>
            <a:pPr marL="539750" indent="0" algn="l">
              <a:spcBef>
                <a:spcPts val="335"/>
              </a:spcBef>
              <a:spcAft>
                <a:spcPts val="0"/>
              </a:spcAft>
            </a:pPr>
            <a:r>
              <a:rPr lang="en-US" sz="11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dirty="0" err="1">
                <a:effectLst/>
                <a:latin typeface="Consolas" panose="020B0609020204030204" pitchFamily="49" charset="0"/>
                <a:ea typeface="Consolas" panose="020B0609020204030204" pitchFamily="49" charset="0"/>
                <a:cs typeface="Consolas" panose="020B0609020204030204" pitchFamily="49" charset="0"/>
              </a:rPr>
              <a:t>.setState</a:t>
            </a:r>
            <a:r>
              <a:rPr lang="en-US" sz="1100" dirty="0">
                <a:effectLst/>
                <a:latin typeface="Consolas" panose="020B0609020204030204" pitchFamily="49" charset="0"/>
                <a:ea typeface="Consolas" panose="020B0609020204030204" pitchFamily="49" charset="0"/>
                <a:cs typeface="Consolas" panose="020B0609020204030204" pitchFamily="49" charset="0"/>
              </a:rPr>
              <a:t>({message</a:t>
            </a:r>
            <a:r>
              <a:rPr lang="en-US" sz="1100" spc="-7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65" dirty="0">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event.target.value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539750" marR="2055495" indent="-182563" algn="l">
              <a:lnSpc>
                <a:spcPct val="110000"/>
              </a:lnSpc>
              <a:spcBef>
                <a:spcPts val="130"/>
              </a:spcBef>
              <a:spcAft>
                <a:spcPts val="0"/>
              </a:spcAft>
            </a:pPr>
            <a:r>
              <a:rPr lang="en-US" sz="1100" dirty="0" err="1">
                <a:effectLst/>
                <a:highlight>
                  <a:srgbClr val="00FFFF"/>
                </a:highlight>
                <a:latin typeface="Consolas" panose="020B0609020204030204" pitchFamily="49" charset="0"/>
                <a:ea typeface="Consolas" panose="020B0609020204030204" pitchFamily="49" charset="0"/>
                <a:cs typeface="Consolas" panose="020B0609020204030204" pitchFamily="49" charset="0"/>
              </a:rPr>
              <a:t>handlerFocus</a:t>
            </a:r>
            <a:r>
              <a:rPr lang="en-US" sz="1100" dirty="0">
                <a:effectLst/>
                <a:latin typeface="Consolas" panose="020B0609020204030204" pitchFamily="49" charset="0"/>
                <a:ea typeface="Consolas" panose="020B0609020204030204" pitchFamily="49" charset="0"/>
                <a:cs typeface="Consolas" panose="020B0609020204030204" pitchFamily="49" charset="0"/>
              </a:rPr>
              <a:t>(event) {</a:t>
            </a:r>
          </a:p>
          <a:p>
            <a:pPr marL="539750" marR="2055495" indent="0" algn="l">
              <a:lnSpc>
                <a:spcPct val="110000"/>
              </a:lnSpc>
              <a:spcBef>
                <a:spcPts val="130"/>
              </a:spcBef>
              <a:spcAft>
                <a:spcPts val="0"/>
              </a:spcAft>
            </a:pPr>
            <a:r>
              <a:rPr lang="en-US" sz="11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dirty="0" err="1">
                <a:effectLst/>
                <a:latin typeface="Consolas" panose="020B0609020204030204" pitchFamily="49" charset="0"/>
                <a:ea typeface="Consolas" panose="020B0609020204030204" pitchFamily="49" charset="0"/>
                <a:cs typeface="Consolas" panose="020B0609020204030204" pitchFamily="49" charset="0"/>
              </a:rPr>
              <a:t>.setState</a:t>
            </a:r>
            <a:r>
              <a:rPr lang="en-US" sz="1100" dirty="0">
                <a:effectLst/>
                <a:latin typeface="Consolas" panose="020B0609020204030204" pitchFamily="49" charset="0"/>
                <a:ea typeface="Consolas" panose="020B0609020204030204" pitchFamily="49" charset="0"/>
                <a:cs typeface="Consolas" panose="020B0609020204030204" pitchFamily="49" charset="0"/>
              </a:rPr>
              <a:t>({message:</a:t>
            </a:r>
            <a:r>
              <a:rPr lang="en-US" sz="1100" spc="-7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p>
          <a:p>
            <a:pPr marL="357188" marR="2055495" indent="0" algn="l">
              <a:lnSpc>
                <a:spcPct val="110000"/>
              </a:lnSpc>
              <a:spcBef>
                <a:spcPts val="130"/>
              </a:spcBef>
              <a:spcAft>
                <a:spcPts val="0"/>
              </a:spcAft>
            </a:pPr>
            <a:r>
              <a:rPr lang="en-US" sz="1100" dirty="0">
                <a:effectLst/>
                <a:latin typeface="Consolas" panose="020B0609020204030204" pitchFamily="49" charset="0"/>
                <a:ea typeface="Consolas" panose="020B0609020204030204" pitchFamily="49" charset="0"/>
                <a:cs typeface="Consolas" panose="020B0609020204030204" pitchFamily="49" charset="0"/>
              </a:rPr>
              <a:t>render()</a:t>
            </a:r>
            <a:r>
              <a:rPr lang="en-US" sz="1100" spc="-45" dirty="0">
                <a:effectLst/>
                <a:latin typeface="Consolas" panose="020B0609020204030204" pitchFamily="49" charset="0"/>
                <a:ea typeface="Consolas" panose="020B0609020204030204" pitchFamily="49" charset="0"/>
                <a:cs typeface="Consolas" panose="020B0609020204030204" pitchFamily="49" charset="0"/>
              </a:rPr>
              <a:t> </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spc="-50" dirty="0">
              <a:solidFill>
                <a:schemeClr val="tx1"/>
              </a:solidFill>
              <a:effectLst/>
              <a:latin typeface="Consolas" panose="020B0609020204030204" pitchFamily="49" charset="0"/>
              <a:ea typeface="Consolas" panose="020B0609020204030204" pitchFamily="49" charset="0"/>
              <a:cs typeface="Consolas" panose="020B0609020204030204" pitchFamily="49" charset="0"/>
            </a:endParaRPr>
          </a:p>
          <a:p>
            <a:pPr marL="357188" marR="2055495" indent="0" algn="l">
              <a:lnSpc>
                <a:spcPct val="110000"/>
              </a:lnSpc>
              <a:spcBef>
                <a:spcPts val="130"/>
              </a:spcBef>
              <a:spcAft>
                <a:spcPts val="0"/>
              </a:spcAft>
            </a:pPr>
            <a:r>
              <a:rPr lang="fr-FR" sz="1100" spc="-50" dirty="0">
                <a:solidFill>
                  <a:schemeClr val="tx1"/>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a:t>
            </a:r>
            <a:r>
              <a:rPr lang="en-US" sz="1100" spc="-4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spc="-50" dirty="0">
              <a:solidFill>
                <a:schemeClr val="tx1"/>
              </a:solidFill>
              <a:effectLst/>
              <a:latin typeface="Consolas" panose="020B0609020204030204" pitchFamily="49" charset="0"/>
              <a:ea typeface="Consolas" panose="020B0609020204030204" pitchFamily="49" charset="0"/>
              <a:cs typeface="Consolas" panose="020B0609020204030204" pitchFamily="49" charset="0"/>
            </a:endParaRPr>
          </a:p>
          <a:p>
            <a:pPr marL="357188" marR="2055495" indent="0" algn="l">
              <a:lnSpc>
                <a:spcPct val="110000"/>
              </a:lnSpc>
              <a:spcBef>
                <a:spcPts val="130"/>
              </a:spcBef>
              <a:spcAft>
                <a:spcPts val="0"/>
              </a:spcAft>
            </a:pP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dirty="0" err="1">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textarea</a:t>
            </a: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cols</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dirty="0" err="1">
                <a:effectLst/>
                <a:latin typeface="Consolas" panose="020B0609020204030204" pitchFamily="49" charset="0"/>
                <a:ea typeface="Consolas" panose="020B0609020204030204" pitchFamily="49" charset="0"/>
                <a:cs typeface="Consolas" panose="020B0609020204030204" pitchFamily="49" charset="0"/>
              </a:rPr>
              <a:t>.props.cols</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p>
          <a:p>
            <a:pPr marL="357188" marR="2055495" indent="0" algn="l">
              <a:lnSpc>
                <a:spcPct val="110000"/>
              </a:lnSpc>
              <a:spcBef>
                <a:spcPts val="130"/>
              </a:spcBef>
              <a:spcAft>
                <a:spcPts val="0"/>
              </a:spcAft>
            </a:pPr>
            <a:r>
              <a:rPr lang="en-US" sz="11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rows</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.props.rows</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p>
          <a:p>
            <a:pPr marL="357188" marR="2055495" indent="0" algn="l">
              <a:lnSpc>
                <a:spcPct val="110000"/>
              </a:lnSpc>
              <a:spcBef>
                <a:spcPts val="130"/>
              </a:spcBef>
              <a:spcAft>
                <a:spcPts val="0"/>
              </a:spcAft>
            </a:pPr>
            <a:r>
              <a:rPr lang="en-US" sz="11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.state.message</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p>
          <a:p>
            <a:pPr marL="357188" marR="2055495" indent="0" algn="l">
              <a:lnSpc>
                <a:spcPct val="110000"/>
              </a:lnSpc>
              <a:spcBef>
                <a:spcPts val="130"/>
              </a:spcBef>
              <a:spcAft>
                <a:spcPts val="0"/>
              </a:spcAft>
            </a:pPr>
            <a:r>
              <a:rPr lang="en-US" sz="1100" spc="-10" dirty="0" err="1">
                <a:solidFill>
                  <a:srgbClr val="FF0000"/>
                </a:solidFill>
                <a:effectLst/>
                <a:highlight>
                  <a:srgbClr val="00FFFF"/>
                </a:highlight>
                <a:latin typeface="Consolas" panose="020B0609020204030204" pitchFamily="49" charset="0"/>
                <a:ea typeface="Consolas" panose="020B0609020204030204" pitchFamily="49" charset="0"/>
                <a:cs typeface="Consolas" panose="020B0609020204030204" pitchFamily="49" charset="0"/>
              </a:rPr>
              <a:t>onFocus</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effectLst/>
                <a:highlight>
                  <a:srgbClr val="00FFFF"/>
                </a:highlight>
                <a:latin typeface="Consolas" panose="020B0609020204030204" pitchFamily="49" charset="0"/>
                <a:ea typeface="Consolas" panose="020B0609020204030204" pitchFamily="49" charset="0"/>
                <a:cs typeface="Consolas" panose="020B0609020204030204" pitchFamily="49" charset="0"/>
              </a:rPr>
              <a:t>handlerFocus.</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bind</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p>
          <a:p>
            <a:pPr marL="357188" marR="2055495" indent="0" algn="l">
              <a:lnSpc>
                <a:spcPct val="110000"/>
              </a:lnSpc>
              <a:spcBef>
                <a:spcPts val="130"/>
              </a:spcBef>
              <a:spcAft>
                <a:spcPts val="0"/>
              </a:spcAft>
            </a:pPr>
            <a:r>
              <a:rPr lang="en-US" sz="1100" dirty="0" err="1">
                <a:highlight>
                  <a:srgbClr val="FFFF00"/>
                </a:highlight>
                <a:latin typeface="Consolas" panose="020B0609020204030204" pitchFamily="49" charset="0"/>
              </a:rPr>
              <a:t>onChange</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dirty="0" err="1">
                <a:effectLst/>
                <a:latin typeface="Consolas" panose="020B0609020204030204" pitchFamily="49" charset="0"/>
                <a:ea typeface="Consolas" panose="020B0609020204030204" pitchFamily="49" charset="0"/>
                <a:cs typeface="Consolas" panose="020B0609020204030204" pitchFamily="49" charset="0"/>
              </a:rPr>
              <a:t>.</a:t>
            </a:r>
            <a:r>
              <a:rPr lang="en-US" sz="1100" dirty="0" err="1">
                <a:highlight>
                  <a:srgbClr val="FFFF00"/>
                </a:highlight>
                <a:latin typeface="Consolas" panose="020B0609020204030204" pitchFamily="49" charset="0"/>
              </a:rPr>
              <a:t>handlerChange</a:t>
            </a:r>
            <a:r>
              <a:rPr lang="en-US" sz="1100" dirty="0" err="1">
                <a:effectLst/>
                <a:latin typeface="Consolas" panose="020B0609020204030204" pitchFamily="49" charset="0"/>
                <a:ea typeface="Consolas" panose="020B0609020204030204" pitchFamily="49" charset="0"/>
                <a:cs typeface="Consolas" panose="020B0609020204030204" pitchFamily="49" charset="0"/>
              </a:rPr>
              <a:t>.bind</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5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r>
              <a:rPr lang="fr-FR"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spc="-50" dirty="0">
              <a:latin typeface="Consolas" panose="020B0609020204030204" pitchFamily="49" charset="0"/>
              <a:ea typeface="Consolas" panose="020B0609020204030204" pitchFamily="49" charset="0"/>
              <a:cs typeface="Consolas" panose="020B0609020204030204" pitchFamily="49" charset="0"/>
            </a:endParaRPr>
          </a:p>
          <a:p>
            <a:pPr marR="2055495" algn="l">
              <a:lnSpc>
                <a:spcPct val="110000"/>
              </a:lnSpc>
              <a:spcBef>
                <a:spcPts val="130"/>
              </a:spcBef>
              <a:spcAft>
                <a:spcPts val="0"/>
              </a:spcAft>
            </a:pPr>
            <a:r>
              <a:rPr lang="fr-FR"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export</a:t>
            </a:r>
            <a:r>
              <a:rPr lang="fr-FR" sz="11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default</a:t>
            </a:r>
            <a:r>
              <a:rPr lang="fr-FR" sz="11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err="1">
                <a:effectLst/>
                <a:latin typeface="Consolas" panose="020B0609020204030204" pitchFamily="49" charset="0"/>
                <a:ea typeface="Consolas" panose="020B0609020204030204" pitchFamily="49" charset="0"/>
                <a:cs typeface="Consolas" panose="020B0609020204030204" pitchFamily="49" charset="0"/>
              </a:rPr>
              <a:t>TextAreaComp</a:t>
            </a:r>
            <a:r>
              <a:rPr lang="fr-FR"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p:txBody>
      </p:sp>
      <p:pic>
        <p:nvPicPr>
          <p:cNvPr id="7" name="Image 6">
            <a:extLst>
              <a:ext uri="{FF2B5EF4-FFF2-40B4-BE49-F238E27FC236}">
                <a16:creationId xmlns:a16="http://schemas.microsoft.com/office/drawing/2014/main" id="{0325A6A9-AC07-1E1C-54D4-7C0A9541F4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8176" y="1720620"/>
            <a:ext cx="6538621" cy="427615"/>
          </a:xfrm>
          <a:prstGeom prst="rect">
            <a:avLst/>
          </a:prstGeom>
        </p:spPr>
      </p:pic>
    </p:spTree>
    <p:extLst>
      <p:ext uri="{BB962C8B-B14F-4D97-AF65-F5344CB8AC3E}">
        <p14:creationId xmlns:p14="http://schemas.microsoft.com/office/powerpoint/2010/main" val="1195363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24"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 Formulaires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3233514"/>
          </a:xfrm>
          <a:prstGeom prst="rect">
            <a:avLst/>
          </a:prstGeom>
          <a:noFill/>
        </p:spPr>
        <p:txBody>
          <a:bodyPr wrap="square">
            <a:spAutoFit/>
          </a:bodyPr>
          <a:lstStyle/>
          <a:p>
            <a:pPr marR="526415" algn="just">
              <a:lnSpc>
                <a:spcPct val="107000"/>
              </a:lnSpc>
              <a:spcBef>
                <a:spcPts val="580"/>
              </a:spcBef>
              <a:spcAft>
                <a:spcPts val="0"/>
              </a:spcAft>
            </a:pPr>
            <a:r>
              <a:rPr lang="fr-FR" b="1" dirty="0">
                <a:solidFill>
                  <a:schemeClr val="accent1">
                    <a:lumMod val="75000"/>
                  </a:schemeClr>
                </a:solidFill>
                <a:latin typeface="+mn-lt"/>
                <a:ea typeface="+mj-ea"/>
                <a:cs typeface="+mj-cs"/>
              </a:rPr>
              <a:t>Gérer les listes de sélections</a:t>
            </a:r>
          </a:p>
          <a:p>
            <a:pPr marL="285750" indent="-285750" algn="l">
              <a:buFont typeface="Wingdings" panose="05000000000000000000" pitchFamily="2" charset="2"/>
              <a:buChar char="§"/>
            </a:pPr>
            <a:r>
              <a:rPr lang="fr-FR" sz="1400" dirty="0">
                <a:latin typeface="+mn-lt"/>
              </a:rPr>
              <a:t>Les listes de sélection correspondent aux éléments </a:t>
            </a:r>
            <a:r>
              <a:rPr lang="fr-FR" sz="1400" b="1" dirty="0">
                <a:solidFill>
                  <a:srgbClr val="C00000"/>
                </a:solidFill>
                <a:latin typeface="+mn-lt"/>
              </a:rPr>
              <a:t>&lt;select&gt; </a:t>
            </a:r>
            <a:r>
              <a:rPr lang="fr-FR" sz="1400" dirty="0">
                <a:latin typeface="+mn-lt"/>
              </a:rPr>
              <a:t>intégrant les éléments</a:t>
            </a:r>
          </a:p>
          <a:p>
            <a:pPr algn="l"/>
            <a:r>
              <a:rPr lang="fr-FR" sz="1400" b="1" dirty="0">
                <a:solidFill>
                  <a:srgbClr val="C00000"/>
                </a:solidFill>
                <a:latin typeface="+mn-lt"/>
              </a:rPr>
              <a:t>&lt;option&gt; </a:t>
            </a:r>
            <a:r>
              <a:rPr lang="fr-FR" sz="1400" dirty="0">
                <a:latin typeface="+mn-lt"/>
              </a:rPr>
              <a:t>décrivant les items de la liste. Par exemple, voici une liste écrite en HTML intégrant trois éléments de liste :</a:t>
            </a:r>
          </a:p>
          <a:p>
            <a:pPr marL="386715" algn="l"/>
            <a:r>
              <a:rPr lang="en-US" sz="1400" spc="-10" dirty="0">
                <a:solidFill>
                  <a:srgbClr val="800000"/>
                </a:solidFill>
                <a:effectLst/>
                <a:latin typeface="+mn-lt"/>
                <a:ea typeface="Consolas" panose="020B0609020204030204" pitchFamily="49" charset="0"/>
                <a:cs typeface="Consolas" panose="020B0609020204030204" pitchFamily="49" charset="0"/>
              </a:rPr>
              <a:t>&lt;select&gt;</a:t>
            </a:r>
            <a:endParaRPr lang="fr-FR" sz="1400" dirty="0">
              <a:effectLst/>
              <a:latin typeface="+mn-lt"/>
              <a:ea typeface="Consolas" panose="020B0609020204030204" pitchFamily="49" charset="0"/>
              <a:cs typeface="Consolas" panose="020B0609020204030204" pitchFamily="49" charset="0"/>
            </a:endParaRPr>
          </a:p>
          <a:p>
            <a:pPr marL="540385" algn="l">
              <a:spcBef>
                <a:spcPts val="140"/>
              </a:spcBef>
              <a:spcAft>
                <a:spcPts val="0"/>
              </a:spcAft>
            </a:pPr>
            <a:r>
              <a:rPr lang="en-US" sz="1400" dirty="0">
                <a:solidFill>
                  <a:srgbClr val="800000"/>
                </a:solidFill>
                <a:effectLst/>
                <a:latin typeface="+mn-lt"/>
                <a:ea typeface="Consolas" panose="020B0609020204030204" pitchFamily="49" charset="0"/>
                <a:cs typeface="Consolas" panose="020B0609020204030204" pitchFamily="49" charset="0"/>
              </a:rPr>
              <a:t>&lt;option</a:t>
            </a:r>
            <a:r>
              <a:rPr lang="en-US" sz="1400" spc="-40" dirty="0">
                <a:solidFill>
                  <a:srgbClr val="800000"/>
                </a:solidFill>
                <a:effectLst/>
                <a:latin typeface="+mn-lt"/>
                <a:ea typeface="Consolas" panose="020B0609020204030204" pitchFamily="49" charset="0"/>
                <a:cs typeface="Consolas" panose="020B0609020204030204" pitchFamily="49" charset="0"/>
              </a:rPr>
              <a:t> </a:t>
            </a:r>
            <a:r>
              <a:rPr lang="en-US" sz="1400" spc="-10" dirty="0">
                <a:solidFill>
                  <a:srgbClr val="FF0000"/>
                </a:solidFill>
                <a:effectLst/>
                <a:latin typeface="+mn-lt"/>
                <a:ea typeface="Consolas" panose="020B0609020204030204" pitchFamily="49" charset="0"/>
                <a:cs typeface="Consolas" panose="020B0609020204030204" pitchFamily="49" charset="0"/>
              </a:rPr>
              <a:t>value</a:t>
            </a:r>
            <a:r>
              <a:rPr lang="en-US" sz="1400" spc="-10" dirty="0">
                <a:effectLst/>
                <a:latin typeface="+mn-lt"/>
                <a:ea typeface="Consolas" panose="020B0609020204030204" pitchFamily="49" charset="0"/>
                <a:cs typeface="Consolas" panose="020B0609020204030204" pitchFamily="49" charset="0"/>
              </a:rPr>
              <a:t>=</a:t>
            </a:r>
            <a:r>
              <a:rPr lang="en-US" sz="1400" spc="-10" dirty="0">
                <a:solidFill>
                  <a:srgbClr val="0000FF"/>
                </a:solidFill>
                <a:effectLst/>
                <a:latin typeface="+mn-lt"/>
                <a:ea typeface="Consolas" panose="020B0609020204030204" pitchFamily="49" charset="0"/>
                <a:cs typeface="Consolas" panose="020B0609020204030204" pitchFamily="49" charset="0"/>
              </a:rPr>
              <a:t>"1"</a:t>
            </a:r>
            <a:r>
              <a:rPr lang="en-US" sz="1400" spc="-10" dirty="0">
                <a:solidFill>
                  <a:srgbClr val="800000"/>
                </a:solidFill>
                <a:effectLst/>
                <a:latin typeface="+mn-lt"/>
                <a:ea typeface="Consolas" panose="020B0609020204030204" pitchFamily="49" charset="0"/>
                <a:cs typeface="Consolas" panose="020B0609020204030204" pitchFamily="49" charset="0"/>
              </a:rPr>
              <a:t>&gt;</a:t>
            </a:r>
            <a:r>
              <a:rPr lang="en-US" sz="1400" spc="-10" dirty="0">
                <a:effectLst/>
                <a:latin typeface="+mn-lt"/>
                <a:ea typeface="Consolas" panose="020B0609020204030204" pitchFamily="49" charset="0"/>
                <a:cs typeface="Consolas" panose="020B0609020204030204" pitchFamily="49" charset="0"/>
              </a:rPr>
              <a:t>Element1</a:t>
            </a:r>
            <a:r>
              <a:rPr lang="en-US" sz="1400" spc="-10" dirty="0">
                <a:solidFill>
                  <a:srgbClr val="800000"/>
                </a:solidFill>
                <a:effectLst/>
                <a:latin typeface="+mn-lt"/>
                <a:ea typeface="Consolas" panose="020B0609020204030204" pitchFamily="49" charset="0"/>
                <a:cs typeface="Consolas" panose="020B0609020204030204" pitchFamily="49" charset="0"/>
              </a:rPr>
              <a:t>&lt;/option&gt;</a:t>
            </a:r>
            <a:endParaRPr lang="fr-FR" sz="1400" dirty="0">
              <a:effectLst/>
              <a:latin typeface="+mn-lt"/>
              <a:ea typeface="Consolas" panose="020B0609020204030204" pitchFamily="49" charset="0"/>
              <a:cs typeface="Consolas" panose="020B0609020204030204" pitchFamily="49" charset="0"/>
            </a:endParaRPr>
          </a:p>
          <a:p>
            <a:pPr marL="540385" algn="l">
              <a:spcBef>
                <a:spcPts val="140"/>
              </a:spcBef>
              <a:spcAft>
                <a:spcPts val="0"/>
              </a:spcAft>
            </a:pPr>
            <a:r>
              <a:rPr lang="fr-FR" sz="1400" dirty="0">
                <a:solidFill>
                  <a:srgbClr val="800000"/>
                </a:solidFill>
                <a:effectLst/>
                <a:latin typeface="+mn-lt"/>
                <a:ea typeface="Consolas" panose="020B0609020204030204" pitchFamily="49" charset="0"/>
                <a:cs typeface="Consolas" panose="020B0609020204030204" pitchFamily="49" charset="0"/>
              </a:rPr>
              <a:t>&lt;option</a:t>
            </a:r>
            <a:r>
              <a:rPr lang="fr-FR" sz="1400" spc="-40" dirty="0">
                <a:solidFill>
                  <a:srgbClr val="800000"/>
                </a:solidFill>
                <a:effectLst/>
                <a:latin typeface="+mn-lt"/>
                <a:ea typeface="Consolas" panose="020B0609020204030204" pitchFamily="49" charset="0"/>
                <a:cs typeface="Consolas" panose="020B0609020204030204" pitchFamily="49" charset="0"/>
              </a:rPr>
              <a:t> </a:t>
            </a:r>
            <a:r>
              <a:rPr lang="fr-FR" sz="1400" spc="-10" dirty="0">
                <a:solidFill>
                  <a:srgbClr val="FF0000"/>
                </a:solidFill>
                <a:effectLst/>
                <a:latin typeface="+mn-lt"/>
                <a:ea typeface="Consolas" panose="020B0609020204030204" pitchFamily="49" charset="0"/>
                <a:cs typeface="Consolas" panose="020B0609020204030204" pitchFamily="49" charset="0"/>
              </a:rPr>
              <a:t>value</a:t>
            </a:r>
            <a:r>
              <a:rPr lang="fr-FR" sz="1400" spc="-10" dirty="0">
                <a:effectLst/>
                <a:latin typeface="+mn-lt"/>
                <a:ea typeface="Consolas" panose="020B0609020204030204" pitchFamily="49" charset="0"/>
                <a:cs typeface="Consolas" panose="020B0609020204030204" pitchFamily="49" charset="0"/>
              </a:rPr>
              <a:t>=</a:t>
            </a:r>
            <a:r>
              <a:rPr lang="fr-FR" sz="1400" spc="-10" dirty="0">
                <a:solidFill>
                  <a:srgbClr val="0000FF"/>
                </a:solidFill>
                <a:effectLst/>
                <a:latin typeface="+mn-lt"/>
                <a:ea typeface="Consolas" panose="020B0609020204030204" pitchFamily="49" charset="0"/>
                <a:cs typeface="Consolas" panose="020B0609020204030204" pitchFamily="49" charset="0"/>
              </a:rPr>
              <a:t>"2"</a:t>
            </a:r>
            <a:r>
              <a:rPr lang="fr-FR" sz="1400" spc="-10" dirty="0">
                <a:solidFill>
                  <a:srgbClr val="800000"/>
                </a:solidFill>
                <a:effectLst/>
                <a:latin typeface="+mn-lt"/>
                <a:ea typeface="Consolas" panose="020B0609020204030204" pitchFamily="49" charset="0"/>
                <a:cs typeface="Consolas" panose="020B0609020204030204" pitchFamily="49" charset="0"/>
              </a:rPr>
              <a:t>&gt;</a:t>
            </a:r>
            <a:r>
              <a:rPr lang="fr-FR" sz="1400" spc="-10" dirty="0">
                <a:effectLst/>
                <a:latin typeface="+mn-lt"/>
                <a:ea typeface="Consolas" panose="020B0609020204030204" pitchFamily="49" charset="0"/>
                <a:cs typeface="Consolas" panose="020B0609020204030204" pitchFamily="49" charset="0"/>
              </a:rPr>
              <a:t>Element2</a:t>
            </a:r>
            <a:r>
              <a:rPr lang="fr-FR" sz="1400" spc="-10" dirty="0">
                <a:solidFill>
                  <a:srgbClr val="800000"/>
                </a:solidFill>
                <a:effectLst/>
                <a:latin typeface="+mn-lt"/>
                <a:ea typeface="Consolas" panose="020B0609020204030204" pitchFamily="49" charset="0"/>
                <a:cs typeface="Consolas" panose="020B0609020204030204" pitchFamily="49" charset="0"/>
              </a:rPr>
              <a:t>&lt;/option&gt;</a:t>
            </a:r>
            <a:endParaRPr lang="fr-FR" sz="1400" dirty="0">
              <a:effectLst/>
              <a:latin typeface="+mn-lt"/>
              <a:ea typeface="Consolas" panose="020B0609020204030204" pitchFamily="49" charset="0"/>
              <a:cs typeface="Consolas" panose="020B0609020204030204" pitchFamily="49" charset="0"/>
            </a:endParaRPr>
          </a:p>
          <a:p>
            <a:pPr marL="540385" algn="l">
              <a:spcBef>
                <a:spcPts val="130"/>
              </a:spcBef>
              <a:spcAft>
                <a:spcPts val="0"/>
              </a:spcAft>
            </a:pPr>
            <a:r>
              <a:rPr lang="fr-FR" sz="1400" dirty="0">
                <a:solidFill>
                  <a:srgbClr val="800000"/>
                </a:solidFill>
                <a:effectLst/>
                <a:latin typeface="+mn-lt"/>
                <a:ea typeface="Consolas" panose="020B0609020204030204" pitchFamily="49" charset="0"/>
                <a:cs typeface="Consolas" panose="020B0609020204030204" pitchFamily="49" charset="0"/>
              </a:rPr>
              <a:t>&lt;option</a:t>
            </a:r>
            <a:r>
              <a:rPr lang="fr-FR" sz="1400" spc="-40" dirty="0">
                <a:solidFill>
                  <a:srgbClr val="800000"/>
                </a:solidFill>
                <a:effectLst/>
                <a:latin typeface="+mn-lt"/>
                <a:ea typeface="Consolas" panose="020B0609020204030204" pitchFamily="49" charset="0"/>
                <a:cs typeface="Consolas" panose="020B0609020204030204" pitchFamily="49" charset="0"/>
              </a:rPr>
              <a:t> </a:t>
            </a:r>
            <a:r>
              <a:rPr lang="fr-FR" sz="1400" spc="-10" dirty="0">
                <a:solidFill>
                  <a:srgbClr val="FF0000"/>
                </a:solidFill>
                <a:effectLst/>
                <a:latin typeface="+mn-lt"/>
                <a:ea typeface="Consolas" panose="020B0609020204030204" pitchFamily="49" charset="0"/>
                <a:cs typeface="Consolas" panose="020B0609020204030204" pitchFamily="49" charset="0"/>
              </a:rPr>
              <a:t>value</a:t>
            </a:r>
            <a:r>
              <a:rPr lang="fr-FR" sz="1400" spc="-10" dirty="0">
                <a:effectLst/>
                <a:latin typeface="+mn-lt"/>
                <a:ea typeface="Consolas" panose="020B0609020204030204" pitchFamily="49" charset="0"/>
                <a:cs typeface="Consolas" panose="020B0609020204030204" pitchFamily="49" charset="0"/>
              </a:rPr>
              <a:t>=</a:t>
            </a:r>
            <a:r>
              <a:rPr lang="fr-FR" sz="1400" spc="-10" dirty="0">
                <a:solidFill>
                  <a:srgbClr val="0000FF"/>
                </a:solidFill>
                <a:effectLst/>
                <a:latin typeface="+mn-lt"/>
                <a:ea typeface="Consolas" panose="020B0609020204030204" pitchFamily="49" charset="0"/>
                <a:cs typeface="Consolas" panose="020B0609020204030204" pitchFamily="49" charset="0"/>
              </a:rPr>
              <a:t>"3"</a:t>
            </a:r>
            <a:r>
              <a:rPr lang="fr-FR" sz="1400" spc="-10" dirty="0">
                <a:solidFill>
                  <a:srgbClr val="800000"/>
                </a:solidFill>
                <a:effectLst/>
                <a:latin typeface="+mn-lt"/>
                <a:ea typeface="Consolas" panose="020B0609020204030204" pitchFamily="49" charset="0"/>
                <a:cs typeface="Consolas" panose="020B0609020204030204" pitchFamily="49" charset="0"/>
              </a:rPr>
              <a:t>&gt;</a:t>
            </a:r>
            <a:r>
              <a:rPr lang="fr-FR" sz="1400" spc="-10" dirty="0">
                <a:effectLst/>
                <a:latin typeface="+mn-lt"/>
                <a:ea typeface="Consolas" panose="020B0609020204030204" pitchFamily="49" charset="0"/>
                <a:cs typeface="Consolas" panose="020B0609020204030204" pitchFamily="49" charset="0"/>
              </a:rPr>
              <a:t>Element3</a:t>
            </a:r>
            <a:r>
              <a:rPr lang="fr-FR" sz="1400" spc="-10" dirty="0">
                <a:solidFill>
                  <a:srgbClr val="800000"/>
                </a:solidFill>
                <a:effectLst/>
                <a:latin typeface="+mn-lt"/>
                <a:ea typeface="Consolas" panose="020B0609020204030204" pitchFamily="49" charset="0"/>
                <a:cs typeface="Consolas" panose="020B0609020204030204" pitchFamily="49" charset="0"/>
              </a:rPr>
              <a:t>&lt;/option&gt;</a:t>
            </a:r>
            <a:endParaRPr lang="fr-FR" sz="1400" dirty="0">
              <a:effectLst/>
              <a:latin typeface="+mn-lt"/>
              <a:ea typeface="Consolas" panose="020B0609020204030204" pitchFamily="49" charset="0"/>
              <a:cs typeface="Consolas" panose="020B0609020204030204" pitchFamily="49" charset="0"/>
            </a:endParaRPr>
          </a:p>
          <a:p>
            <a:pPr marL="386715" algn="l">
              <a:spcBef>
                <a:spcPts val="140"/>
              </a:spcBef>
              <a:spcAft>
                <a:spcPts val="0"/>
              </a:spcAft>
            </a:pPr>
            <a:r>
              <a:rPr lang="fr-FR" sz="1400" spc="-10" dirty="0">
                <a:solidFill>
                  <a:srgbClr val="800000"/>
                </a:solidFill>
                <a:effectLst/>
                <a:latin typeface="+mn-lt"/>
                <a:ea typeface="Consolas" panose="020B0609020204030204" pitchFamily="49" charset="0"/>
                <a:cs typeface="Consolas" panose="020B0609020204030204" pitchFamily="49" charset="0"/>
              </a:rPr>
              <a:t>&lt;/select&gt;</a:t>
            </a:r>
          </a:p>
          <a:p>
            <a:pPr marL="386715" algn="l">
              <a:spcBef>
                <a:spcPts val="140"/>
              </a:spcBef>
              <a:spcAft>
                <a:spcPts val="0"/>
              </a:spcAft>
            </a:pPr>
            <a:endParaRPr lang="fr-FR" sz="1400" spc="-10" dirty="0">
              <a:solidFill>
                <a:srgbClr val="800000"/>
              </a:solidFill>
              <a:latin typeface="+mn-lt"/>
            </a:endParaRPr>
          </a:p>
          <a:p>
            <a:pPr marL="386715" algn="l">
              <a:spcBef>
                <a:spcPts val="140"/>
              </a:spcBef>
              <a:spcAft>
                <a:spcPts val="0"/>
              </a:spcAft>
            </a:pPr>
            <a:endParaRPr lang="fr-FR" sz="1400" dirty="0">
              <a:latin typeface="+mn-lt"/>
            </a:endParaRPr>
          </a:p>
          <a:p>
            <a:pPr marL="285750" indent="-285750" algn="l">
              <a:buFont typeface="Wingdings" panose="05000000000000000000" pitchFamily="2" charset="2"/>
              <a:buChar char="§"/>
            </a:pPr>
            <a:r>
              <a:rPr lang="fr-FR" sz="1400" dirty="0">
                <a:latin typeface="+mn-lt"/>
              </a:rPr>
              <a:t>On utilise un composant </a:t>
            </a:r>
            <a:r>
              <a:rPr lang="fr-FR" sz="1400" b="1" dirty="0" err="1">
                <a:solidFill>
                  <a:srgbClr val="C00000"/>
                </a:solidFill>
                <a:latin typeface="+mn-lt"/>
              </a:rPr>
              <a:t>SelectComp</a:t>
            </a:r>
            <a:r>
              <a:rPr lang="fr-FR" sz="1400" b="1" dirty="0">
                <a:solidFill>
                  <a:srgbClr val="C00000"/>
                </a:solidFill>
                <a:latin typeface="+mn-lt"/>
              </a:rPr>
              <a:t> </a:t>
            </a:r>
            <a:r>
              <a:rPr lang="fr-FR" sz="1400" dirty="0">
                <a:latin typeface="+mn-lt"/>
              </a:rPr>
              <a:t>dans lequel on transmet une propriété options qui est un tableau indiquant la liste des éléments à afficher (sous forme de chaînes de caractères). Les éléments </a:t>
            </a:r>
            <a:r>
              <a:rPr lang="fr-FR" sz="1400" dirty="0" err="1">
                <a:latin typeface="+mn-lt"/>
              </a:rPr>
              <a:t>React</a:t>
            </a:r>
            <a:r>
              <a:rPr lang="fr-FR" sz="1400" dirty="0">
                <a:latin typeface="+mn-lt"/>
              </a:rPr>
              <a:t> sont créés avec JSX.</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88599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 Formulaires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344069"/>
          </a:xfrm>
          <a:prstGeom prst="rect">
            <a:avLst/>
          </a:prstGeom>
          <a:noFill/>
        </p:spPr>
        <p:txBody>
          <a:bodyPr wrap="square">
            <a:spAutoFit/>
          </a:bodyPr>
          <a:lstStyle/>
          <a:p>
            <a:pPr marR="526415" algn="just">
              <a:lnSpc>
                <a:spcPct val="107000"/>
              </a:lnSpc>
              <a:spcBef>
                <a:spcPts val="580"/>
              </a:spcBef>
              <a:spcAft>
                <a:spcPts val="0"/>
              </a:spcAft>
            </a:pPr>
            <a:r>
              <a:rPr lang="fr-FR" b="1" dirty="0">
                <a:solidFill>
                  <a:schemeClr val="accent1">
                    <a:lumMod val="75000"/>
                  </a:schemeClr>
                </a:solidFill>
                <a:latin typeface="+mn-lt"/>
                <a:ea typeface="+mj-ea"/>
                <a:cs typeface="+mj-cs"/>
              </a:rPr>
              <a:t>Gérer les listes de sélections</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graphicFrame>
        <p:nvGraphicFramePr>
          <p:cNvPr id="7" name="Tableau 6">
            <a:extLst>
              <a:ext uri="{FF2B5EF4-FFF2-40B4-BE49-F238E27FC236}">
                <a16:creationId xmlns:a16="http://schemas.microsoft.com/office/drawing/2014/main" id="{BC32F1CA-6960-05D0-8726-0A5BC9458FED}"/>
              </a:ext>
            </a:extLst>
          </p:cNvPr>
          <p:cNvGraphicFramePr>
            <a:graphicFrameLocks noGrp="1"/>
          </p:cNvGraphicFramePr>
          <p:nvPr>
            <p:extLst>
              <p:ext uri="{D42A27DB-BD31-4B8C-83A1-F6EECF244321}">
                <p14:modId xmlns:p14="http://schemas.microsoft.com/office/powerpoint/2010/main" val="3864556339"/>
              </p:ext>
            </p:extLst>
          </p:nvPr>
        </p:nvGraphicFramePr>
        <p:xfrm>
          <a:off x="328935" y="1398303"/>
          <a:ext cx="4124194" cy="3745549"/>
        </p:xfrm>
        <a:graphic>
          <a:graphicData uri="http://schemas.openxmlformats.org/drawingml/2006/table">
            <a:tbl>
              <a:tblPr firstRow="1" firstCol="1" lastRow="1" lastCol="1" bandRow="1" bandCol="1"/>
              <a:tblGrid>
                <a:gridCol w="4124194">
                  <a:extLst>
                    <a:ext uri="{9D8B030D-6E8A-4147-A177-3AD203B41FA5}">
                      <a16:colId xmlns:a16="http://schemas.microsoft.com/office/drawing/2014/main" val="2480054642"/>
                    </a:ext>
                  </a:extLst>
                </a:gridCol>
              </a:tblGrid>
              <a:tr h="405320">
                <a:tc>
                  <a:txBody>
                    <a:bodyPr/>
                    <a:lstStyle/>
                    <a:p>
                      <a:pPr marL="31750">
                        <a:lnSpc>
                          <a:spcPts val="990"/>
                        </a:lnSpc>
                        <a:spcBef>
                          <a:spcPts val="140"/>
                        </a:spcBef>
                      </a:pPr>
                      <a:endParaRPr lang="fr-FR" sz="1000" i="1" u="sng" spc="-10" dirty="0">
                        <a:effectLst/>
                        <a:latin typeface="Consolas" panose="020B0609020204030204" pitchFamily="49" charset="0"/>
                        <a:ea typeface="Consolas" panose="020B0609020204030204" pitchFamily="49" charset="0"/>
                        <a:cs typeface="Consolas" panose="020B0609020204030204" pitchFamily="49" charset="0"/>
                      </a:endParaRPr>
                    </a:p>
                    <a:p>
                      <a:pPr marL="31750">
                        <a:lnSpc>
                          <a:spcPts val="990"/>
                        </a:lnSpc>
                        <a:spcBef>
                          <a:spcPts val="140"/>
                        </a:spcBef>
                      </a:pPr>
                      <a:r>
                        <a:rPr lang="fr-FR" sz="1000" i="1" u="sng" spc="-10" dirty="0">
                          <a:effectLst/>
                          <a:latin typeface="Consolas" panose="020B0609020204030204" pitchFamily="49" charset="0"/>
                          <a:ea typeface="Consolas" panose="020B0609020204030204" pitchFamily="49" charset="0"/>
                          <a:cs typeface="Consolas" panose="020B0609020204030204" pitchFamily="49" charset="0"/>
                        </a:rPr>
                        <a:t>SelectComp.js</a:t>
                      </a:r>
                    </a:p>
                    <a:p>
                      <a:pPr marL="31750">
                        <a:lnSpc>
                          <a:spcPts val="990"/>
                        </a:lnSpc>
                        <a:spcBef>
                          <a:spcPts val="140"/>
                        </a:spcBef>
                      </a:pP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057594825"/>
                  </a:ext>
                </a:extLst>
              </a:tr>
              <a:tr h="3334958">
                <a:tc>
                  <a:txBody>
                    <a:bodyPr/>
                    <a:lstStyle/>
                    <a:p>
                      <a:pPr marL="31750">
                        <a:spcBef>
                          <a:spcPts val="42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a:t>
                      </a:r>
                      <a:r>
                        <a:rPr lang="en-US" sz="1100" spc="-2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latin typeface="Consolas" panose="020B0609020204030204" pitchFamily="49" charset="0"/>
                          <a:ea typeface="Consolas" panose="020B0609020204030204" pitchFamily="49" charset="0"/>
                          <a:cs typeface="Consolas" panose="020B0609020204030204" pitchFamily="49" charset="0"/>
                        </a:rPr>
                        <a:t>SelectComp</a:t>
                      </a:r>
                      <a:r>
                        <a:rPr lang="en-US" sz="1100" spc="-2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spc="-3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(props)</a:t>
                      </a:r>
                      <a:r>
                        <a:rPr lang="en-US" sz="1100" spc="-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=&gt;</a:t>
                      </a:r>
                      <a:r>
                        <a:rPr lang="en-US" sz="1100" spc="-1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indent="-307975">
                        <a:lnSpc>
                          <a:spcPct val="110000"/>
                        </a:lnSpc>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 </a:t>
                      </a:r>
                      <a:r>
                        <a:rPr lang="en-US" sz="1100" dirty="0" err="1">
                          <a:effectLst/>
                          <a:highlight>
                            <a:srgbClr val="FFFF00"/>
                          </a:highlight>
                          <a:latin typeface="Consolas" panose="020B0609020204030204" pitchFamily="49" charset="0"/>
                          <a:ea typeface="Consolas" panose="020B0609020204030204" pitchFamily="49" charset="0"/>
                          <a:cs typeface="Consolas" panose="020B0609020204030204" pitchFamily="49" charset="0"/>
                        </a:rPr>
                        <a:t>handlerChange</a:t>
                      </a:r>
                      <a:r>
                        <a:rPr lang="en-US" sz="1100" dirty="0">
                          <a:effectLst/>
                          <a:latin typeface="Consolas" panose="020B0609020204030204" pitchFamily="49" charset="0"/>
                          <a:ea typeface="Consolas" panose="020B0609020204030204" pitchFamily="49" charset="0"/>
                          <a:cs typeface="Consolas" panose="020B0609020204030204" pitchFamily="49" charset="0"/>
                        </a:rPr>
                        <a:t>=(event)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=&gt;</a:t>
                      </a:r>
                      <a:r>
                        <a:rPr lang="en-US" sz="1100" dirty="0">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effectLst/>
                          <a:latin typeface="Consolas" panose="020B0609020204030204" pitchFamily="49" charset="0"/>
                          <a:ea typeface="Consolas" panose="020B0609020204030204" pitchFamily="49" charset="0"/>
                          <a:cs typeface="Consolas" panose="020B0609020204030204" pitchFamily="49" charset="0"/>
                        </a:rPr>
                        <a:t>console.log(</a:t>
                      </a:r>
                      <a:r>
                        <a:rPr lang="en-US" sz="1100" spc="-1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'key='</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event.target.value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a:lnSpc>
                          <a:spcPts val="1275"/>
                        </a:lnSpc>
                        <a:spcBef>
                          <a:spcPts val="140"/>
                        </a:spcBef>
                        <a:spcAft>
                          <a:spcPts val="0"/>
                        </a:spcAft>
                      </a:pP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a:t>
                      </a:r>
                      <a:r>
                        <a:rPr lang="en-US" sz="1100" spc="-3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a:spcBef>
                          <a:spcPts val="140"/>
                        </a:spcBef>
                      </a:pP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dirty="0">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select</a:t>
                      </a:r>
                      <a:r>
                        <a:rPr lang="en-US" sz="1100" spc="-35"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err="1">
                          <a:solidFill>
                            <a:srgbClr val="FF0000"/>
                          </a:solidFill>
                          <a:effectLst/>
                          <a:highlight>
                            <a:srgbClr val="00FFFF"/>
                          </a:highlight>
                          <a:latin typeface="Consolas" panose="020B0609020204030204" pitchFamily="49" charset="0"/>
                          <a:ea typeface="Consolas" panose="020B0609020204030204" pitchFamily="49" charset="0"/>
                          <a:cs typeface="Consolas" panose="020B0609020204030204" pitchFamily="49" charset="0"/>
                        </a:rPr>
                        <a:t>onChange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highlight>
                            <a:srgbClr val="FFFF00"/>
                          </a:highlight>
                          <a:latin typeface="Consolas" panose="020B0609020204030204" pitchFamily="49" charset="0"/>
                          <a:ea typeface="Consolas" panose="020B0609020204030204" pitchFamily="49" charset="0"/>
                          <a:cs typeface="Consolas" panose="020B0609020204030204" pitchFamily="49" charset="0"/>
                        </a:rPr>
                        <a:t>{</a:t>
                      </a:r>
                      <a:r>
                        <a:rPr lang="en-US" sz="1100" spc="-10" dirty="0" err="1">
                          <a:effectLst/>
                          <a:highlight>
                            <a:srgbClr val="FFFF00"/>
                          </a:highlight>
                          <a:latin typeface="Consolas" panose="020B0609020204030204" pitchFamily="49" charset="0"/>
                          <a:ea typeface="Consolas" panose="020B0609020204030204" pitchFamily="49" charset="0"/>
                          <a:cs typeface="Consolas" panose="020B0609020204030204" pitchFamily="49" charset="0"/>
                        </a:rPr>
                        <a:t>handlerChange</a:t>
                      </a:r>
                      <a:r>
                        <a:rPr lang="en-US" sz="1100" spc="-10" dirty="0" err="1">
                          <a:effectLst/>
                          <a:latin typeface="Consolas" panose="020B0609020204030204" pitchFamily="49" charset="0"/>
                          <a:ea typeface="Consolas" panose="020B0609020204030204" pitchFamily="49" charset="0"/>
                          <a:cs typeface="Consolas" panose="020B0609020204030204" pitchFamily="49" charset="0"/>
                        </a:rPr>
                        <a:t>.bind</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261745" marR="29845" indent="-308610">
                        <a:lnSpc>
                          <a:spcPct val="110000"/>
                        </a:lnSpc>
                        <a:spcBef>
                          <a:spcPts val="140"/>
                        </a:spcBef>
                        <a:spcAft>
                          <a:spcPts val="0"/>
                        </a:spcAft>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effectLst/>
                          <a:latin typeface="Consolas" panose="020B0609020204030204" pitchFamily="49" charset="0"/>
                          <a:ea typeface="Consolas" panose="020B0609020204030204" pitchFamily="49" charset="0"/>
                          <a:cs typeface="Consolas" panose="020B0609020204030204" pitchFamily="49" charset="0"/>
                        </a:rPr>
                        <a:t>props.options.map</a:t>
                      </a:r>
                      <a:r>
                        <a:rPr lang="en-US" sz="1100" dirty="0">
                          <a:effectLst/>
                          <a:latin typeface="Consolas" panose="020B0609020204030204" pitchFamily="49" charset="0"/>
                          <a:ea typeface="Consolas" panose="020B0609020204030204" pitchFamily="49" charset="0"/>
                          <a:cs typeface="Consolas" panose="020B0609020204030204" pitchFamily="49" charset="0"/>
                        </a:rPr>
                        <a:t>(</a:t>
                      </a:r>
                    </a:p>
                    <a:p>
                      <a:pPr marL="1261745" marR="29845" indent="-308610">
                        <a:lnSpc>
                          <a:spcPct val="110000"/>
                        </a:lnSpc>
                        <a:spcBef>
                          <a:spcPts val="140"/>
                        </a:spcBef>
                        <a:spcAft>
                          <a:spcPts val="0"/>
                        </a:spcAft>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function</a:t>
                      </a:r>
                      <a:r>
                        <a:rPr lang="en-US" sz="1100" dirty="0">
                          <a:effectLst/>
                          <a:latin typeface="Consolas" panose="020B0609020204030204" pitchFamily="49" charset="0"/>
                          <a:ea typeface="Consolas" panose="020B0609020204030204" pitchFamily="49" charset="0"/>
                          <a:cs typeface="Consolas" panose="020B0609020204030204" pitchFamily="49" charset="0"/>
                        </a:rPr>
                        <a:t>(option,</a:t>
                      </a:r>
                      <a:r>
                        <a:rPr lang="en-US" sz="1100" spc="-9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index)</a:t>
                      </a:r>
                      <a:r>
                        <a:rPr lang="en-US" sz="1100" spc="-10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 </a:t>
                      </a:r>
                    </a:p>
                    <a:p>
                      <a:pPr marL="1261745" marR="29845" indent="-308610">
                        <a:lnSpc>
                          <a:spcPct val="110000"/>
                        </a:lnSpc>
                        <a:spcBef>
                          <a:spcPts val="140"/>
                        </a:spcBef>
                        <a:spcAft>
                          <a:spcPts val="0"/>
                        </a:spcAft>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 </a:t>
                      </a:r>
                    </a:p>
                    <a:p>
                      <a:pPr marL="1261745" marR="29845" indent="-308610">
                        <a:lnSpc>
                          <a:spcPct val="110000"/>
                        </a:lnSpc>
                        <a:spcBef>
                          <a:spcPts val="140"/>
                        </a:spcBef>
                        <a:spcAft>
                          <a:spcPts val="0"/>
                        </a:spcAft>
                      </a:pP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dirty="0">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option</a:t>
                      </a: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key</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effectLst/>
                          <a:latin typeface="Consolas" panose="020B0609020204030204" pitchFamily="49" charset="0"/>
                          <a:ea typeface="Consolas" panose="020B0609020204030204" pitchFamily="49" charset="0"/>
                          <a:cs typeface="Consolas" panose="020B0609020204030204" pitchFamily="49" charset="0"/>
                        </a:rPr>
                        <a:t>index+</a:t>
                      </a:r>
                      <a:r>
                        <a:rPr lang="en-US" sz="1100" dirty="0">
                          <a:solidFill>
                            <a:srgbClr val="098557"/>
                          </a:solidFill>
                          <a:effectLst/>
                          <a:latin typeface="Consolas" panose="020B0609020204030204" pitchFamily="49" charset="0"/>
                          <a:ea typeface="Consolas" panose="020B0609020204030204" pitchFamily="49" charset="0"/>
                          <a:cs typeface="Consolas" panose="020B0609020204030204" pitchFamily="49" charset="0"/>
                        </a:rPr>
                        <a:t>1</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fr-FR" sz="1100" spc="0" dirty="0">
                          <a:solidFill>
                            <a:schemeClr val="tx1"/>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effectLst/>
                          <a:latin typeface="Consolas" panose="020B0609020204030204" pitchFamily="49" charset="0"/>
                          <a:ea typeface="Consolas" panose="020B0609020204030204" pitchFamily="49" charset="0"/>
                          <a:cs typeface="Consolas" panose="020B0609020204030204" pitchFamily="49" charset="0"/>
                        </a:rPr>
                        <a:t>index+</a:t>
                      </a:r>
                      <a:r>
                        <a:rPr lang="en-US" sz="1100" spc="-10" dirty="0">
                          <a:solidFill>
                            <a:srgbClr val="098557"/>
                          </a:solidFill>
                          <a:effectLst/>
                          <a:latin typeface="Consolas" panose="020B0609020204030204" pitchFamily="49" charset="0"/>
                          <a:ea typeface="Consolas" panose="020B0609020204030204" pitchFamily="49" charset="0"/>
                          <a:cs typeface="Consolas" panose="020B0609020204030204" pitchFamily="49" charset="0"/>
                        </a:rPr>
                        <a:t>1</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effectLst/>
                          <a:latin typeface="Consolas" panose="020B0609020204030204" pitchFamily="49" charset="0"/>
                          <a:ea typeface="Consolas" panose="020B0609020204030204" pitchFamily="49" charset="0"/>
                          <a:cs typeface="Consolas" panose="020B0609020204030204" pitchFamily="49" charset="0"/>
                        </a:rPr>
                        <a:t>option</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p>
                    <a:p>
                      <a:pPr marL="31750">
                        <a:spcBef>
                          <a:spcPts val="15"/>
                        </a:spcBef>
                      </a:pP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option</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953135">
                        <a:spcBef>
                          <a:spcPts val="140"/>
                        </a:spcBef>
                      </a:pPr>
                      <a:r>
                        <a:rPr lang="en-US" sz="1100" spc="-25" dirty="0">
                          <a:effectLst/>
                          <a:latin typeface="Consolas" panose="020B0609020204030204" pitchFamily="49" charset="0"/>
                          <a:ea typeface="Consolas" panose="020B0609020204030204" pitchFamily="49" charset="0"/>
                          <a:cs typeface="Consolas" panose="020B0609020204030204" pitchFamily="49" charset="0"/>
                        </a:rPr>
                        <a:t>})</a:t>
                      </a:r>
                      <a:r>
                        <a:rPr lang="en-US" sz="1100" spc="-5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a:spcBef>
                          <a:spcPts val="125"/>
                        </a:spcBef>
                        <a:spcAft>
                          <a:spcPts val="0"/>
                        </a:spcAft>
                      </a:pP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select</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a:spcBef>
                          <a:spcPts val="140"/>
                        </a:spcBef>
                      </a:pPr>
                      <a:r>
                        <a:rPr lang="fr-FR" sz="1100" spc="-25"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1750">
                        <a:spcBef>
                          <a:spcPts val="140"/>
                        </a:spcBef>
                      </a:pPr>
                      <a:r>
                        <a:rPr lang="fr-FR" sz="1100" spc="-25"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1750">
                        <a:lnSpc>
                          <a:spcPts val="1195"/>
                        </a:lnSpc>
                        <a:spcBef>
                          <a:spcPts val="140"/>
                        </a:spcBef>
                      </a:pPr>
                      <a:r>
                        <a:rPr lang="fr-FR"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export</a:t>
                      </a:r>
                      <a:r>
                        <a:rPr lang="fr-FR" sz="11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default</a:t>
                      </a:r>
                      <a:r>
                        <a:rPr lang="fr-FR" sz="11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err="1">
                          <a:effectLst/>
                          <a:latin typeface="Consolas" panose="020B0609020204030204" pitchFamily="49" charset="0"/>
                          <a:ea typeface="Consolas" panose="020B0609020204030204" pitchFamily="49" charset="0"/>
                          <a:cs typeface="Consolas" panose="020B0609020204030204" pitchFamily="49" charset="0"/>
                        </a:rPr>
                        <a:t>SelectComp</a:t>
                      </a:r>
                      <a:r>
                        <a:rPr lang="fr-FR"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6716804"/>
                  </a:ext>
                </a:extLst>
              </a:tr>
            </a:tbl>
          </a:graphicData>
        </a:graphic>
      </p:graphicFrame>
      <p:sp>
        <p:nvSpPr>
          <p:cNvPr id="8" name="Rectangle 2">
            <a:extLst>
              <a:ext uri="{FF2B5EF4-FFF2-40B4-BE49-F238E27FC236}">
                <a16:creationId xmlns:a16="http://schemas.microsoft.com/office/drawing/2014/main" id="{9F0EF316-4952-655D-4F2F-F86072F95DBD}"/>
              </a:ext>
            </a:extLst>
          </p:cNvPr>
          <p:cNvSpPr>
            <a:spLocks noChangeArrowheads="1"/>
          </p:cNvSpPr>
          <p:nvPr/>
        </p:nvSpPr>
        <p:spPr bwMode="auto">
          <a:xfrm>
            <a:off x="256032" y="1124481"/>
            <a:ext cx="3429000" cy="338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17400" tIns="76176" rIns="91440" bIns="45720" numCol="1" anchor="ctr" anchorCtr="0" compatLnSpc="1">
            <a:prstTxWarp prst="textNoShape">
              <a:avLst/>
            </a:prstTxWarp>
            <a:spAutoFit/>
          </a:bodyPr>
          <a:lstStyle>
            <a:lvl1pPr algn="l">
              <a:defRPr>
                <a:solidFill>
                  <a:schemeClr val="tx1"/>
                </a:solidFill>
                <a:latin typeface="Arial" panose="020B0604020202020204" pitchFamily="34" charset="0"/>
              </a:defRPr>
            </a:lvl1pPr>
            <a:lvl2pPr algn="l">
              <a:defRPr>
                <a:solidFill>
                  <a:schemeClr val="tx1"/>
                </a:solidFill>
                <a:latin typeface="Arial" panose="020B0604020202020204" pitchFamily="34" charset="0"/>
              </a:defRPr>
            </a:lvl2pPr>
            <a:lvl3pPr algn="l">
              <a:defRPr>
                <a:solidFill>
                  <a:schemeClr val="tx1"/>
                </a:solidFill>
                <a:latin typeface="Arial" panose="020B0604020202020204" pitchFamily="34" charset="0"/>
              </a:defRPr>
            </a:lvl3pPr>
            <a:lvl4pPr algn="l">
              <a:defRPr>
                <a:solidFill>
                  <a:schemeClr val="tx1"/>
                </a:solidFill>
                <a:latin typeface="Arial" panose="020B0604020202020204" pitchFamily="34" charset="0"/>
              </a:defRPr>
            </a:lvl4pPr>
            <a:lvl5pPr algn="l">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a:ln>
                  <a:noFill/>
                </a:ln>
                <a:solidFill>
                  <a:schemeClr val="tx1"/>
                </a:solidFill>
                <a:effectLst/>
                <a:latin typeface="+mn-lt"/>
                <a:ea typeface="Calibri" panose="020F0502020204030204" pitchFamily="34" charset="0"/>
              </a:rPr>
              <a:t>Méthode 1 : Composant fonctionnel</a:t>
            </a:r>
          </a:p>
        </p:txBody>
      </p:sp>
      <p:graphicFrame>
        <p:nvGraphicFramePr>
          <p:cNvPr id="11" name="Tableau 10">
            <a:extLst>
              <a:ext uri="{FF2B5EF4-FFF2-40B4-BE49-F238E27FC236}">
                <a16:creationId xmlns:a16="http://schemas.microsoft.com/office/drawing/2014/main" id="{2DC4EEAB-1E4F-DE10-EF8B-3083FA2DA916}"/>
              </a:ext>
            </a:extLst>
          </p:cNvPr>
          <p:cNvGraphicFramePr>
            <a:graphicFrameLocks noGrp="1"/>
          </p:cNvGraphicFramePr>
          <p:nvPr>
            <p:extLst>
              <p:ext uri="{D42A27DB-BD31-4B8C-83A1-F6EECF244321}">
                <p14:modId xmlns:p14="http://schemas.microsoft.com/office/powerpoint/2010/main" val="3720100679"/>
              </p:ext>
            </p:extLst>
          </p:nvPr>
        </p:nvGraphicFramePr>
        <p:xfrm>
          <a:off x="4572000" y="1402017"/>
          <a:ext cx="4572000" cy="3740277"/>
        </p:xfrm>
        <a:graphic>
          <a:graphicData uri="http://schemas.openxmlformats.org/drawingml/2006/table">
            <a:tbl>
              <a:tblPr firstRow="1" firstCol="1" lastRow="1" lastCol="1" bandRow="1" bandCol="1"/>
              <a:tblGrid>
                <a:gridCol w="4572000">
                  <a:extLst>
                    <a:ext uri="{9D8B030D-6E8A-4147-A177-3AD203B41FA5}">
                      <a16:colId xmlns:a16="http://schemas.microsoft.com/office/drawing/2014/main" val="702487122"/>
                    </a:ext>
                  </a:extLst>
                </a:gridCol>
              </a:tblGrid>
              <a:tr h="172085">
                <a:tc>
                  <a:txBody>
                    <a:bodyPr/>
                    <a:lstStyle/>
                    <a:p>
                      <a:pPr marL="31750">
                        <a:lnSpc>
                          <a:spcPts val="990"/>
                        </a:lnSpc>
                        <a:spcBef>
                          <a:spcPts val="140"/>
                        </a:spcBef>
                      </a:pPr>
                      <a:endParaRPr lang="fr-FR" sz="1000" i="1" u="sng" spc="-10" dirty="0">
                        <a:effectLst/>
                        <a:latin typeface="Consolas" panose="020B0609020204030204" pitchFamily="49" charset="0"/>
                        <a:ea typeface="Consolas" panose="020B0609020204030204" pitchFamily="49" charset="0"/>
                        <a:cs typeface="Consolas" panose="020B0609020204030204" pitchFamily="49" charset="0"/>
                      </a:endParaRPr>
                    </a:p>
                    <a:p>
                      <a:pPr marL="31750">
                        <a:lnSpc>
                          <a:spcPts val="990"/>
                        </a:lnSpc>
                        <a:spcBef>
                          <a:spcPts val="140"/>
                        </a:spcBef>
                      </a:pPr>
                      <a:r>
                        <a:rPr lang="fr-FR" sz="1000" i="1" u="sng" spc="-10" dirty="0">
                          <a:effectLst/>
                          <a:latin typeface="Consolas" panose="020B0609020204030204" pitchFamily="49" charset="0"/>
                          <a:ea typeface="Consolas" panose="020B0609020204030204" pitchFamily="49" charset="0"/>
                          <a:cs typeface="Consolas" panose="020B0609020204030204" pitchFamily="49" charset="0"/>
                        </a:rPr>
                        <a:t>SelectComp.js</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749542002"/>
                  </a:ext>
                </a:extLst>
              </a:tr>
              <a:tr h="3261360">
                <a:tc>
                  <a:txBody>
                    <a:bodyPr/>
                    <a:lstStyle/>
                    <a:p>
                      <a:pPr marL="31750">
                        <a:spcBef>
                          <a:spcPts val="170"/>
                        </a:spcBef>
                      </a:pPr>
                      <a:endPar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endParaRPr>
                    </a:p>
                    <a:p>
                      <a:pPr marL="31750">
                        <a:spcBef>
                          <a:spcPts val="17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en-US" sz="1100" spc="-2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React</a:t>
                      </a:r>
                      <a:r>
                        <a:rPr lang="en-US" sz="1100" spc="-2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from</a:t>
                      </a:r>
                      <a:r>
                        <a:rPr lang="en-US" sz="1100" spc="-1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'react'</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marR="761365" indent="-307975">
                        <a:lnSpc>
                          <a:spcPct val="110000"/>
                        </a:lnSpc>
                        <a:spcBef>
                          <a:spcPts val="125"/>
                        </a:spcBef>
                        <a:spcAft>
                          <a:spcPts val="0"/>
                        </a:spcAft>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class</a:t>
                      </a:r>
                      <a:r>
                        <a:rPr lang="en-US" sz="1100" spc="-5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latin typeface="Consolas" panose="020B0609020204030204" pitchFamily="49" charset="0"/>
                          <a:ea typeface="Consolas" panose="020B0609020204030204" pitchFamily="49" charset="0"/>
                          <a:cs typeface="Consolas" panose="020B0609020204030204" pitchFamily="49" charset="0"/>
                        </a:rPr>
                        <a:t>SelectComp</a:t>
                      </a:r>
                      <a:r>
                        <a:rPr lang="en-US" sz="1100" spc="-5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extends</a:t>
                      </a:r>
                      <a:r>
                        <a:rPr lang="en-US" sz="1100" spc="-4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err="1">
                          <a:effectLst/>
                          <a:latin typeface="Consolas" panose="020B0609020204030204" pitchFamily="49" charset="0"/>
                          <a:ea typeface="Consolas" panose="020B0609020204030204" pitchFamily="49" charset="0"/>
                          <a:cs typeface="Consolas" panose="020B0609020204030204" pitchFamily="49" charset="0"/>
                        </a:rPr>
                        <a:t>React.Component</a:t>
                      </a:r>
                      <a:r>
                        <a:rPr lang="en-US" sz="1100" spc="-55"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constructor</a:t>
                      </a:r>
                      <a:r>
                        <a:rPr lang="en-US" sz="1100" dirty="0">
                          <a:effectLst/>
                          <a:latin typeface="Consolas" panose="020B0609020204030204" pitchFamily="49" charset="0"/>
                          <a:ea typeface="Consolas" panose="020B0609020204030204" pitchFamily="49" charset="0"/>
                          <a:cs typeface="Consolas" panose="020B0609020204030204" pitchFamily="49" charset="0"/>
                        </a:rPr>
                        <a:t>(props) {</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a:lnSpc>
                          <a:spcPts val="1285"/>
                        </a:lnSpc>
                        <a:spcBef>
                          <a:spcPts val="140"/>
                        </a:spcBef>
                        <a:spcAft>
                          <a:spcPts val="0"/>
                        </a:spcAft>
                      </a:pP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super</a:t>
                      </a:r>
                      <a:r>
                        <a:rPr lang="en-US" sz="1100" spc="-10" dirty="0">
                          <a:effectLst/>
                          <a:latin typeface="Consolas" panose="020B0609020204030204" pitchFamily="49" charset="0"/>
                          <a:ea typeface="Consolas" panose="020B0609020204030204" pitchFamily="49" charset="0"/>
                          <a:cs typeface="Consolas" panose="020B0609020204030204" pitchFamily="49" charset="0"/>
                        </a:rPr>
                        <a:t>(props);</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39090">
                        <a:spcBef>
                          <a:spcPts val="130"/>
                        </a:spcBef>
                        <a:spcAft>
                          <a:spcPts val="0"/>
                        </a:spcAft>
                      </a:pPr>
                      <a:r>
                        <a:rPr lang="en-US" sz="1100" dirty="0">
                          <a:effectLst/>
                          <a:latin typeface="Consolas" panose="020B0609020204030204" pitchFamily="49" charset="0"/>
                          <a:ea typeface="Consolas" panose="020B0609020204030204" pitchFamily="49" charset="0"/>
                          <a:cs typeface="Consolas" panose="020B0609020204030204" pitchFamily="49" charset="0"/>
                        </a:rPr>
                        <a:t>render()</a:t>
                      </a:r>
                      <a:r>
                        <a:rPr lang="en-US" sz="1100" spc="-45" dirty="0">
                          <a:effectLst/>
                          <a:latin typeface="Consolas" panose="020B0609020204030204" pitchFamily="49" charset="0"/>
                          <a:ea typeface="Consolas" panose="020B0609020204030204" pitchFamily="49" charset="0"/>
                          <a:cs typeface="Consolas" panose="020B0609020204030204" pitchFamily="49" charset="0"/>
                        </a:rPr>
                        <a:t> </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a:t>
                      </a:r>
                      <a:r>
                        <a:rPr lang="en-US" sz="1100" spc="-4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953135">
                        <a:spcBef>
                          <a:spcPts val="140"/>
                        </a:spcBef>
                      </a:pP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select</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567815" indent="-306705">
                        <a:lnSpc>
                          <a:spcPct val="110000"/>
                        </a:lnSpc>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100" dirty="0" err="1">
                          <a:effectLst/>
                          <a:latin typeface="Consolas" panose="020B0609020204030204" pitchFamily="49" charset="0"/>
                          <a:ea typeface="Consolas" panose="020B0609020204030204" pitchFamily="49" charset="0"/>
                          <a:cs typeface="Consolas" panose="020B0609020204030204" pitchFamily="49" charset="0"/>
                        </a:rPr>
                        <a:t>.props.options.map</a:t>
                      </a:r>
                      <a:r>
                        <a:rPr lang="en-US" sz="1100" dirty="0">
                          <a:effectLst/>
                          <a:latin typeface="Consolas" panose="020B0609020204030204" pitchFamily="49" charset="0"/>
                          <a:ea typeface="Consolas" panose="020B0609020204030204" pitchFamily="49" charset="0"/>
                          <a:cs typeface="Consolas" panose="020B0609020204030204" pitchFamily="49" charset="0"/>
                        </a:rPr>
                        <a:t>(</a:t>
                      </a:r>
                    </a:p>
                    <a:p>
                      <a:pPr marL="1567815" indent="-306705">
                        <a:lnSpc>
                          <a:spcPct val="110000"/>
                        </a:lnSpc>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function</a:t>
                      </a:r>
                      <a:r>
                        <a:rPr lang="en-US" sz="1100" dirty="0">
                          <a:effectLst/>
                          <a:latin typeface="Consolas" panose="020B0609020204030204" pitchFamily="49" charset="0"/>
                          <a:ea typeface="Consolas" panose="020B0609020204030204" pitchFamily="49" charset="0"/>
                          <a:cs typeface="Consolas" panose="020B0609020204030204" pitchFamily="49" charset="0"/>
                        </a:rPr>
                        <a:t>(option,</a:t>
                      </a:r>
                      <a:r>
                        <a:rPr lang="en-US" sz="1100" spc="-10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index)</a:t>
                      </a:r>
                      <a:r>
                        <a:rPr lang="en-US" sz="1100" spc="-100" dirty="0">
                          <a:effectLst/>
                          <a:latin typeface="Consolas" panose="020B0609020204030204" pitchFamily="49" charset="0"/>
                          <a:ea typeface="Consolas" panose="020B0609020204030204" pitchFamily="49" charset="0"/>
                          <a:cs typeface="Consolas" panose="020B0609020204030204" pitchFamily="49" charset="0"/>
                        </a:rPr>
                        <a:t> </a:t>
                      </a:r>
                      <a:r>
                        <a:rPr lang="en-US" sz="1100" dirty="0">
                          <a:effectLst/>
                          <a:latin typeface="Consolas" panose="020B0609020204030204" pitchFamily="49" charset="0"/>
                          <a:ea typeface="Consolas" panose="020B0609020204030204" pitchFamily="49" charset="0"/>
                          <a:cs typeface="Consolas" panose="020B0609020204030204" pitchFamily="49" charset="0"/>
                        </a:rPr>
                        <a:t>{ </a:t>
                      </a:r>
                    </a:p>
                    <a:p>
                      <a:pPr marL="1567815" indent="-306705">
                        <a:lnSpc>
                          <a:spcPct val="110000"/>
                        </a:lnSpc>
                        <a:spcBef>
                          <a:spcPts val="140"/>
                        </a:spcBef>
                      </a:pP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 </a:t>
                      </a:r>
                    </a:p>
                    <a:p>
                      <a:pPr marL="1567815" indent="-306705">
                        <a:lnSpc>
                          <a:spcPct val="110000"/>
                        </a:lnSpc>
                        <a:spcBef>
                          <a:spcPts val="140"/>
                        </a:spcBef>
                      </a:pP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dirty="0">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option</a:t>
                      </a:r>
                      <a:r>
                        <a:rPr lang="en-US" sz="1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1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key</a:t>
                      </a:r>
                      <a:r>
                        <a:rPr lang="en-US" sz="1100" dirty="0">
                          <a:effectLst/>
                          <a:latin typeface="Consolas" panose="020B0609020204030204" pitchFamily="49" charset="0"/>
                          <a:ea typeface="Consolas" panose="020B0609020204030204" pitchFamily="49" charset="0"/>
                          <a:cs typeface="Consolas" panose="020B0609020204030204" pitchFamily="49" charset="0"/>
                        </a:rPr>
                        <a:t>=</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dirty="0">
                          <a:effectLst/>
                          <a:latin typeface="Consolas" panose="020B0609020204030204" pitchFamily="49" charset="0"/>
                          <a:ea typeface="Consolas" panose="020B0609020204030204" pitchFamily="49" charset="0"/>
                          <a:cs typeface="Consolas" panose="020B0609020204030204" pitchFamily="49" charset="0"/>
                        </a:rPr>
                        <a:t>index+</a:t>
                      </a:r>
                      <a:r>
                        <a:rPr lang="en-US" sz="1100" dirty="0">
                          <a:solidFill>
                            <a:srgbClr val="098557"/>
                          </a:solidFill>
                          <a:effectLst/>
                          <a:latin typeface="Consolas" panose="020B0609020204030204" pitchFamily="49" charset="0"/>
                          <a:ea typeface="Consolas" panose="020B0609020204030204" pitchFamily="49" charset="0"/>
                          <a:cs typeface="Consolas" panose="020B0609020204030204" pitchFamily="49" charset="0"/>
                        </a:rPr>
                        <a:t>1</a:t>
                      </a:r>
                      <a:r>
                        <a:rPr lang="en-US"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fr-FR" sz="1100" spc="0" dirty="0">
                          <a:solidFill>
                            <a:schemeClr val="tx1"/>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value</a:t>
                      </a:r>
                      <a:r>
                        <a:rPr lang="en-US" sz="1100" spc="-10" dirty="0">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effectLst/>
                          <a:latin typeface="Consolas" panose="020B0609020204030204" pitchFamily="49" charset="0"/>
                          <a:ea typeface="Consolas" panose="020B0609020204030204" pitchFamily="49" charset="0"/>
                          <a:cs typeface="Consolas" panose="020B0609020204030204" pitchFamily="49" charset="0"/>
                        </a:rPr>
                        <a:t>index+</a:t>
                      </a:r>
                      <a:r>
                        <a:rPr lang="en-US" sz="1100" spc="-10" dirty="0">
                          <a:solidFill>
                            <a:srgbClr val="098557"/>
                          </a:solidFill>
                          <a:effectLst/>
                          <a:latin typeface="Consolas" panose="020B0609020204030204" pitchFamily="49" charset="0"/>
                          <a:ea typeface="Consolas" panose="020B0609020204030204" pitchFamily="49" charset="0"/>
                          <a:cs typeface="Consolas" panose="020B0609020204030204" pitchFamily="49" charset="0"/>
                        </a:rPr>
                        <a:t>1</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100" spc="-10" dirty="0">
                          <a:effectLst/>
                          <a:latin typeface="Consolas" panose="020B0609020204030204" pitchFamily="49" charset="0"/>
                          <a:ea typeface="Consolas" panose="020B0609020204030204" pitchFamily="49" charset="0"/>
                          <a:cs typeface="Consolas" panose="020B0609020204030204" pitchFamily="49" charset="0"/>
                        </a:rPr>
                        <a:t>option</a:t>
                      </a: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p>
                    <a:p>
                      <a:pPr marL="31750">
                        <a:spcBef>
                          <a:spcPts val="15"/>
                        </a:spcBef>
                      </a:pPr>
                      <a:r>
                        <a:rPr lang="en-US" sz="11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option</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1261745">
                        <a:spcBef>
                          <a:spcPts val="140"/>
                        </a:spcBef>
                      </a:pPr>
                      <a:r>
                        <a:rPr lang="en-US" sz="1100" spc="-25" dirty="0">
                          <a:effectLst/>
                          <a:latin typeface="Consolas" panose="020B0609020204030204" pitchFamily="49" charset="0"/>
                          <a:ea typeface="Consolas" panose="020B0609020204030204" pitchFamily="49" charset="0"/>
                          <a:cs typeface="Consolas" panose="020B0609020204030204" pitchFamily="49" charset="0"/>
                        </a:rPr>
                        <a:t>})</a:t>
                      </a:r>
                      <a:r>
                        <a:rPr lang="en-US" sz="1100" spc="-5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953135">
                        <a:spcBef>
                          <a:spcPts val="125"/>
                        </a:spcBef>
                        <a:spcAft>
                          <a:spcPts val="0"/>
                        </a:spcAft>
                      </a:pP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100" spc="-10" dirty="0">
                          <a:solidFill>
                            <a:srgbClr val="800000"/>
                          </a:solidFill>
                          <a:effectLst/>
                          <a:highlight>
                            <a:srgbClr val="00FF00"/>
                          </a:highlight>
                          <a:latin typeface="Consolas" panose="020B0609020204030204" pitchFamily="49" charset="0"/>
                          <a:ea typeface="Consolas" panose="020B0609020204030204" pitchFamily="49" charset="0"/>
                          <a:cs typeface="Consolas" panose="020B0609020204030204" pitchFamily="49" charset="0"/>
                        </a:rPr>
                        <a:t>select</a:t>
                      </a:r>
                      <a:r>
                        <a:rPr lang="en-US" sz="11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647065">
                        <a:spcBef>
                          <a:spcPts val="140"/>
                        </a:spcBef>
                      </a:pPr>
                      <a:r>
                        <a:rPr lang="fr-FR" sz="11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p>
                      <a:pPr marL="31750">
                        <a:lnSpc>
                          <a:spcPts val="1195"/>
                        </a:lnSpc>
                        <a:spcBef>
                          <a:spcPts val="130"/>
                        </a:spcBef>
                      </a:pPr>
                      <a:r>
                        <a:rPr lang="fr-FR"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export</a:t>
                      </a:r>
                      <a:r>
                        <a:rPr lang="fr-FR" sz="11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fr-FR" sz="11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default</a:t>
                      </a:r>
                      <a:r>
                        <a:rPr lang="fr-FR" sz="11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fr-FR" sz="1100" spc="-10" dirty="0" err="1">
                          <a:effectLst/>
                          <a:latin typeface="Consolas" panose="020B0609020204030204" pitchFamily="49" charset="0"/>
                          <a:ea typeface="Consolas" panose="020B0609020204030204" pitchFamily="49" charset="0"/>
                          <a:cs typeface="Consolas" panose="020B0609020204030204" pitchFamily="49" charset="0"/>
                        </a:rPr>
                        <a:t>SelectComp</a:t>
                      </a:r>
                      <a:r>
                        <a:rPr lang="fr-FR" sz="1100" spc="-10" dirty="0">
                          <a:effectLst/>
                          <a:latin typeface="Consolas" panose="020B0609020204030204" pitchFamily="49" charset="0"/>
                          <a:ea typeface="Consolas" panose="020B0609020204030204" pitchFamily="49" charset="0"/>
                          <a:cs typeface="Consolas" panose="020B0609020204030204" pitchFamily="49" charset="0"/>
                        </a:rPr>
                        <a:t>;</a:t>
                      </a:r>
                    </a:p>
                    <a:p>
                      <a:pPr marL="31750">
                        <a:lnSpc>
                          <a:spcPts val="1195"/>
                        </a:lnSpc>
                        <a:spcBef>
                          <a:spcPts val="130"/>
                        </a:spcBef>
                      </a:pPr>
                      <a:endParaRPr lang="fr-FR" sz="1100" dirty="0">
                        <a:effectLst/>
                        <a:latin typeface="Consolas" panose="020B0609020204030204" pitchFamily="49" charset="0"/>
                        <a:ea typeface="Consolas" panose="020B0609020204030204" pitchFamily="49" charset="0"/>
                        <a:cs typeface="Consolas" panose="020B0609020204030204" pitchFamily="49"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3259554"/>
                  </a:ext>
                </a:extLst>
              </a:tr>
            </a:tbl>
          </a:graphicData>
        </a:graphic>
      </p:graphicFrame>
      <p:sp>
        <p:nvSpPr>
          <p:cNvPr id="12" name="Rectangle 3">
            <a:extLst>
              <a:ext uri="{FF2B5EF4-FFF2-40B4-BE49-F238E27FC236}">
                <a16:creationId xmlns:a16="http://schemas.microsoft.com/office/drawing/2014/main" id="{4FA6B831-0275-4D69-EFC7-CC3EF923D216}"/>
              </a:ext>
            </a:extLst>
          </p:cNvPr>
          <p:cNvSpPr>
            <a:spLocks noChangeArrowheads="1"/>
          </p:cNvSpPr>
          <p:nvPr/>
        </p:nvSpPr>
        <p:spPr bwMode="auto">
          <a:xfrm>
            <a:off x="4773930" y="1163673"/>
            <a:ext cx="27432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a:defRPr>
                <a:solidFill>
                  <a:schemeClr val="tx1"/>
                </a:solidFill>
                <a:latin typeface="Arial" panose="020B0604020202020204" pitchFamily="34" charset="0"/>
              </a:defRPr>
            </a:lvl1pPr>
            <a:lvl2pPr algn="l">
              <a:defRPr>
                <a:solidFill>
                  <a:schemeClr val="tx1"/>
                </a:solidFill>
                <a:latin typeface="Arial" panose="020B0604020202020204" pitchFamily="34" charset="0"/>
              </a:defRPr>
            </a:lvl2pPr>
            <a:lvl3pPr algn="l">
              <a:defRPr>
                <a:solidFill>
                  <a:schemeClr val="tx1"/>
                </a:solidFill>
                <a:latin typeface="Arial" panose="020B0604020202020204" pitchFamily="34" charset="0"/>
              </a:defRPr>
            </a:lvl3pPr>
            <a:lvl4pPr algn="l">
              <a:defRPr>
                <a:solidFill>
                  <a:schemeClr val="tx1"/>
                </a:solidFill>
                <a:latin typeface="Arial" panose="020B0604020202020204" pitchFamily="34" charset="0"/>
              </a:defRPr>
            </a:lvl4pPr>
            <a:lvl5pPr algn="l">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1" i="0" u="none" strike="noStrike" cap="none" normalizeH="0" baseline="0" dirty="0">
                <a:ln>
                  <a:noFill/>
                </a:ln>
                <a:solidFill>
                  <a:schemeClr val="tx1"/>
                </a:solidFill>
                <a:effectLst/>
                <a:latin typeface="Calibri" panose="020F0502020204030204" pitchFamily="34" charset="0"/>
                <a:ea typeface="Consolas" panose="020B0609020204030204" pitchFamily="49" charset="0"/>
                <a:cs typeface="Calibri" panose="020F0502020204030204" pitchFamily="34" charset="0"/>
              </a:rPr>
              <a:t>Méthode 2 : Composant de classe</a:t>
            </a:r>
            <a:endParaRPr kumimoji="0" lang="fr-FR" altLang="fr-FR" sz="1400" b="0" i="0" u="none" strike="noStrike" cap="none" normalizeH="0" baseline="0" dirty="0">
              <a:ln>
                <a:noFill/>
              </a:ln>
              <a:solidFill>
                <a:schemeClr val="tx1"/>
              </a:solidFill>
              <a:effectLst/>
            </a:endParaRPr>
          </a:p>
        </p:txBody>
      </p:sp>
      <p:sp>
        <p:nvSpPr>
          <p:cNvPr id="14" name="ZoneTexte 13">
            <a:extLst>
              <a:ext uri="{FF2B5EF4-FFF2-40B4-BE49-F238E27FC236}">
                <a16:creationId xmlns:a16="http://schemas.microsoft.com/office/drawing/2014/main" id="{B36054C2-7F88-4247-7C5F-4AADDD3D600C}"/>
              </a:ext>
            </a:extLst>
          </p:cNvPr>
          <p:cNvSpPr txBox="1"/>
          <p:nvPr/>
        </p:nvSpPr>
        <p:spPr>
          <a:xfrm>
            <a:off x="328935" y="5181618"/>
            <a:ext cx="4124194" cy="1241687"/>
          </a:xfrm>
          <a:prstGeom prst="rect">
            <a:avLst/>
          </a:prstGeom>
          <a:noFill/>
          <a:ln>
            <a:solidFill>
              <a:srgbClr val="002060"/>
            </a:solidFill>
          </a:ln>
        </p:spPr>
        <p:txBody>
          <a:bodyPr wrap="square">
            <a:spAutoFit/>
          </a:bodyPr>
          <a:lstStyle/>
          <a:p>
            <a:pPr algn="l">
              <a:spcBef>
                <a:spcPts val="715"/>
              </a:spcBef>
              <a:spcAft>
                <a:spcPts val="0"/>
              </a:spcAft>
            </a:pPr>
            <a:r>
              <a:rPr lang="fr-FR" sz="1400" dirty="0">
                <a:effectLst/>
                <a:latin typeface="+mn-lt"/>
                <a:ea typeface="Calibri" panose="020F0502020204030204" pitchFamily="34" charset="0"/>
              </a:rPr>
              <a:t>Après</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avoir</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affiché</a:t>
            </a:r>
            <a:r>
              <a:rPr lang="fr-FR" sz="1400" spc="-5" dirty="0">
                <a:effectLst/>
                <a:latin typeface="+mn-lt"/>
                <a:ea typeface="Calibri" panose="020F0502020204030204" pitchFamily="34" charset="0"/>
              </a:rPr>
              <a:t> </a:t>
            </a:r>
            <a:r>
              <a:rPr lang="fr-FR" sz="1400" dirty="0">
                <a:effectLst/>
                <a:latin typeface="+mn-lt"/>
                <a:ea typeface="Calibri" panose="020F0502020204030204" pitchFamily="34" charset="0"/>
              </a:rPr>
              <a:t>le</a:t>
            </a:r>
            <a:r>
              <a:rPr lang="fr-FR" sz="1400" spc="-15" dirty="0">
                <a:effectLst/>
                <a:latin typeface="+mn-lt"/>
                <a:ea typeface="Calibri" panose="020F0502020204030204" pitchFamily="34" charset="0"/>
              </a:rPr>
              <a:t> </a:t>
            </a:r>
            <a:r>
              <a:rPr lang="fr-FR" sz="1400" spc="-10" dirty="0">
                <a:effectLst/>
                <a:latin typeface="+mn-lt"/>
                <a:ea typeface="Calibri" panose="020F0502020204030204" pitchFamily="34" charset="0"/>
              </a:rPr>
              <a:t>composant</a:t>
            </a:r>
            <a:endParaRPr lang="fr-FR" sz="1400" dirty="0">
              <a:effectLst/>
              <a:latin typeface="+mn-lt"/>
              <a:ea typeface="Calibri" panose="020F0502020204030204" pitchFamily="34" charset="0"/>
            </a:endParaRPr>
          </a:p>
          <a:p>
            <a:pPr algn="l">
              <a:lnSpc>
                <a:spcPct val="115000"/>
              </a:lnSpc>
              <a:spcBef>
                <a:spcPts val="790"/>
              </a:spcBef>
              <a:spcAft>
                <a:spcPts val="0"/>
              </a:spcAft>
            </a:pPr>
            <a:r>
              <a:rPr lang="fr-FR" sz="1400" dirty="0">
                <a:solidFill>
                  <a:srgbClr val="800000"/>
                </a:solidFill>
                <a:effectLst/>
                <a:latin typeface="+mn-lt"/>
                <a:ea typeface="Consolas" panose="020B0609020204030204" pitchFamily="49" charset="0"/>
                <a:cs typeface="Consolas" panose="020B0609020204030204" pitchFamily="49" charset="0"/>
              </a:rPr>
              <a:t>&lt;Select</a:t>
            </a:r>
            <a:r>
              <a:rPr lang="fr-FR" sz="1400" spc="-50" dirty="0">
                <a:solidFill>
                  <a:srgbClr val="800000"/>
                </a:solidFill>
                <a:effectLst/>
                <a:latin typeface="+mn-lt"/>
                <a:ea typeface="Consolas" panose="020B0609020204030204" pitchFamily="49" charset="0"/>
                <a:cs typeface="Consolas" panose="020B0609020204030204" pitchFamily="49" charset="0"/>
              </a:rPr>
              <a:t> </a:t>
            </a:r>
            <a:r>
              <a:rPr lang="fr-FR" sz="1400" dirty="0">
                <a:solidFill>
                  <a:srgbClr val="FF0000"/>
                </a:solidFill>
                <a:effectLst/>
                <a:latin typeface="+mn-lt"/>
                <a:ea typeface="Consolas" panose="020B0609020204030204" pitchFamily="49" charset="0"/>
                <a:cs typeface="Consolas" panose="020B0609020204030204" pitchFamily="49" charset="0"/>
              </a:rPr>
              <a:t>options</a:t>
            </a:r>
            <a:r>
              <a:rPr lang="fr-FR" sz="1400" dirty="0">
                <a:effectLst/>
                <a:latin typeface="+mn-lt"/>
                <a:ea typeface="Consolas" panose="020B0609020204030204" pitchFamily="49" charset="0"/>
                <a:cs typeface="Consolas" panose="020B0609020204030204" pitchFamily="49" charset="0"/>
              </a:rPr>
              <a:t>=</a:t>
            </a:r>
            <a:r>
              <a:rPr lang="fr-FR" sz="1400" dirty="0">
                <a:solidFill>
                  <a:srgbClr val="0000FF"/>
                </a:solidFill>
                <a:effectLst/>
                <a:latin typeface="+mn-lt"/>
                <a:ea typeface="Consolas" panose="020B0609020204030204" pitchFamily="49" charset="0"/>
                <a:cs typeface="Consolas" panose="020B0609020204030204" pitchFamily="49" charset="0"/>
              </a:rPr>
              <a:t>{</a:t>
            </a:r>
            <a:r>
              <a:rPr lang="fr-FR" sz="1400" dirty="0">
                <a:effectLst/>
                <a:latin typeface="+mn-lt"/>
                <a:ea typeface="Consolas" panose="020B0609020204030204" pitchFamily="49" charset="0"/>
                <a:cs typeface="Consolas" panose="020B0609020204030204" pitchFamily="49" charset="0"/>
              </a:rPr>
              <a:t>[</a:t>
            </a:r>
            <a:r>
              <a:rPr lang="fr-FR" sz="1400" dirty="0">
                <a:solidFill>
                  <a:srgbClr val="A21515"/>
                </a:solidFill>
                <a:effectLst/>
                <a:latin typeface="+mn-lt"/>
                <a:ea typeface="Consolas" panose="020B0609020204030204" pitchFamily="49" charset="0"/>
                <a:cs typeface="Consolas" panose="020B0609020204030204" pitchFamily="49" charset="0"/>
              </a:rPr>
              <a:t>"Element1"</a:t>
            </a:r>
            <a:r>
              <a:rPr lang="fr-FR" sz="1400" dirty="0">
                <a:effectLst/>
                <a:latin typeface="+mn-lt"/>
                <a:ea typeface="Consolas" panose="020B0609020204030204" pitchFamily="49" charset="0"/>
                <a:cs typeface="Consolas" panose="020B0609020204030204" pitchFamily="49" charset="0"/>
              </a:rPr>
              <a:t>,</a:t>
            </a:r>
            <a:r>
              <a:rPr lang="fr-FR" sz="1400" spc="-50" dirty="0">
                <a:effectLst/>
                <a:latin typeface="+mn-lt"/>
                <a:ea typeface="Consolas" panose="020B0609020204030204" pitchFamily="49" charset="0"/>
                <a:cs typeface="Consolas" panose="020B0609020204030204" pitchFamily="49" charset="0"/>
              </a:rPr>
              <a:t> </a:t>
            </a:r>
            <a:r>
              <a:rPr lang="fr-FR" sz="1400" dirty="0">
                <a:solidFill>
                  <a:srgbClr val="A21515"/>
                </a:solidFill>
                <a:effectLst/>
                <a:latin typeface="+mn-lt"/>
                <a:ea typeface="Consolas" panose="020B0609020204030204" pitchFamily="49" charset="0"/>
                <a:cs typeface="Consolas" panose="020B0609020204030204" pitchFamily="49" charset="0"/>
              </a:rPr>
              <a:t>"Element2"</a:t>
            </a:r>
            <a:r>
              <a:rPr lang="fr-FR" sz="1400" dirty="0">
                <a:effectLst/>
                <a:latin typeface="+mn-lt"/>
                <a:ea typeface="Consolas" panose="020B0609020204030204" pitchFamily="49" charset="0"/>
                <a:cs typeface="Consolas" panose="020B0609020204030204" pitchFamily="49" charset="0"/>
              </a:rPr>
              <a:t>,</a:t>
            </a:r>
            <a:r>
              <a:rPr lang="fr-FR" sz="1400" spc="-35" dirty="0">
                <a:effectLst/>
                <a:latin typeface="+mn-lt"/>
                <a:ea typeface="Consolas" panose="020B0609020204030204" pitchFamily="49" charset="0"/>
                <a:cs typeface="Consolas" panose="020B0609020204030204" pitchFamily="49" charset="0"/>
              </a:rPr>
              <a:t> </a:t>
            </a:r>
            <a:r>
              <a:rPr lang="fr-FR" sz="1400" dirty="0">
                <a:solidFill>
                  <a:srgbClr val="A21515"/>
                </a:solidFill>
                <a:effectLst/>
                <a:latin typeface="+mn-lt"/>
                <a:ea typeface="Consolas" panose="020B0609020204030204" pitchFamily="49" charset="0"/>
                <a:cs typeface="Consolas" panose="020B0609020204030204" pitchFamily="49" charset="0"/>
              </a:rPr>
              <a:t>"Element3"</a:t>
            </a:r>
            <a:r>
              <a:rPr lang="fr-FR" sz="1400" dirty="0">
                <a:effectLst/>
                <a:latin typeface="+mn-lt"/>
                <a:ea typeface="Consolas" panose="020B0609020204030204" pitchFamily="49" charset="0"/>
                <a:cs typeface="Consolas" panose="020B0609020204030204" pitchFamily="49" charset="0"/>
              </a:rPr>
              <a:t>,</a:t>
            </a:r>
            <a:r>
              <a:rPr lang="fr-FR" sz="1400" spc="-50" dirty="0">
                <a:effectLst/>
                <a:latin typeface="+mn-lt"/>
                <a:ea typeface="Consolas" panose="020B0609020204030204" pitchFamily="49" charset="0"/>
                <a:cs typeface="Consolas" panose="020B0609020204030204" pitchFamily="49" charset="0"/>
              </a:rPr>
              <a:t> </a:t>
            </a:r>
            <a:r>
              <a:rPr lang="fr-FR" sz="1400" dirty="0">
                <a:solidFill>
                  <a:srgbClr val="A21515"/>
                </a:solidFill>
                <a:effectLst/>
                <a:latin typeface="+mn-lt"/>
                <a:ea typeface="Consolas" panose="020B0609020204030204" pitchFamily="49" charset="0"/>
                <a:cs typeface="Consolas" panose="020B0609020204030204" pitchFamily="49" charset="0"/>
              </a:rPr>
              <a:t>"Element4"</a:t>
            </a:r>
            <a:r>
              <a:rPr lang="fr-FR" sz="1400" dirty="0">
                <a:effectLst/>
                <a:latin typeface="+mn-lt"/>
                <a:ea typeface="Consolas" panose="020B0609020204030204" pitchFamily="49" charset="0"/>
                <a:cs typeface="Consolas" panose="020B0609020204030204" pitchFamily="49" charset="0"/>
              </a:rPr>
              <a:t>, </a:t>
            </a:r>
            <a:r>
              <a:rPr lang="fr-FR" sz="1400" dirty="0">
                <a:solidFill>
                  <a:srgbClr val="A21515"/>
                </a:solidFill>
                <a:effectLst/>
                <a:latin typeface="+mn-lt"/>
                <a:ea typeface="Consolas" panose="020B0609020204030204" pitchFamily="49" charset="0"/>
                <a:cs typeface="Consolas" panose="020B0609020204030204" pitchFamily="49" charset="0"/>
              </a:rPr>
              <a:t>"Element5"</a:t>
            </a:r>
            <a:r>
              <a:rPr lang="fr-FR" sz="1400" dirty="0">
                <a:effectLst/>
                <a:latin typeface="+mn-lt"/>
                <a:ea typeface="Consolas" panose="020B0609020204030204" pitchFamily="49" charset="0"/>
                <a:cs typeface="Consolas" panose="020B0609020204030204" pitchFamily="49" charset="0"/>
              </a:rPr>
              <a:t>]</a:t>
            </a:r>
            <a:r>
              <a:rPr lang="fr-FR" sz="1400" dirty="0">
                <a:solidFill>
                  <a:srgbClr val="0000FF"/>
                </a:solidFill>
                <a:effectLst/>
                <a:latin typeface="+mn-lt"/>
                <a:ea typeface="Consolas" panose="020B0609020204030204" pitchFamily="49" charset="0"/>
                <a:cs typeface="Consolas" panose="020B0609020204030204" pitchFamily="49" charset="0"/>
              </a:rPr>
              <a:t>} </a:t>
            </a:r>
            <a:r>
              <a:rPr lang="fr-FR" sz="1400" dirty="0">
                <a:solidFill>
                  <a:srgbClr val="800000"/>
                </a:solidFill>
                <a:effectLst/>
                <a:latin typeface="+mn-lt"/>
                <a:ea typeface="Consolas" panose="020B0609020204030204" pitchFamily="49" charset="0"/>
                <a:cs typeface="Consolas" panose="020B0609020204030204" pitchFamily="49" charset="0"/>
              </a:rPr>
              <a:t>/&gt;</a:t>
            </a:r>
          </a:p>
          <a:p>
            <a:pPr algn="l">
              <a:lnSpc>
                <a:spcPct val="115000"/>
              </a:lnSpc>
              <a:spcBef>
                <a:spcPts val="790"/>
              </a:spcBef>
              <a:spcAft>
                <a:spcPts val="0"/>
              </a:spcAft>
            </a:pPr>
            <a:r>
              <a:rPr lang="fr-FR" sz="1400" dirty="0">
                <a:latin typeface="+mn-lt"/>
                <a:ea typeface="Consolas" panose="020B0609020204030204" pitchFamily="49" charset="0"/>
                <a:cs typeface="Consolas" panose="020B0609020204030204" pitchFamily="49" charset="0"/>
              </a:rPr>
              <a:t>Le rendu est : </a:t>
            </a:r>
            <a:endParaRPr lang="fr-FR" sz="1400" dirty="0">
              <a:effectLst/>
              <a:latin typeface="+mn-lt"/>
              <a:ea typeface="Consolas" panose="020B0609020204030204" pitchFamily="49" charset="0"/>
              <a:cs typeface="Consolas" panose="020B0609020204030204" pitchFamily="49" charset="0"/>
            </a:endParaRPr>
          </a:p>
        </p:txBody>
      </p:sp>
      <p:pic>
        <p:nvPicPr>
          <p:cNvPr id="16" name="Image 15" descr="Une image contenant texte, Police, capture d’écran&#10;&#10;Description générée automatiquement">
            <a:extLst>
              <a:ext uri="{FF2B5EF4-FFF2-40B4-BE49-F238E27FC236}">
                <a16:creationId xmlns:a16="http://schemas.microsoft.com/office/drawing/2014/main" id="{69F4C0E5-C350-460B-80E6-4C8E291240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1634" y="5318778"/>
            <a:ext cx="3766566" cy="984301"/>
          </a:xfrm>
          <a:prstGeom prst="rect">
            <a:avLst/>
          </a:prstGeom>
          <a:ln>
            <a:solidFill>
              <a:schemeClr val="tx1"/>
            </a:solidFill>
          </a:ln>
        </p:spPr>
      </p:pic>
    </p:spTree>
    <p:extLst>
      <p:ext uri="{BB962C8B-B14F-4D97-AF65-F5344CB8AC3E}">
        <p14:creationId xmlns:p14="http://schemas.microsoft.com/office/powerpoint/2010/main" val="983805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dirty="0">
                <a:solidFill>
                  <a:schemeClr val="accent1">
                    <a:lumMod val="75000"/>
                  </a:schemeClr>
                </a:solidFill>
              </a:rPr>
              <a:t>Gestion</a:t>
            </a:r>
            <a:r>
              <a:rPr lang="fr-FR" sz="2400" dirty="0">
                <a:solidFill>
                  <a:schemeClr val="bg1"/>
                </a:solidFill>
              </a:rPr>
              <a:t> </a:t>
            </a:r>
            <a:r>
              <a:rPr lang="fr-FR" sz="2400" dirty="0">
                <a:solidFill>
                  <a:schemeClr val="accent1">
                    <a:lumMod val="75000"/>
                  </a:schemeClr>
                </a:solidFill>
              </a:rPr>
              <a:t>des</a:t>
            </a:r>
            <a:r>
              <a:rPr lang="fr-FR" sz="2400" dirty="0">
                <a:solidFill>
                  <a:schemeClr val="bg1"/>
                </a:solidFill>
              </a:rPr>
              <a:t> </a:t>
            </a:r>
            <a:r>
              <a:rPr lang="fr-FR" sz="2400" dirty="0">
                <a:solidFill>
                  <a:schemeClr val="accent1">
                    <a:lumMod val="75000"/>
                  </a:schemeClr>
                </a:solidFill>
              </a:rPr>
              <a:t>événements</a:t>
            </a:r>
            <a:r>
              <a:rPr lang="fr-FR" sz="2400" dirty="0">
                <a:solidFill>
                  <a:schemeClr val="bg1"/>
                </a:solidFill>
              </a:rPr>
              <a:t> </a:t>
            </a:r>
            <a:r>
              <a:rPr lang="fr-FR" sz="2400" dirty="0">
                <a:solidFill>
                  <a:schemeClr val="accent1">
                    <a:lumMod val="75000"/>
                  </a:schemeClr>
                </a:solidFill>
              </a:rPr>
              <a:t>et</a:t>
            </a:r>
            <a:r>
              <a:rPr lang="fr-FR" sz="2400" dirty="0">
                <a:solidFill>
                  <a:schemeClr val="bg1"/>
                </a:solidFill>
              </a:rPr>
              <a:t> </a:t>
            </a:r>
            <a:r>
              <a:rPr lang="fr-FR" sz="2400" dirty="0">
                <a:solidFill>
                  <a:schemeClr val="accent1">
                    <a:lumMod val="75000"/>
                  </a:schemeClr>
                </a:solidFill>
              </a:rPr>
              <a:t>formulaires : Formulaires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1002134"/>
          </a:xfrm>
          <a:prstGeom prst="rect">
            <a:avLst/>
          </a:prstGeom>
          <a:noFill/>
        </p:spPr>
        <p:txBody>
          <a:bodyPr wrap="square">
            <a:spAutoFit/>
          </a:bodyPr>
          <a:lstStyle/>
          <a:p>
            <a:pPr marR="526415" algn="just">
              <a:lnSpc>
                <a:spcPct val="107000"/>
              </a:lnSpc>
              <a:spcBef>
                <a:spcPts val="580"/>
              </a:spcBef>
              <a:spcAft>
                <a:spcPts val="0"/>
              </a:spcAft>
            </a:pPr>
            <a:r>
              <a:rPr lang="fr-FR" b="1" dirty="0">
                <a:solidFill>
                  <a:schemeClr val="accent1">
                    <a:lumMod val="75000"/>
                  </a:schemeClr>
                </a:solidFill>
                <a:latin typeface="+mn-lt"/>
                <a:ea typeface="+mj-ea"/>
                <a:cs typeface="+mj-cs"/>
              </a:rPr>
              <a:t>Gérer les boutons radio</a:t>
            </a:r>
          </a:p>
          <a:p>
            <a:pPr marL="265113" lvl="1" indent="-265113" algn="l">
              <a:buFont typeface="Wingdings" panose="05000000000000000000" pitchFamily="2" charset="2"/>
              <a:buChar char="§"/>
            </a:pPr>
            <a:r>
              <a:rPr kumimoji="0" lang="fr-FR" altLang="fr-FR" sz="1400" b="0" i="0" u="none" strike="noStrike" cap="none" normalizeH="0" baseline="0" dirty="0">
                <a:ln>
                  <a:noFill/>
                </a:ln>
                <a:solidFill>
                  <a:schemeClr val="tx1"/>
                </a:solidFill>
                <a:effectLst/>
                <a:latin typeface="+mn-lt"/>
              </a:rPr>
              <a:t>Pour créer des </a:t>
            </a:r>
            <a:r>
              <a:rPr kumimoji="0" lang="fr-FR" altLang="fr-FR" sz="1400" b="1" i="0" u="none" strike="noStrike" cap="none" normalizeH="0" baseline="0" dirty="0">
                <a:ln>
                  <a:noFill/>
                </a:ln>
                <a:solidFill>
                  <a:schemeClr val="tx1"/>
                </a:solidFill>
                <a:effectLst/>
                <a:latin typeface="+mn-lt"/>
              </a:rPr>
              <a:t>boutons radio en HTML</a:t>
            </a:r>
            <a:r>
              <a:rPr kumimoji="0" lang="fr-FR" altLang="fr-FR" sz="1400" b="0" i="0" u="none" strike="noStrike" cap="none" normalizeH="0" baseline="0" dirty="0">
                <a:ln>
                  <a:noFill/>
                </a:ln>
                <a:solidFill>
                  <a:schemeClr val="tx1"/>
                </a:solidFill>
                <a:effectLst/>
                <a:latin typeface="+mn-lt"/>
              </a:rPr>
              <a:t>, on utilises la balise</a:t>
            </a:r>
          </a:p>
          <a:p>
            <a:pPr marL="0" lvl="1" algn="l"/>
            <a:r>
              <a:rPr lang="en-US" sz="14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400" dirty="0">
                <a:solidFill>
                  <a:srgbClr val="800000"/>
                </a:solidFill>
                <a:effectLst/>
                <a:latin typeface="+mn-lt"/>
                <a:ea typeface="Consolas" panose="020B0609020204030204" pitchFamily="49" charset="0"/>
                <a:cs typeface="Consolas" panose="020B0609020204030204" pitchFamily="49" charset="0"/>
              </a:rPr>
              <a:t>&lt;label</a:t>
            </a:r>
            <a:r>
              <a:rPr lang="en-US" sz="1400" spc="-30" dirty="0">
                <a:solidFill>
                  <a:srgbClr val="800000"/>
                </a:solidFill>
                <a:latin typeface="+mn-lt"/>
                <a:ea typeface="Consolas" panose="020B0609020204030204" pitchFamily="49" charset="0"/>
                <a:cs typeface="Consolas" panose="020B0609020204030204" pitchFamily="49" charset="0"/>
              </a:rPr>
              <a:t>&gt;</a:t>
            </a:r>
            <a:r>
              <a:rPr lang="en-US" sz="1400" dirty="0">
                <a:solidFill>
                  <a:srgbClr val="800000"/>
                </a:solidFill>
                <a:effectLst/>
                <a:latin typeface="+mn-lt"/>
                <a:ea typeface="Consolas" panose="020B0609020204030204" pitchFamily="49" charset="0"/>
                <a:cs typeface="Consolas" panose="020B0609020204030204" pitchFamily="49" charset="0"/>
              </a:rPr>
              <a:t> &lt;</a:t>
            </a:r>
            <a:r>
              <a:rPr lang="en-US" sz="1400" dirty="0">
                <a:solidFill>
                  <a:srgbClr val="800000"/>
                </a:solidFill>
                <a:effectLst/>
                <a:highlight>
                  <a:srgbClr val="FFFF00"/>
                </a:highlight>
                <a:latin typeface="+mn-lt"/>
                <a:ea typeface="Consolas" panose="020B0609020204030204" pitchFamily="49" charset="0"/>
                <a:cs typeface="Consolas" panose="020B0609020204030204" pitchFamily="49" charset="0"/>
              </a:rPr>
              <a:t>input</a:t>
            </a:r>
            <a:r>
              <a:rPr lang="en-US" sz="1400" spc="-45" dirty="0">
                <a:solidFill>
                  <a:srgbClr val="800000"/>
                </a:solidFill>
                <a:effectLst/>
                <a:latin typeface="+mn-lt"/>
                <a:ea typeface="Consolas" panose="020B0609020204030204" pitchFamily="49" charset="0"/>
                <a:cs typeface="Consolas" panose="020B0609020204030204" pitchFamily="49" charset="0"/>
              </a:rPr>
              <a:t> </a:t>
            </a:r>
            <a:r>
              <a:rPr lang="en-US" sz="1400" dirty="0">
                <a:solidFill>
                  <a:srgbClr val="FF0000"/>
                </a:solidFill>
                <a:effectLst/>
                <a:highlight>
                  <a:srgbClr val="00FFFF"/>
                </a:highlight>
                <a:latin typeface="+mn-lt"/>
                <a:ea typeface="Consolas" panose="020B0609020204030204" pitchFamily="49" charset="0"/>
                <a:cs typeface="Consolas" panose="020B0609020204030204" pitchFamily="49" charset="0"/>
              </a:rPr>
              <a:t>type</a:t>
            </a:r>
            <a:r>
              <a:rPr lang="en-US" sz="1400" dirty="0">
                <a:effectLst/>
                <a:latin typeface="+mn-lt"/>
                <a:ea typeface="Consolas" panose="020B0609020204030204" pitchFamily="49" charset="0"/>
                <a:cs typeface="Consolas" panose="020B0609020204030204" pitchFamily="49" charset="0"/>
              </a:rPr>
              <a:t>=</a:t>
            </a:r>
            <a:r>
              <a:rPr lang="en-US" sz="1400" dirty="0">
                <a:solidFill>
                  <a:srgbClr val="A21515"/>
                </a:solidFill>
                <a:effectLst/>
                <a:latin typeface="+mn-lt"/>
                <a:ea typeface="Consolas" panose="020B0609020204030204" pitchFamily="49" charset="0"/>
                <a:cs typeface="Consolas" panose="020B0609020204030204" pitchFamily="49" charset="0"/>
              </a:rPr>
              <a:t>"</a:t>
            </a:r>
            <a:r>
              <a:rPr lang="en-US" sz="1400" dirty="0">
                <a:solidFill>
                  <a:srgbClr val="A21515"/>
                </a:solidFill>
                <a:effectLst/>
                <a:highlight>
                  <a:srgbClr val="00FFFF"/>
                </a:highlight>
                <a:latin typeface="+mn-lt"/>
                <a:ea typeface="Consolas" panose="020B0609020204030204" pitchFamily="49" charset="0"/>
                <a:cs typeface="Consolas" panose="020B0609020204030204" pitchFamily="49" charset="0"/>
              </a:rPr>
              <a:t>radio</a:t>
            </a:r>
            <a:r>
              <a:rPr lang="en-US" sz="1400" dirty="0">
                <a:solidFill>
                  <a:srgbClr val="A21515"/>
                </a:solidFill>
                <a:effectLst/>
                <a:latin typeface="+mn-lt"/>
                <a:ea typeface="Consolas" panose="020B0609020204030204" pitchFamily="49" charset="0"/>
                <a:cs typeface="Consolas" panose="020B0609020204030204" pitchFamily="49" charset="0"/>
              </a:rPr>
              <a:t>"</a:t>
            </a:r>
            <a:r>
              <a:rPr lang="en-US" sz="1400" spc="-45" dirty="0">
                <a:solidFill>
                  <a:srgbClr val="A21515"/>
                </a:solidFill>
                <a:effectLst/>
                <a:latin typeface="+mn-lt"/>
                <a:ea typeface="Consolas" panose="020B0609020204030204" pitchFamily="49" charset="0"/>
                <a:cs typeface="Consolas" panose="020B0609020204030204" pitchFamily="49" charset="0"/>
              </a:rPr>
              <a:t> </a:t>
            </a:r>
            <a:r>
              <a:rPr lang="en-US" sz="1400" spc="-10" dirty="0">
                <a:solidFill>
                  <a:srgbClr val="FF0000"/>
                </a:solidFill>
                <a:effectLst/>
                <a:latin typeface="+mn-lt"/>
                <a:ea typeface="Consolas" panose="020B0609020204030204" pitchFamily="49" charset="0"/>
                <a:cs typeface="Consolas" panose="020B0609020204030204" pitchFamily="49" charset="0"/>
              </a:rPr>
              <a:t>value</a:t>
            </a:r>
            <a:r>
              <a:rPr lang="en-US" sz="1400" dirty="0">
                <a:effectLst/>
                <a:latin typeface="+mn-lt"/>
                <a:ea typeface="Consolas" panose="020B0609020204030204" pitchFamily="49" charset="0"/>
                <a:cs typeface="Consolas" panose="020B0609020204030204" pitchFamily="49" charset="0"/>
              </a:rPr>
              <a:t> =</a:t>
            </a:r>
            <a:r>
              <a:rPr lang="en-US" sz="1400" dirty="0">
                <a:solidFill>
                  <a:srgbClr val="A21515"/>
                </a:solidFill>
                <a:effectLst/>
                <a:latin typeface="+mn-lt"/>
                <a:ea typeface="Consolas" panose="020B0609020204030204" pitchFamily="49" charset="0"/>
                <a:cs typeface="Consolas" panose="020B0609020204030204" pitchFamily="49" charset="0"/>
              </a:rPr>
              <a:t> "Valeur1"</a:t>
            </a:r>
            <a:r>
              <a:rPr lang="en-US" sz="1400" spc="-45" dirty="0">
                <a:solidFill>
                  <a:srgbClr val="A21515"/>
                </a:solidFill>
                <a:effectLst/>
                <a:latin typeface="+mn-lt"/>
                <a:ea typeface="Consolas" panose="020B0609020204030204" pitchFamily="49" charset="0"/>
                <a:cs typeface="Consolas" panose="020B0609020204030204" pitchFamily="49" charset="0"/>
              </a:rPr>
              <a:t> </a:t>
            </a:r>
            <a:r>
              <a:rPr lang="en-US" sz="1400" dirty="0">
                <a:solidFill>
                  <a:srgbClr val="FF0000"/>
                </a:solidFill>
                <a:effectLst/>
                <a:latin typeface="+mn-lt"/>
                <a:ea typeface="Consolas" panose="020B0609020204030204" pitchFamily="49" charset="0"/>
                <a:cs typeface="Consolas" panose="020B0609020204030204" pitchFamily="49" charset="0"/>
              </a:rPr>
              <a:t>name</a:t>
            </a:r>
            <a:r>
              <a:rPr lang="en-US" sz="1400" dirty="0">
                <a:effectLst/>
                <a:latin typeface="+mn-lt"/>
                <a:ea typeface="Consolas" panose="020B0609020204030204" pitchFamily="49" charset="0"/>
                <a:cs typeface="Consolas" panose="020B0609020204030204" pitchFamily="49" charset="0"/>
              </a:rPr>
              <a:t>=</a:t>
            </a:r>
            <a:r>
              <a:rPr lang="en-US" sz="1400" dirty="0">
                <a:solidFill>
                  <a:srgbClr val="A21515"/>
                </a:solidFill>
                <a:effectLst/>
                <a:latin typeface="+mn-lt"/>
                <a:ea typeface="Consolas" panose="020B0609020204030204" pitchFamily="49" charset="0"/>
                <a:cs typeface="Consolas" panose="020B0609020204030204" pitchFamily="49" charset="0"/>
              </a:rPr>
              <a:t>"</a:t>
            </a:r>
            <a:r>
              <a:rPr lang="en-US" sz="1400" dirty="0" err="1">
                <a:solidFill>
                  <a:srgbClr val="A21515"/>
                </a:solidFill>
                <a:effectLst/>
                <a:latin typeface="+mn-lt"/>
                <a:ea typeface="Consolas" panose="020B0609020204030204" pitchFamily="49" charset="0"/>
                <a:cs typeface="Consolas" panose="020B0609020204030204" pitchFamily="49" charset="0"/>
              </a:rPr>
              <a:t>radioname</a:t>
            </a:r>
            <a:r>
              <a:rPr lang="en-US" sz="1400" dirty="0">
                <a:solidFill>
                  <a:srgbClr val="A21515"/>
                </a:solidFill>
                <a:effectLst/>
                <a:latin typeface="+mn-lt"/>
                <a:ea typeface="Consolas" panose="020B0609020204030204" pitchFamily="49" charset="0"/>
                <a:cs typeface="Consolas" panose="020B0609020204030204" pitchFamily="49" charset="0"/>
              </a:rPr>
              <a:t>"</a:t>
            </a:r>
            <a:r>
              <a:rPr lang="en-US" sz="1400" spc="-75" dirty="0">
                <a:solidFill>
                  <a:srgbClr val="A21515"/>
                </a:solidFill>
                <a:effectLst/>
                <a:latin typeface="+mn-lt"/>
                <a:ea typeface="Consolas" panose="020B0609020204030204" pitchFamily="49" charset="0"/>
                <a:cs typeface="Consolas" panose="020B0609020204030204" pitchFamily="49" charset="0"/>
              </a:rPr>
              <a:t> </a:t>
            </a:r>
            <a:r>
              <a:rPr lang="en-US" sz="1400" spc="-25" dirty="0">
                <a:solidFill>
                  <a:srgbClr val="800000"/>
                </a:solidFill>
                <a:effectLst/>
                <a:latin typeface="+mn-lt"/>
                <a:ea typeface="Consolas" panose="020B0609020204030204" pitchFamily="49" charset="0"/>
                <a:cs typeface="Consolas" panose="020B0609020204030204" pitchFamily="49" charset="0"/>
              </a:rPr>
              <a:t>/&gt;</a:t>
            </a:r>
            <a:r>
              <a:rPr lang="en-US" sz="1400" spc="-25" dirty="0">
                <a:solidFill>
                  <a:srgbClr val="800000"/>
                </a:solidFill>
                <a:latin typeface="+mn-lt"/>
                <a:ea typeface="Consolas" panose="020B0609020204030204" pitchFamily="49" charset="0"/>
                <a:cs typeface="Consolas" panose="020B0609020204030204" pitchFamily="49" charset="0"/>
              </a:rPr>
              <a:t> </a:t>
            </a:r>
            <a:r>
              <a:rPr lang="en-US" sz="1400" spc="-25" dirty="0">
                <a:latin typeface="+mn-lt"/>
                <a:ea typeface="Consolas" panose="020B0609020204030204" pitchFamily="49" charset="0"/>
                <a:cs typeface="Consolas" panose="020B0609020204030204" pitchFamily="49" charset="0"/>
              </a:rPr>
              <a:t>Valeur1</a:t>
            </a:r>
            <a:endParaRPr lang="fr-FR" sz="1400" dirty="0">
              <a:latin typeface="+mn-lt"/>
              <a:ea typeface="Consolas" panose="020B0609020204030204" pitchFamily="49" charset="0"/>
              <a:cs typeface="Consolas" panose="020B0609020204030204" pitchFamily="49" charset="0"/>
            </a:endParaRPr>
          </a:p>
          <a:p>
            <a:pPr marL="0" lvl="1" algn="l"/>
            <a:r>
              <a:rPr lang="en-US" sz="1400" spc="-10" dirty="0">
                <a:solidFill>
                  <a:srgbClr val="800000"/>
                </a:solidFill>
                <a:effectLst/>
                <a:latin typeface="+mn-lt"/>
                <a:ea typeface="Consolas" panose="020B0609020204030204" pitchFamily="49" charset="0"/>
                <a:cs typeface="Consolas" panose="020B0609020204030204" pitchFamily="49" charset="0"/>
              </a:rPr>
              <a:t>                         &lt;/label&gt;</a:t>
            </a:r>
            <a:endParaRPr lang="fr-FR" sz="1400" dirty="0">
              <a:effectLst/>
              <a:latin typeface="+mn-lt"/>
              <a:ea typeface="Consolas" panose="020B0609020204030204" pitchFamily="49" charset="0"/>
              <a:cs typeface="Consolas" panose="020B0609020204030204" pitchFamily="49" charset="0"/>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 name="ZoneTexte 7">
            <a:extLst>
              <a:ext uri="{FF2B5EF4-FFF2-40B4-BE49-F238E27FC236}">
                <a16:creationId xmlns:a16="http://schemas.microsoft.com/office/drawing/2014/main" id="{8AD3B889-1767-2D4E-8C7D-12407BCC26F6}"/>
              </a:ext>
            </a:extLst>
          </p:cNvPr>
          <p:cNvSpPr txBox="1"/>
          <p:nvPr/>
        </p:nvSpPr>
        <p:spPr>
          <a:xfrm>
            <a:off x="256031" y="1788297"/>
            <a:ext cx="3332119" cy="307777"/>
          </a:xfrm>
          <a:prstGeom prst="rect">
            <a:avLst/>
          </a:prstGeom>
          <a:noFill/>
        </p:spPr>
        <p:txBody>
          <a:bodyPr wrap="square">
            <a:spAutoFit/>
          </a:bodyPr>
          <a:lstStyle/>
          <a:p>
            <a:pPr algn="l">
              <a:spcBef>
                <a:spcPts val="600"/>
              </a:spcBef>
            </a:pPr>
            <a:r>
              <a:rPr lang="fr-FR" sz="1400" b="1" dirty="0">
                <a:effectLst/>
                <a:latin typeface="Calibri" panose="020F0502020204030204" pitchFamily="34" charset="0"/>
                <a:ea typeface="Calibri" panose="020F0502020204030204" pitchFamily="34" charset="0"/>
              </a:rPr>
              <a:t>Méthode</a:t>
            </a:r>
            <a:r>
              <a:rPr lang="fr-FR" sz="1400" b="1" spc="-10" dirty="0">
                <a:effectLst/>
                <a:latin typeface="Calibri" panose="020F0502020204030204" pitchFamily="34" charset="0"/>
                <a:ea typeface="Calibri" panose="020F0502020204030204" pitchFamily="34" charset="0"/>
              </a:rPr>
              <a:t> </a:t>
            </a:r>
            <a:r>
              <a:rPr lang="fr-FR" sz="1400" b="1" dirty="0">
                <a:effectLst/>
                <a:latin typeface="Calibri" panose="020F0502020204030204" pitchFamily="34" charset="0"/>
                <a:ea typeface="Calibri" panose="020F0502020204030204" pitchFamily="34" charset="0"/>
              </a:rPr>
              <a:t>1</a:t>
            </a:r>
            <a:r>
              <a:rPr lang="fr-FR" sz="1400" b="1" spc="-10" dirty="0">
                <a:effectLst/>
                <a:latin typeface="Calibri" panose="020F0502020204030204" pitchFamily="34" charset="0"/>
                <a:ea typeface="Calibri" panose="020F0502020204030204" pitchFamily="34" charset="0"/>
              </a:rPr>
              <a:t> </a:t>
            </a:r>
            <a:r>
              <a:rPr lang="fr-FR" sz="1400" b="1" dirty="0">
                <a:effectLst/>
                <a:latin typeface="Calibri" panose="020F0502020204030204" pitchFamily="34" charset="0"/>
                <a:ea typeface="Calibri" panose="020F0502020204030204" pitchFamily="34" charset="0"/>
              </a:rPr>
              <a:t>: Composant</a:t>
            </a:r>
            <a:r>
              <a:rPr lang="fr-FR" sz="1400" b="1" spc="-10" dirty="0">
                <a:effectLst/>
                <a:latin typeface="Calibri" panose="020F0502020204030204" pitchFamily="34" charset="0"/>
                <a:ea typeface="Calibri" panose="020F0502020204030204" pitchFamily="34" charset="0"/>
              </a:rPr>
              <a:t> fonctionnel</a:t>
            </a:r>
            <a:endParaRPr lang="fr-FR" sz="1400" b="1" dirty="0">
              <a:effectLst/>
              <a:latin typeface="Calibri" panose="020F0502020204030204" pitchFamily="34" charset="0"/>
              <a:ea typeface="Calibri" panose="020F0502020204030204" pitchFamily="34" charset="0"/>
            </a:endParaRPr>
          </a:p>
        </p:txBody>
      </p:sp>
      <p:sp>
        <p:nvSpPr>
          <p:cNvPr id="13" name="ZoneTexte 12">
            <a:extLst>
              <a:ext uri="{FF2B5EF4-FFF2-40B4-BE49-F238E27FC236}">
                <a16:creationId xmlns:a16="http://schemas.microsoft.com/office/drawing/2014/main" id="{2747B6D1-6BB4-BE75-1793-6C3D4799B06B}"/>
              </a:ext>
            </a:extLst>
          </p:cNvPr>
          <p:cNvSpPr txBox="1"/>
          <p:nvPr/>
        </p:nvSpPr>
        <p:spPr>
          <a:xfrm>
            <a:off x="4572000" y="1785985"/>
            <a:ext cx="3825645" cy="307777"/>
          </a:xfrm>
          <a:prstGeom prst="rect">
            <a:avLst/>
          </a:prstGeom>
          <a:noFill/>
        </p:spPr>
        <p:txBody>
          <a:bodyPr wrap="square">
            <a:spAutoFit/>
          </a:bodyPr>
          <a:lstStyle/>
          <a:p>
            <a:pPr algn="l">
              <a:spcBef>
                <a:spcPts val="610"/>
              </a:spcBef>
              <a:spcAft>
                <a:spcPts val="0"/>
              </a:spcAft>
            </a:pPr>
            <a:r>
              <a:rPr lang="fr-FR" sz="1400" b="1" dirty="0">
                <a:effectLst/>
                <a:latin typeface="Calibri" panose="020F0502020204030204" pitchFamily="34" charset="0"/>
                <a:ea typeface="Consolas" panose="020B0609020204030204" pitchFamily="49" charset="0"/>
                <a:cs typeface="Consolas" panose="020B0609020204030204" pitchFamily="49" charset="0"/>
              </a:rPr>
              <a:t>Méthode</a:t>
            </a:r>
            <a:r>
              <a:rPr lang="fr-FR" sz="1400" b="1" spc="-10" dirty="0">
                <a:effectLst/>
                <a:latin typeface="Calibri" panose="020F0502020204030204" pitchFamily="34" charset="0"/>
                <a:ea typeface="Consolas" panose="020B0609020204030204" pitchFamily="49" charset="0"/>
                <a:cs typeface="Consolas" panose="020B0609020204030204" pitchFamily="49" charset="0"/>
              </a:rPr>
              <a:t> </a:t>
            </a:r>
            <a:r>
              <a:rPr lang="fr-FR" sz="1400" b="1" dirty="0">
                <a:effectLst/>
                <a:latin typeface="Calibri" panose="020F0502020204030204" pitchFamily="34" charset="0"/>
                <a:ea typeface="Consolas" panose="020B0609020204030204" pitchFamily="49" charset="0"/>
                <a:cs typeface="Consolas" panose="020B0609020204030204" pitchFamily="49" charset="0"/>
              </a:rPr>
              <a:t>2</a:t>
            </a:r>
            <a:r>
              <a:rPr lang="fr-FR" sz="1400" b="1" spc="-10" dirty="0">
                <a:effectLst/>
                <a:latin typeface="Calibri" panose="020F0502020204030204" pitchFamily="34" charset="0"/>
                <a:ea typeface="Consolas" panose="020B0609020204030204" pitchFamily="49" charset="0"/>
                <a:cs typeface="Consolas" panose="020B0609020204030204" pitchFamily="49" charset="0"/>
              </a:rPr>
              <a:t> </a:t>
            </a:r>
            <a:r>
              <a:rPr lang="fr-FR" sz="1400" b="1" dirty="0">
                <a:effectLst/>
                <a:latin typeface="Calibri" panose="020F0502020204030204" pitchFamily="34" charset="0"/>
                <a:ea typeface="Consolas" panose="020B0609020204030204" pitchFamily="49" charset="0"/>
                <a:cs typeface="Consolas" panose="020B0609020204030204" pitchFamily="49" charset="0"/>
              </a:rPr>
              <a:t>: Composant</a:t>
            </a:r>
            <a:r>
              <a:rPr lang="fr-FR" sz="1400" b="1" spc="-5" dirty="0">
                <a:effectLst/>
                <a:latin typeface="Calibri" panose="020F0502020204030204" pitchFamily="34" charset="0"/>
                <a:ea typeface="Consolas" panose="020B0609020204030204" pitchFamily="49" charset="0"/>
                <a:cs typeface="Consolas" panose="020B0609020204030204" pitchFamily="49" charset="0"/>
              </a:rPr>
              <a:t> </a:t>
            </a:r>
            <a:r>
              <a:rPr lang="fr-FR" sz="1400" b="1" dirty="0">
                <a:effectLst/>
                <a:latin typeface="Calibri" panose="020F0502020204030204" pitchFamily="34" charset="0"/>
                <a:ea typeface="Consolas" panose="020B0609020204030204" pitchFamily="49" charset="0"/>
                <a:cs typeface="Consolas" panose="020B0609020204030204" pitchFamily="49" charset="0"/>
              </a:rPr>
              <a:t>de</a:t>
            </a:r>
            <a:r>
              <a:rPr lang="fr-FR" sz="1400" b="1" spc="-5" dirty="0">
                <a:effectLst/>
                <a:latin typeface="Calibri" panose="020F0502020204030204" pitchFamily="34" charset="0"/>
                <a:ea typeface="Consolas" panose="020B0609020204030204" pitchFamily="49" charset="0"/>
                <a:cs typeface="Consolas" panose="020B0609020204030204" pitchFamily="49" charset="0"/>
              </a:rPr>
              <a:t> </a:t>
            </a:r>
            <a:r>
              <a:rPr lang="fr-FR" sz="1400" b="1" spc="-10" dirty="0">
                <a:effectLst/>
                <a:latin typeface="Calibri" panose="020F0502020204030204" pitchFamily="34" charset="0"/>
                <a:ea typeface="Consolas" panose="020B0609020204030204" pitchFamily="49" charset="0"/>
                <a:cs typeface="Consolas" panose="020B0609020204030204" pitchFamily="49" charset="0"/>
              </a:rPr>
              <a:t>classe</a:t>
            </a:r>
            <a:endParaRPr lang="fr-FR" sz="14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4" name="ZoneTexte 13">
            <a:extLst>
              <a:ext uri="{FF2B5EF4-FFF2-40B4-BE49-F238E27FC236}">
                <a16:creationId xmlns:a16="http://schemas.microsoft.com/office/drawing/2014/main" id="{EDDBDF9A-00DE-CCE4-CD8F-C711C4702B04}"/>
              </a:ext>
            </a:extLst>
          </p:cNvPr>
          <p:cNvSpPr txBox="1"/>
          <p:nvPr/>
        </p:nvSpPr>
        <p:spPr>
          <a:xfrm>
            <a:off x="88900" y="2120519"/>
            <a:ext cx="3943604" cy="2945258"/>
          </a:xfrm>
          <a:prstGeom prst="rect">
            <a:avLst/>
          </a:prstGeom>
          <a:noFill/>
          <a:ln>
            <a:solidFill>
              <a:schemeClr val="tx1"/>
            </a:solidFill>
          </a:ln>
        </p:spPr>
        <p:txBody>
          <a:bodyPr wrap="none">
            <a:noAutofit/>
          </a:bodyPr>
          <a:lstStyle/>
          <a:p>
            <a:pPr marL="339090" marR="2218055" indent="-307975" algn="l">
              <a:lnSpc>
                <a:spcPct val="110000"/>
              </a:lnSpc>
              <a:spcBef>
                <a:spcPts val="120"/>
              </a:spcBef>
              <a:spcAft>
                <a:spcPts val="0"/>
              </a:spcAft>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a:t>
            </a:r>
            <a:r>
              <a:rPr lang="en-US" sz="12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err="1">
                <a:effectLst/>
                <a:latin typeface="Consolas" panose="020B0609020204030204" pitchFamily="49" charset="0"/>
                <a:ea typeface="Consolas" panose="020B0609020204030204" pitchFamily="49" charset="0"/>
                <a:cs typeface="Consolas" panose="020B0609020204030204" pitchFamily="49" charset="0"/>
              </a:rPr>
              <a:t>RadioGroup</a:t>
            </a:r>
            <a:r>
              <a:rPr lang="en-US" sz="1200" spc="-4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spc="-5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(props)</a:t>
            </a:r>
            <a:r>
              <a:rPr lang="en-US" sz="1200" spc="-15"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=&gt;</a:t>
            </a:r>
            <a:r>
              <a:rPr lang="en-US" sz="12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 </a:t>
            </a:r>
            <a:r>
              <a:rPr lang="en-US" sz="120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57188" algn="l">
              <a:lnSpc>
                <a:spcPts val="1275"/>
              </a:lnSpc>
              <a:spcBef>
                <a:spcPts val="140"/>
              </a:spcBef>
              <a:spcAft>
                <a:spcPts val="0"/>
              </a:spcAft>
            </a:pPr>
            <a:r>
              <a:rPr lang="en-US" sz="12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&lt;div&gt;</a:t>
            </a:r>
            <a:r>
              <a:rPr lang="en-US" sz="1200" spc="-3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5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endParaRPr lang="fr-FR" sz="1200" spc="-50" dirty="0">
              <a:solidFill>
                <a:srgbClr val="0000FF"/>
              </a:solidFill>
              <a:latin typeface="Consolas" panose="020B0609020204030204" pitchFamily="49" charset="0"/>
              <a:ea typeface="Consolas" panose="020B0609020204030204" pitchFamily="49" charset="0"/>
              <a:cs typeface="Consolas" panose="020B0609020204030204" pitchFamily="49" charset="0"/>
            </a:endParaRPr>
          </a:p>
          <a:p>
            <a:pPr marL="357188" algn="l">
              <a:lnSpc>
                <a:spcPts val="1275"/>
              </a:lnSpc>
              <a:spcBef>
                <a:spcPts val="140"/>
              </a:spcBef>
              <a:spcAft>
                <a:spcPts val="0"/>
              </a:spcAft>
            </a:pPr>
            <a:r>
              <a:rPr lang="en-US" sz="1200" dirty="0" err="1">
                <a:effectLst/>
                <a:latin typeface="Consolas" panose="020B0609020204030204" pitchFamily="49" charset="0"/>
                <a:ea typeface="Consolas" panose="020B0609020204030204" pitchFamily="49" charset="0"/>
                <a:cs typeface="Consolas" panose="020B0609020204030204" pitchFamily="49" charset="0"/>
              </a:rPr>
              <a:t>props.radios.map</a:t>
            </a:r>
            <a:r>
              <a:rPr lang="en-US" sz="1200" dirty="0">
                <a:effectLst/>
                <a:latin typeface="Consolas" panose="020B0609020204030204" pitchFamily="49" charset="0"/>
                <a:ea typeface="Consolas" panose="020B0609020204030204" pitchFamily="49" charset="0"/>
                <a:cs typeface="Consolas" panose="020B0609020204030204" pitchFamily="49" charset="0"/>
              </a:rPr>
              <a:t>((radio,</a:t>
            </a:r>
            <a:r>
              <a:rPr lang="en-US" sz="1200" spc="-75"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index)</a:t>
            </a:r>
            <a:r>
              <a:rPr lang="en-US" sz="1200" spc="-45"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=&gt;</a:t>
            </a:r>
            <a:r>
              <a:rPr lang="en-US" sz="1200" spc="-7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 </a:t>
            </a:r>
          </a:p>
          <a:p>
            <a:pPr marL="357188" algn="l">
              <a:lnSpc>
                <a:spcPts val="1275"/>
              </a:lnSpc>
              <a:spcBef>
                <a:spcPts val="140"/>
              </a:spcBef>
              <a:spcAft>
                <a:spcPts val="0"/>
              </a:spcAft>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 </a:t>
            </a:r>
            <a:r>
              <a:rPr lang="en-US" sz="120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latin typeface="Consolas" panose="020B0609020204030204" pitchFamily="49" charset="0"/>
              <a:ea typeface="Consolas" panose="020B0609020204030204" pitchFamily="49" charset="0"/>
              <a:cs typeface="Consolas" panose="020B0609020204030204" pitchFamily="49" charset="0"/>
            </a:endParaRPr>
          </a:p>
          <a:p>
            <a:pPr marL="357188" algn="l">
              <a:lnSpc>
                <a:spcPts val="1275"/>
              </a:lnSpc>
              <a:spcBef>
                <a:spcPts val="140"/>
              </a:spcBef>
              <a:spcAft>
                <a:spcPts val="0"/>
              </a:spcAft>
            </a:pPr>
            <a:r>
              <a:rPr lang="fr-FR" sz="12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200" dirty="0">
                <a:solidFill>
                  <a:srgbClr val="800000"/>
                </a:solidFill>
                <a:effectLst/>
                <a:highlight>
                  <a:srgbClr val="00FFFF"/>
                </a:highlight>
                <a:latin typeface="Consolas" panose="020B0609020204030204" pitchFamily="49" charset="0"/>
                <a:ea typeface="Consolas" panose="020B0609020204030204" pitchFamily="49" charset="0"/>
                <a:cs typeface="Consolas" panose="020B0609020204030204" pitchFamily="49" charset="0"/>
              </a:rPr>
              <a:t>label</a:t>
            </a:r>
            <a:r>
              <a:rPr lang="en-US" sz="1200" spc="-3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key</a:t>
            </a:r>
            <a:r>
              <a:rPr lang="en-US" sz="1200" spc="-10" dirty="0">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a:effectLst/>
                <a:latin typeface="Consolas" panose="020B0609020204030204" pitchFamily="49" charset="0"/>
                <a:ea typeface="Consolas" panose="020B0609020204030204" pitchFamily="49" charset="0"/>
                <a:cs typeface="Consolas" panose="020B0609020204030204" pitchFamily="49" charset="0"/>
              </a:rPr>
              <a:t>index+</a:t>
            </a:r>
            <a:r>
              <a:rPr lang="en-US" sz="1200" spc="-10" dirty="0">
                <a:solidFill>
                  <a:srgbClr val="098557"/>
                </a:solidFill>
                <a:effectLst/>
                <a:latin typeface="Consolas" panose="020B0609020204030204" pitchFamily="49" charset="0"/>
                <a:ea typeface="Consolas" panose="020B0609020204030204" pitchFamily="49" charset="0"/>
                <a:cs typeface="Consolas" panose="020B0609020204030204" pitchFamily="49" charset="0"/>
              </a:rPr>
              <a:t>1</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p>
          <a:p>
            <a:pPr marL="357188" algn="l">
              <a:lnSpc>
                <a:spcPts val="1275"/>
              </a:lnSpc>
              <a:spcBef>
                <a:spcPts val="140"/>
              </a:spcBef>
              <a:spcAft>
                <a:spcPts val="0"/>
              </a:spcAft>
            </a:pPr>
            <a:r>
              <a:rPr lang="en-US" sz="1200" spc="-10" dirty="0">
                <a:solidFill>
                  <a:srgbClr val="800000"/>
                </a:solidFill>
                <a:latin typeface="Consolas" panose="020B0609020204030204" pitchFamily="49" charset="0"/>
                <a:ea typeface="Consolas" panose="020B0609020204030204" pitchFamily="49" charset="0"/>
                <a:cs typeface="Consolas" panose="020B0609020204030204" pitchFamily="49" charset="0"/>
              </a:rPr>
              <a:t>   </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&lt;span&gt;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err="1">
                <a:effectLst/>
                <a:latin typeface="Consolas" panose="020B0609020204030204" pitchFamily="49" charset="0"/>
                <a:ea typeface="Consolas" panose="020B0609020204030204" pitchFamily="49" charset="0"/>
                <a:cs typeface="Consolas" panose="020B0609020204030204" pitchFamily="49" charset="0"/>
              </a:rPr>
              <a:t>radio.text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&lt;/span&gt;</a:t>
            </a:r>
            <a:endParaRPr lang="fr-FR" sz="1200" spc="-10" dirty="0">
              <a:latin typeface="Consolas" panose="020B0609020204030204" pitchFamily="49" charset="0"/>
              <a:ea typeface="Consolas" panose="020B0609020204030204" pitchFamily="49" charset="0"/>
              <a:cs typeface="Consolas" panose="020B0609020204030204" pitchFamily="49" charset="0"/>
            </a:endParaRPr>
          </a:p>
          <a:p>
            <a:pPr marL="357188" algn="l">
              <a:lnSpc>
                <a:spcPts val="1275"/>
              </a:lnSpc>
              <a:spcBef>
                <a:spcPts val="140"/>
              </a:spcBef>
              <a:spcAft>
                <a:spcPts val="0"/>
              </a:spcAft>
            </a:pPr>
            <a:r>
              <a:rPr lang="fr-FR"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200" dirty="0">
                <a:solidFill>
                  <a:srgbClr val="800000"/>
                </a:solidFill>
                <a:effectLst/>
                <a:highlight>
                  <a:srgbClr val="00FFFF"/>
                </a:highlight>
                <a:latin typeface="Consolas" panose="020B0609020204030204" pitchFamily="49" charset="0"/>
                <a:ea typeface="Consolas" panose="020B0609020204030204" pitchFamily="49" charset="0"/>
                <a:cs typeface="Consolas" panose="020B0609020204030204" pitchFamily="49" charset="0"/>
              </a:rPr>
              <a:t>input</a:t>
            </a:r>
            <a:r>
              <a:rPr lang="en-US" sz="1200" spc="-45"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type</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A21515"/>
                </a:solidFill>
                <a:effectLst/>
                <a:highlight>
                  <a:srgbClr val="FFFF00"/>
                </a:highlight>
                <a:latin typeface="Consolas" panose="020B0609020204030204" pitchFamily="49" charset="0"/>
                <a:ea typeface="Consolas" panose="020B0609020204030204" pitchFamily="49" charset="0"/>
                <a:cs typeface="Consolas" panose="020B0609020204030204" pitchFamily="49" charset="0"/>
              </a:rPr>
              <a:t>radio</a:t>
            </a:r>
            <a:r>
              <a:rPr lang="en-US" sz="120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a:t>
            </a:r>
            <a:r>
              <a:rPr lang="en-US" sz="1200" spc="-45"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value</a:t>
            </a:r>
            <a:r>
              <a:rPr lang="en-US" sz="1200" spc="-10" dirty="0">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err="1">
                <a:effectLst/>
                <a:latin typeface="Consolas" panose="020B0609020204030204" pitchFamily="49" charset="0"/>
                <a:ea typeface="Consolas" panose="020B0609020204030204" pitchFamily="49" charset="0"/>
                <a:cs typeface="Consolas" panose="020B0609020204030204" pitchFamily="49" charset="0"/>
              </a:rPr>
              <a:t>radio.value</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1750" algn="l">
              <a:spcBef>
                <a:spcPts val="140"/>
              </a:spcBef>
            </a:pPr>
            <a:r>
              <a:rPr lang="en-US" sz="12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name</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a:t>
            </a:r>
            <a:r>
              <a:rPr lang="en-US" sz="1200" dirty="0" err="1">
                <a:solidFill>
                  <a:srgbClr val="A21515"/>
                </a:solidFill>
                <a:effectLst/>
                <a:latin typeface="Consolas" panose="020B0609020204030204" pitchFamily="49" charset="0"/>
                <a:ea typeface="Consolas" panose="020B0609020204030204" pitchFamily="49" charset="0"/>
                <a:cs typeface="Consolas" panose="020B0609020204030204" pitchFamily="49" charset="0"/>
              </a:rPr>
              <a:t>radioname</a:t>
            </a:r>
            <a:r>
              <a:rPr lang="en-US" sz="120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a:t>
            </a:r>
            <a:r>
              <a:rPr lang="en-US" sz="1200" spc="-75"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25"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200" dirty="0">
              <a:latin typeface="Consolas" panose="020B0609020204030204" pitchFamily="49" charset="0"/>
              <a:ea typeface="Consolas" panose="020B0609020204030204" pitchFamily="49" charset="0"/>
              <a:cs typeface="Consolas" panose="020B0609020204030204" pitchFamily="49" charset="0"/>
            </a:endParaRPr>
          </a:p>
          <a:p>
            <a:pPr marL="31750" algn="l">
              <a:spcBef>
                <a:spcPts val="140"/>
              </a:spcBef>
            </a:pPr>
            <a:r>
              <a:rPr lang="fr-FR"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200" spc="-10" dirty="0">
                <a:solidFill>
                  <a:srgbClr val="800000"/>
                </a:solidFill>
                <a:effectLst/>
                <a:highlight>
                  <a:srgbClr val="00FFFF"/>
                </a:highlight>
                <a:latin typeface="Consolas" panose="020B0609020204030204" pitchFamily="49" charset="0"/>
                <a:ea typeface="Consolas" panose="020B0609020204030204" pitchFamily="49" charset="0"/>
                <a:cs typeface="Consolas" panose="020B0609020204030204" pitchFamily="49" charset="0"/>
              </a:rPr>
              <a:t>label</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1261745" algn="l">
              <a:spcBef>
                <a:spcPts val="140"/>
              </a:spcBef>
            </a:pP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953135" algn="l">
              <a:spcBef>
                <a:spcPts val="125"/>
              </a:spcBef>
              <a:spcAft>
                <a:spcPts val="0"/>
              </a:spcAft>
            </a:pP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spc="-10" dirty="0">
                <a:effectLst/>
                <a:latin typeface="Consolas" panose="020B0609020204030204" pitchFamily="49" charset="0"/>
                <a:ea typeface="Consolas" panose="020B0609020204030204" pitchFamily="49" charset="0"/>
                <a:cs typeface="Consolas" panose="020B0609020204030204" pitchFamily="49" charset="0"/>
              </a:rPr>
              <a:t> </a:t>
            </a:r>
            <a:r>
              <a:rPr lang="en-US" sz="1200" spc="-5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endParaRPr lang="fr-FR" sz="1200" dirty="0">
              <a:latin typeface="Consolas" panose="020B0609020204030204" pitchFamily="49" charset="0"/>
              <a:ea typeface="Consolas" panose="020B0609020204030204" pitchFamily="49" charset="0"/>
              <a:cs typeface="Consolas" panose="020B0609020204030204" pitchFamily="49" charset="0"/>
            </a:endParaRPr>
          </a:p>
          <a:p>
            <a:pPr marL="265113" algn="l">
              <a:spcBef>
                <a:spcPts val="125"/>
              </a:spcBef>
              <a:spcAft>
                <a:spcPts val="0"/>
              </a:spcAft>
            </a:pP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&lt;/div&gt;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39090" algn="l">
              <a:spcBef>
                <a:spcPts val="140"/>
              </a:spcBef>
            </a:pPr>
            <a:r>
              <a:rPr lang="en-US" sz="1200" spc="-25"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1750" algn="l">
              <a:spcBef>
                <a:spcPts val="140"/>
              </a:spcBef>
            </a:pPr>
            <a:r>
              <a:rPr lang="en-US" sz="1200" spc="-25"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1750" algn="l">
              <a:lnSpc>
                <a:spcPts val="1195"/>
              </a:lnSpc>
              <a:spcBef>
                <a:spcPts val="130"/>
              </a:spcBef>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export</a:t>
            </a:r>
            <a:r>
              <a:rPr lang="en-US" sz="12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default</a:t>
            </a:r>
            <a:r>
              <a:rPr lang="en-US" sz="12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10" dirty="0" err="1">
                <a:effectLst/>
                <a:latin typeface="Consolas" panose="020B0609020204030204" pitchFamily="49" charset="0"/>
                <a:ea typeface="Consolas" panose="020B0609020204030204" pitchFamily="49" charset="0"/>
                <a:cs typeface="Consolas" panose="020B0609020204030204" pitchFamily="49" charset="0"/>
              </a:rPr>
              <a:t>FRadioGroup</a:t>
            </a:r>
            <a:r>
              <a:rPr lang="en-US" sz="12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6" name="ZoneTexte 15">
            <a:extLst>
              <a:ext uri="{FF2B5EF4-FFF2-40B4-BE49-F238E27FC236}">
                <a16:creationId xmlns:a16="http://schemas.microsoft.com/office/drawing/2014/main" id="{4890B45F-194A-8DC9-75F2-1BBD04F0600F}"/>
              </a:ext>
            </a:extLst>
          </p:cNvPr>
          <p:cNvSpPr txBox="1"/>
          <p:nvPr/>
        </p:nvSpPr>
        <p:spPr>
          <a:xfrm>
            <a:off x="4187952" y="2110845"/>
            <a:ext cx="4867148" cy="3072188"/>
          </a:xfrm>
          <a:prstGeom prst="rect">
            <a:avLst/>
          </a:prstGeom>
          <a:noFill/>
          <a:ln>
            <a:solidFill>
              <a:schemeClr val="tx1"/>
            </a:solidFill>
          </a:ln>
        </p:spPr>
        <p:txBody>
          <a:bodyPr wrap="square">
            <a:spAutoFit/>
          </a:bodyPr>
          <a:lstStyle/>
          <a:p>
            <a:pPr marL="31750" algn="l">
              <a:spcBef>
                <a:spcPts val="120"/>
              </a:spcBef>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en-US" sz="1200" spc="-2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React</a:t>
            </a:r>
            <a:r>
              <a:rPr lang="en-US" sz="1200" spc="-25"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from</a:t>
            </a:r>
            <a:r>
              <a:rPr lang="en-US" sz="1200" spc="-1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1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'react'</a:t>
            </a:r>
            <a:r>
              <a:rPr lang="en-US" sz="12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39090" marR="762635" indent="-307975" algn="l">
              <a:lnSpc>
                <a:spcPct val="110000"/>
              </a:lnSpc>
              <a:spcBef>
                <a:spcPts val="140"/>
              </a:spcBef>
              <a:spcAft>
                <a:spcPts val="0"/>
              </a:spcAft>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class</a:t>
            </a:r>
            <a:r>
              <a:rPr lang="en-US" sz="1200" spc="-5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err="1">
                <a:effectLst/>
                <a:latin typeface="Consolas" panose="020B0609020204030204" pitchFamily="49" charset="0"/>
                <a:ea typeface="Consolas" panose="020B0609020204030204" pitchFamily="49" charset="0"/>
                <a:cs typeface="Consolas" panose="020B0609020204030204" pitchFamily="49" charset="0"/>
              </a:rPr>
              <a:t>RadioGroup</a:t>
            </a:r>
            <a:r>
              <a:rPr lang="en-US" sz="1200" spc="-4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extends</a:t>
            </a:r>
            <a:r>
              <a:rPr lang="en-US" sz="1200" spc="-5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err="1">
                <a:effectLst/>
                <a:latin typeface="Consolas" panose="020B0609020204030204" pitchFamily="49" charset="0"/>
                <a:ea typeface="Consolas" panose="020B0609020204030204" pitchFamily="49" charset="0"/>
                <a:cs typeface="Consolas" panose="020B0609020204030204" pitchFamily="49" charset="0"/>
              </a:rPr>
              <a:t>React.Component</a:t>
            </a:r>
            <a:r>
              <a:rPr lang="en-US" sz="1200" spc="-55"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constructor</a:t>
            </a:r>
            <a:r>
              <a:rPr lang="en-US" sz="1200" dirty="0">
                <a:effectLst/>
                <a:latin typeface="Consolas" panose="020B0609020204030204" pitchFamily="49" charset="0"/>
                <a:ea typeface="Consolas" panose="020B0609020204030204" pitchFamily="49" charset="0"/>
                <a:cs typeface="Consolas" panose="020B0609020204030204" pitchFamily="49" charset="0"/>
              </a:rPr>
              <a:t>(props) {</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647065" algn="l">
              <a:spcBef>
                <a:spcPts val="10"/>
              </a:spcBef>
              <a:spcAft>
                <a:spcPts val="0"/>
              </a:spcAft>
            </a:pP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super</a:t>
            </a:r>
            <a:r>
              <a:rPr lang="en-US" sz="1200" spc="-10" dirty="0">
                <a:effectLst/>
                <a:latin typeface="Consolas" panose="020B0609020204030204" pitchFamily="49" charset="0"/>
                <a:ea typeface="Consolas" panose="020B0609020204030204" pitchFamily="49" charset="0"/>
                <a:cs typeface="Consolas" panose="020B0609020204030204" pitchFamily="49" charset="0"/>
              </a:rPr>
              <a:t>(props);</a:t>
            </a: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38138" algn="l">
              <a:spcBef>
                <a:spcPts val="140"/>
              </a:spcBef>
            </a:pPr>
            <a:r>
              <a:rPr lang="en-US" sz="1200" dirty="0">
                <a:effectLst/>
                <a:latin typeface="Consolas" panose="020B0609020204030204" pitchFamily="49" charset="0"/>
                <a:ea typeface="Consolas" panose="020B0609020204030204" pitchFamily="49" charset="0"/>
                <a:cs typeface="Consolas" panose="020B0609020204030204" pitchFamily="49" charset="0"/>
              </a:rPr>
              <a:t>render()</a:t>
            </a:r>
            <a:r>
              <a:rPr lang="en-US" sz="1200" spc="-45" dirty="0">
                <a:effectLst/>
                <a:latin typeface="Consolas" panose="020B0609020204030204" pitchFamily="49" charset="0"/>
                <a:ea typeface="Consolas" panose="020B0609020204030204" pitchFamily="49" charset="0"/>
                <a:cs typeface="Consolas" panose="020B0609020204030204" pitchFamily="49" charset="0"/>
              </a:rPr>
              <a:t> </a:t>
            </a: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647065" algn="l">
              <a:spcBef>
                <a:spcPts val="130"/>
              </a:spcBef>
              <a:spcAft>
                <a:spcPts val="0"/>
              </a:spcAft>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a:t>
            </a:r>
            <a:r>
              <a:rPr lang="en-US" sz="1200" spc="-4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953135" algn="l">
              <a:spcBef>
                <a:spcPts val="140"/>
              </a:spcBef>
            </a:pPr>
            <a:r>
              <a:rPr lang="en-US" sz="12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&lt;div&gt;</a:t>
            </a:r>
            <a:r>
              <a:rPr lang="en-US" sz="1200" spc="-15"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5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1252538" marR="70485" indent="9525" algn="l">
              <a:lnSpc>
                <a:spcPct val="110000"/>
              </a:lnSpc>
              <a:spcBef>
                <a:spcPts val="140"/>
              </a:spcBef>
              <a:spcAft>
                <a:spcPts val="0"/>
              </a:spcAft>
            </a:pPr>
            <a:r>
              <a:rPr lang="en-US" sz="12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200" dirty="0" err="1">
                <a:effectLst/>
                <a:latin typeface="Consolas" panose="020B0609020204030204" pitchFamily="49" charset="0"/>
                <a:ea typeface="Consolas" panose="020B0609020204030204" pitchFamily="49" charset="0"/>
                <a:cs typeface="Consolas" panose="020B0609020204030204" pitchFamily="49" charset="0"/>
              </a:rPr>
              <a:t>.props.radios.map</a:t>
            </a:r>
            <a:r>
              <a:rPr lang="en-US" sz="1200" dirty="0">
                <a:effectLst/>
                <a:latin typeface="Consolas" panose="020B0609020204030204" pitchFamily="49" charset="0"/>
                <a:ea typeface="Consolas" panose="020B0609020204030204" pitchFamily="49" charset="0"/>
                <a:cs typeface="Consolas" panose="020B0609020204030204" pitchFamily="49" charset="0"/>
              </a:rPr>
              <a:t>((radio,</a:t>
            </a:r>
            <a:r>
              <a:rPr lang="en-US" sz="1200" spc="-75"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index)</a:t>
            </a:r>
            <a:r>
              <a:rPr lang="en-US" sz="1200" spc="-35"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=&gt;</a:t>
            </a:r>
            <a:r>
              <a:rPr lang="en-US" sz="1200" spc="-7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 </a:t>
            </a:r>
            <a:r>
              <a:rPr lang="en-US" sz="120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1750" indent="598488" algn="l">
              <a:lnSpc>
                <a:spcPct val="110000"/>
              </a:lnSpc>
              <a:spcBef>
                <a:spcPts val="140"/>
              </a:spcBef>
            </a:pP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200" spc="-10" dirty="0">
                <a:solidFill>
                  <a:srgbClr val="800000"/>
                </a:solidFill>
                <a:effectLst/>
                <a:highlight>
                  <a:srgbClr val="00FFFF"/>
                </a:highlight>
                <a:latin typeface="Consolas" panose="020B0609020204030204" pitchFamily="49" charset="0"/>
                <a:ea typeface="Consolas" panose="020B0609020204030204" pitchFamily="49" charset="0"/>
                <a:cs typeface="Consolas" panose="020B0609020204030204" pitchFamily="49" charset="0"/>
              </a:rPr>
              <a:t>label</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key</a:t>
            </a:r>
            <a:r>
              <a:rPr lang="en-US" sz="1200" spc="-10" dirty="0">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a:effectLst/>
                <a:latin typeface="Consolas" panose="020B0609020204030204" pitchFamily="49" charset="0"/>
                <a:ea typeface="Consolas" panose="020B0609020204030204" pitchFamily="49" charset="0"/>
                <a:cs typeface="Consolas" panose="020B0609020204030204" pitchFamily="49" charset="0"/>
              </a:rPr>
              <a:t>index</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&gt;&lt;span&gt;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err="1">
                <a:effectLst/>
                <a:latin typeface="Consolas" panose="020B0609020204030204" pitchFamily="49" charset="0"/>
                <a:ea typeface="Consolas" panose="020B0609020204030204" pitchFamily="49" charset="0"/>
                <a:cs typeface="Consolas" panose="020B0609020204030204" pitchFamily="49" charset="0"/>
              </a:rPr>
              <a:t>radio.text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&lt;/span&gt;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804863" algn="l">
              <a:lnSpc>
                <a:spcPct val="110000"/>
              </a:lnSpc>
              <a:spcBef>
                <a:spcPts val="140"/>
              </a:spcBef>
            </a:pPr>
            <a:r>
              <a:rPr lang="en-US" sz="12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200" dirty="0">
                <a:solidFill>
                  <a:srgbClr val="800000"/>
                </a:solidFill>
                <a:effectLst/>
                <a:highlight>
                  <a:srgbClr val="00FFFF"/>
                </a:highlight>
                <a:latin typeface="Consolas" panose="020B0609020204030204" pitchFamily="49" charset="0"/>
                <a:ea typeface="Consolas" panose="020B0609020204030204" pitchFamily="49" charset="0"/>
                <a:cs typeface="Consolas" panose="020B0609020204030204" pitchFamily="49" charset="0"/>
              </a:rPr>
              <a:t>input</a:t>
            </a:r>
            <a:r>
              <a:rPr lang="en-US" sz="1200" spc="-1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type</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A21515"/>
                </a:solidFill>
                <a:effectLst/>
                <a:highlight>
                  <a:srgbClr val="FFFF00"/>
                </a:highlight>
                <a:latin typeface="Consolas" panose="020B0609020204030204" pitchFamily="49" charset="0"/>
                <a:ea typeface="Consolas" panose="020B0609020204030204" pitchFamily="49" charset="0"/>
                <a:cs typeface="Consolas" panose="020B0609020204030204" pitchFamily="49" charset="0"/>
              </a:rPr>
              <a:t>radio</a:t>
            </a:r>
            <a:r>
              <a:rPr lang="en-US" sz="120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a:t>
            </a:r>
            <a:r>
              <a:rPr lang="en-US" sz="1200" spc="-85"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value</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dirty="0" err="1">
                <a:effectLst/>
                <a:latin typeface="Consolas" panose="020B0609020204030204" pitchFamily="49" charset="0"/>
                <a:ea typeface="Consolas" panose="020B0609020204030204" pitchFamily="49" charset="0"/>
                <a:cs typeface="Consolas" panose="020B0609020204030204" pitchFamily="49" charset="0"/>
              </a:rPr>
              <a:t>radio.value</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name</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dirty="0">
                <a:effectLst/>
                <a:latin typeface="Consolas" panose="020B0609020204030204" pitchFamily="49" charset="0"/>
                <a:ea typeface="Consolas" panose="020B0609020204030204" pitchFamily="49" charset="0"/>
                <a:cs typeface="Consolas" panose="020B0609020204030204" pitchFamily="49" charset="0"/>
              </a:rPr>
              <a:t>radio.name</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checked</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dirty="0" err="1">
                <a:effectLst/>
                <a:latin typeface="Consolas" panose="020B0609020204030204" pitchFamily="49" charset="0"/>
                <a:ea typeface="Consolas" panose="020B0609020204030204" pitchFamily="49" charset="0"/>
                <a:cs typeface="Consolas" panose="020B0609020204030204" pitchFamily="49" charset="0"/>
              </a:rPr>
              <a:t>radio.checked</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630238" algn="l">
              <a:lnSpc>
                <a:spcPts val="1275"/>
              </a:lnSpc>
              <a:spcBef>
                <a:spcPts val="140"/>
              </a:spcBef>
              <a:spcAft>
                <a:spcPts val="0"/>
              </a:spcAft>
            </a:pP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200" spc="-10" dirty="0">
                <a:solidFill>
                  <a:srgbClr val="800000"/>
                </a:solidFill>
                <a:effectLst/>
                <a:highlight>
                  <a:srgbClr val="00FFFF"/>
                </a:highlight>
                <a:latin typeface="Consolas" panose="020B0609020204030204" pitchFamily="49" charset="0"/>
                <a:ea typeface="Consolas" panose="020B0609020204030204" pitchFamily="49" charset="0"/>
                <a:cs typeface="Consolas" panose="020B0609020204030204" pitchFamily="49" charset="0"/>
              </a:rPr>
              <a:t>label</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1875790" algn="l">
              <a:spcBef>
                <a:spcPts val="125"/>
              </a:spcBef>
              <a:spcAft>
                <a:spcPts val="0"/>
              </a:spcAft>
            </a:pP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spc="5" dirty="0">
                <a:effectLst/>
                <a:latin typeface="Consolas" panose="020B0609020204030204" pitchFamily="49" charset="0"/>
                <a:ea typeface="Consolas" panose="020B0609020204030204" pitchFamily="49" charset="0"/>
                <a:cs typeface="Consolas" panose="020B0609020204030204" pitchFamily="49" charset="0"/>
              </a:rPr>
              <a:t> </a:t>
            </a:r>
            <a:r>
              <a:rPr lang="en-US" sz="1200" spc="-5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&lt;/div&gt;</a:t>
            </a: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1750" algn="l">
              <a:lnSpc>
                <a:spcPts val="1195"/>
              </a:lnSpc>
              <a:spcBef>
                <a:spcPts val="140"/>
              </a:spcBef>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export</a:t>
            </a:r>
            <a:r>
              <a:rPr lang="en-US" sz="12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default</a:t>
            </a:r>
            <a:r>
              <a:rPr lang="en-US" sz="1200" spc="-3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10" dirty="0" err="1">
                <a:effectLst/>
                <a:latin typeface="Consolas" panose="020B0609020204030204" pitchFamily="49" charset="0"/>
                <a:ea typeface="Consolas" panose="020B0609020204030204" pitchFamily="49" charset="0"/>
                <a:cs typeface="Consolas" panose="020B0609020204030204" pitchFamily="49" charset="0"/>
              </a:rPr>
              <a:t>RadioGroup</a:t>
            </a:r>
            <a:r>
              <a:rPr lang="en-US" sz="12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p:txBody>
      </p:sp>
      <p:sp>
        <p:nvSpPr>
          <p:cNvPr id="18" name="ZoneTexte 17">
            <a:extLst>
              <a:ext uri="{FF2B5EF4-FFF2-40B4-BE49-F238E27FC236}">
                <a16:creationId xmlns:a16="http://schemas.microsoft.com/office/drawing/2014/main" id="{8DEF03E8-EBB6-367E-680A-BF84D2EF196D}"/>
              </a:ext>
            </a:extLst>
          </p:cNvPr>
          <p:cNvSpPr txBox="1"/>
          <p:nvPr/>
        </p:nvSpPr>
        <p:spPr>
          <a:xfrm>
            <a:off x="0" y="5190004"/>
            <a:ext cx="4897882" cy="1203300"/>
          </a:xfrm>
          <a:prstGeom prst="rect">
            <a:avLst/>
          </a:prstGeom>
          <a:noFill/>
          <a:ln>
            <a:solidFill>
              <a:schemeClr val="tx1"/>
            </a:solidFill>
          </a:ln>
        </p:spPr>
        <p:txBody>
          <a:bodyPr wrap="none">
            <a:noAutofit/>
          </a:bodyPr>
          <a:lstStyle/>
          <a:p>
            <a:pPr indent="88900" algn="l">
              <a:spcBef>
                <a:spcPts val="205"/>
              </a:spcBef>
              <a:spcAft>
                <a:spcPts val="0"/>
              </a:spcAft>
            </a:pPr>
            <a:r>
              <a:rPr lang="fr-FR" sz="1400" dirty="0">
                <a:effectLst/>
                <a:latin typeface="+mn-lt"/>
                <a:ea typeface="Calibri" panose="020F0502020204030204" pitchFamily="34" charset="0"/>
              </a:rPr>
              <a:t>Après</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avoir</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affiché</a:t>
            </a:r>
            <a:r>
              <a:rPr lang="fr-FR" sz="1400" spc="-5" dirty="0">
                <a:effectLst/>
                <a:latin typeface="+mn-lt"/>
                <a:ea typeface="Calibri" panose="020F0502020204030204" pitchFamily="34" charset="0"/>
              </a:rPr>
              <a:t> </a:t>
            </a:r>
            <a:r>
              <a:rPr lang="fr-FR" sz="1400" dirty="0">
                <a:effectLst/>
                <a:latin typeface="+mn-lt"/>
                <a:ea typeface="Calibri" panose="020F0502020204030204" pitchFamily="34" charset="0"/>
              </a:rPr>
              <a:t>le</a:t>
            </a:r>
            <a:r>
              <a:rPr lang="fr-FR" sz="1400" spc="-15" dirty="0">
                <a:effectLst/>
                <a:latin typeface="+mn-lt"/>
                <a:ea typeface="Calibri" panose="020F0502020204030204" pitchFamily="34" charset="0"/>
              </a:rPr>
              <a:t> </a:t>
            </a:r>
            <a:r>
              <a:rPr lang="fr-FR" sz="1400" spc="-10" dirty="0">
                <a:effectLst/>
                <a:latin typeface="+mn-lt"/>
                <a:ea typeface="Calibri" panose="020F0502020204030204" pitchFamily="34" charset="0"/>
              </a:rPr>
              <a:t>composant</a:t>
            </a:r>
            <a:endParaRPr lang="fr-FR" sz="1400" dirty="0">
              <a:effectLst/>
              <a:latin typeface="+mn-lt"/>
              <a:ea typeface="Calibri" panose="020F0502020204030204" pitchFamily="34" charset="0"/>
            </a:endParaRPr>
          </a:p>
          <a:p>
            <a:pPr marL="88900" marR="2351405" algn="l">
              <a:lnSpc>
                <a:spcPct val="110000"/>
              </a:lnSpc>
              <a:spcAft>
                <a:spcPts val="0"/>
              </a:spcAft>
            </a:pPr>
            <a:r>
              <a:rPr lang="en-US" sz="1100" dirty="0">
                <a:solidFill>
                  <a:srgbClr val="0000FF"/>
                </a:solidFill>
                <a:effectLst/>
                <a:latin typeface="+mn-lt"/>
                <a:ea typeface="Consolas" panose="020B0609020204030204" pitchFamily="49" charset="0"/>
                <a:cs typeface="Consolas" panose="020B0609020204030204" pitchFamily="49" charset="0"/>
              </a:rPr>
              <a:t>import</a:t>
            </a:r>
            <a:r>
              <a:rPr lang="en-US" sz="1100" spc="-60" dirty="0">
                <a:solidFill>
                  <a:srgbClr val="0000FF"/>
                </a:solidFill>
                <a:effectLst/>
                <a:latin typeface="+mn-lt"/>
                <a:ea typeface="Consolas" panose="020B0609020204030204" pitchFamily="49" charset="0"/>
                <a:cs typeface="Consolas" panose="020B0609020204030204" pitchFamily="49" charset="0"/>
              </a:rPr>
              <a:t> </a:t>
            </a:r>
            <a:r>
              <a:rPr lang="en-US" sz="1100" dirty="0" err="1">
                <a:effectLst/>
                <a:latin typeface="+mn-lt"/>
                <a:ea typeface="Consolas" panose="020B0609020204030204" pitchFamily="49" charset="0"/>
                <a:cs typeface="Consolas" panose="020B0609020204030204" pitchFamily="49" charset="0"/>
              </a:rPr>
              <a:t>RadioGroup</a:t>
            </a:r>
            <a:r>
              <a:rPr lang="en-US" sz="1100" spc="-50" dirty="0">
                <a:effectLst/>
                <a:latin typeface="+mn-lt"/>
                <a:ea typeface="Consolas" panose="020B0609020204030204" pitchFamily="49" charset="0"/>
                <a:cs typeface="Consolas" panose="020B0609020204030204" pitchFamily="49" charset="0"/>
              </a:rPr>
              <a:t> </a:t>
            </a:r>
            <a:r>
              <a:rPr lang="en-US" sz="1100" dirty="0">
                <a:solidFill>
                  <a:srgbClr val="0000FF"/>
                </a:solidFill>
                <a:effectLst/>
                <a:latin typeface="+mn-lt"/>
                <a:ea typeface="Consolas" panose="020B0609020204030204" pitchFamily="49" charset="0"/>
                <a:cs typeface="Consolas" panose="020B0609020204030204" pitchFamily="49" charset="0"/>
              </a:rPr>
              <a:t>from</a:t>
            </a:r>
            <a:r>
              <a:rPr lang="en-US" sz="1100" spc="-60" dirty="0">
                <a:solidFill>
                  <a:srgbClr val="0000FF"/>
                </a:solidFill>
                <a:effectLst/>
                <a:latin typeface="+mn-lt"/>
                <a:ea typeface="Consolas" panose="020B0609020204030204" pitchFamily="49" charset="0"/>
                <a:cs typeface="Consolas" panose="020B0609020204030204" pitchFamily="49" charset="0"/>
              </a:rPr>
              <a:t> </a:t>
            </a:r>
            <a:r>
              <a:rPr lang="en-US" sz="1100" dirty="0">
                <a:solidFill>
                  <a:srgbClr val="A21515"/>
                </a:solidFill>
                <a:effectLst/>
                <a:latin typeface="+mn-lt"/>
                <a:ea typeface="Consolas" panose="020B0609020204030204" pitchFamily="49" charset="0"/>
                <a:cs typeface="Consolas" panose="020B0609020204030204" pitchFamily="49" charset="0"/>
              </a:rPr>
              <a:t>'./</a:t>
            </a:r>
            <a:r>
              <a:rPr lang="en-US" sz="1100" dirty="0" err="1">
                <a:solidFill>
                  <a:srgbClr val="A21515"/>
                </a:solidFill>
                <a:effectLst/>
                <a:latin typeface="+mn-lt"/>
                <a:ea typeface="Consolas" panose="020B0609020204030204" pitchFamily="49" charset="0"/>
                <a:cs typeface="Consolas" panose="020B0609020204030204" pitchFamily="49" charset="0"/>
              </a:rPr>
              <a:t>RadioGroup</a:t>
            </a:r>
            <a:r>
              <a:rPr lang="en-US" sz="1100" dirty="0">
                <a:solidFill>
                  <a:srgbClr val="A21515"/>
                </a:solidFill>
                <a:effectLst/>
                <a:latin typeface="+mn-lt"/>
                <a:ea typeface="Consolas" panose="020B0609020204030204" pitchFamily="49" charset="0"/>
                <a:cs typeface="Consolas" panose="020B0609020204030204" pitchFamily="49" charset="0"/>
              </a:rPr>
              <a:t>’</a:t>
            </a:r>
            <a:r>
              <a:rPr lang="en-US" sz="1100" dirty="0">
                <a:effectLst/>
                <a:latin typeface="+mn-lt"/>
                <a:ea typeface="Consolas" panose="020B0609020204030204" pitchFamily="49" charset="0"/>
                <a:cs typeface="Consolas" panose="020B0609020204030204" pitchFamily="49" charset="0"/>
              </a:rPr>
              <a:t>; </a:t>
            </a:r>
          </a:p>
          <a:p>
            <a:pPr marL="88900" marR="2351405" algn="l">
              <a:lnSpc>
                <a:spcPct val="110000"/>
              </a:lnSpc>
              <a:spcAft>
                <a:spcPts val="0"/>
              </a:spcAft>
            </a:pPr>
            <a:r>
              <a:rPr lang="en-US" sz="1100" dirty="0">
                <a:solidFill>
                  <a:srgbClr val="0000FF"/>
                </a:solidFill>
                <a:effectLst/>
                <a:latin typeface="+mn-lt"/>
                <a:ea typeface="Consolas" panose="020B0609020204030204" pitchFamily="49" charset="0"/>
                <a:cs typeface="Consolas" panose="020B0609020204030204" pitchFamily="49" charset="0"/>
              </a:rPr>
              <a:t>var </a:t>
            </a:r>
            <a:r>
              <a:rPr lang="en-US" sz="1100" dirty="0">
                <a:effectLst/>
                <a:latin typeface="+mn-lt"/>
                <a:ea typeface="Consolas" panose="020B0609020204030204" pitchFamily="49" charset="0"/>
                <a:cs typeface="Consolas" panose="020B0609020204030204" pitchFamily="49" charset="0"/>
              </a:rPr>
              <a:t>radios = [{</a:t>
            </a:r>
            <a:r>
              <a:rPr lang="en-US" sz="1100" spc="-1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value</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5" dirty="0">
                <a:effectLst/>
                <a:latin typeface="+mn-lt"/>
                <a:ea typeface="Consolas" panose="020B0609020204030204" pitchFamily="49" charset="0"/>
                <a:cs typeface="Consolas" panose="020B0609020204030204" pitchFamily="49" charset="0"/>
              </a:rPr>
              <a:t> </a:t>
            </a:r>
            <a:r>
              <a:rPr lang="en-US" sz="1100" dirty="0">
                <a:solidFill>
                  <a:srgbClr val="098557"/>
                </a:solidFill>
                <a:effectLst/>
                <a:latin typeface="+mn-lt"/>
                <a:ea typeface="Consolas" panose="020B0609020204030204" pitchFamily="49" charset="0"/>
                <a:cs typeface="Consolas" panose="020B0609020204030204" pitchFamily="49" charset="0"/>
              </a:rPr>
              <a:t>1</a:t>
            </a:r>
            <a:r>
              <a:rPr lang="en-US" sz="1100" dirty="0">
                <a:effectLst/>
                <a:latin typeface="+mn-lt"/>
                <a:ea typeface="Consolas" panose="020B0609020204030204" pitchFamily="49" charset="0"/>
                <a:cs typeface="Consolas" panose="020B0609020204030204" pitchFamily="49" charset="0"/>
              </a:rPr>
              <a:t>,</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text</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5" dirty="0">
                <a:effectLst/>
                <a:latin typeface="+mn-lt"/>
                <a:ea typeface="Consolas" panose="020B0609020204030204" pitchFamily="49" charset="0"/>
                <a:cs typeface="Consolas" panose="020B0609020204030204" pitchFamily="49" charset="0"/>
              </a:rPr>
              <a:t> </a:t>
            </a:r>
            <a:r>
              <a:rPr lang="en-US" sz="1100" dirty="0">
                <a:solidFill>
                  <a:srgbClr val="A21515"/>
                </a:solidFill>
                <a:effectLst/>
                <a:latin typeface="+mn-lt"/>
                <a:ea typeface="Consolas" panose="020B0609020204030204" pitchFamily="49" charset="0"/>
                <a:cs typeface="Consolas" panose="020B0609020204030204" pitchFamily="49" charset="0"/>
              </a:rPr>
              <a:t>"radio1" </a:t>
            </a:r>
            <a:r>
              <a:rPr lang="en-US" sz="1100" spc="-25" dirty="0">
                <a:effectLst/>
                <a:latin typeface="+mn-lt"/>
                <a:ea typeface="Consolas" panose="020B0609020204030204" pitchFamily="49" charset="0"/>
                <a:cs typeface="Consolas" panose="020B0609020204030204" pitchFamily="49" charset="0"/>
              </a:rPr>
              <a:t>},</a:t>
            </a:r>
            <a:r>
              <a:rPr lang="fr-FR" sz="1100" spc="-25" dirty="0">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1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value</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5" dirty="0">
                <a:effectLst/>
                <a:latin typeface="+mn-lt"/>
                <a:ea typeface="Consolas" panose="020B0609020204030204" pitchFamily="49" charset="0"/>
                <a:cs typeface="Consolas" panose="020B0609020204030204" pitchFamily="49" charset="0"/>
              </a:rPr>
              <a:t> </a:t>
            </a:r>
            <a:r>
              <a:rPr lang="en-US" sz="1100" dirty="0">
                <a:solidFill>
                  <a:srgbClr val="098557"/>
                </a:solidFill>
                <a:effectLst/>
                <a:latin typeface="+mn-lt"/>
                <a:ea typeface="Consolas" panose="020B0609020204030204" pitchFamily="49" charset="0"/>
                <a:cs typeface="Consolas" panose="020B0609020204030204" pitchFamily="49" charset="0"/>
              </a:rPr>
              <a:t>2</a:t>
            </a:r>
            <a:r>
              <a:rPr lang="en-US" sz="1100" dirty="0">
                <a:effectLst/>
                <a:latin typeface="+mn-lt"/>
                <a:ea typeface="Consolas" panose="020B0609020204030204" pitchFamily="49" charset="0"/>
                <a:cs typeface="Consolas" panose="020B0609020204030204" pitchFamily="49" charset="0"/>
              </a:rPr>
              <a:t>,</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text</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5" dirty="0">
                <a:effectLst/>
                <a:latin typeface="+mn-lt"/>
                <a:ea typeface="Consolas" panose="020B0609020204030204" pitchFamily="49" charset="0"/>
                <a:cs typeface="Consolas" panose="020B0609020204030204" pitchFamily="49" charset="0"/>
              </a:rPr>
              <a:t> </a:t>
            </a:r>
            <a:r>
              <a:rPr lang="en-US" sz="1100" dirty="0">
                <a:solidFill>
                  <a:srgbClr val="A21515"/>
                </a:solidFill>
                <a:effectLst/>
                <a:latin typeface="+mn-lt"/>
                <a:ea typeface="Consolas" panose="020B0609020204030204" pitchFamily="49" charset="0"/>
                <a:cs typeface="Consolas" panose="020B0609020204030204" pitchFamily="49" charset="0"/>
              </a:rPr>
              <a:t>"radio2" </a:t>
            </a:r>
            <a:r>
              <a:rPr lang="en-US" sz="1100" spc="-25" dirty="0">
                <a:effectLst/>
                <a:latin typeface="+mn-lt"/>
                <a:ea typeface="Consolas" panose="020B0609020204030204" pitchFamily="49" charset="0"/>
                <a:cs typeface="Consolas" panose="020B0609020204030204" pitchFamily="49" charset="0"/>
              </a:rPr>
              <a:t>},</a:t>
            </a:r>
          </a:p>
          <a:p>
            <a:pPr marL="88900" marR="2351405" algn="l">
              <a:lnSpc>
                <a:spcPct val="110000"/>
              </a:lnSpc>
              <a:spcAft>
                <a:spcPts val="0"/>
              </a:spcAft>
            </a:pPr>
            <a:r>
              <a:rPr lang="en-US" sz="1100" dirty="0">
                <a:effectLst/>
                <a:latin typeface="+mn-lt"/>
                <a:ea typeface="Consolas" panose="020B0609020204030204" pitchFamily="49" charset="0"/>
                <a:cs typeface="Consolas" panose="020B0609020204030204" pitchFamily="49" charset="0"/>
              </a:rPr>
              <a:t>{</a:t>
            </a:r>
            <a:r>
              <a:rPr lang="en-US" sz="1100" spc="-20"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value</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10" dirty="0">
                <a:effectLst/>
                <a:latin typeface="+mn-lt"/>
                <a:ea typeface="Consolas" panose="020B0609020204030204" pitchFamily="49" charset="0"/>
                <a:cs typeface="Consolas" panose="020B0609020204030204" pitchFamily="49" charset="0"/>
              </a:rPr>
              <a:t> </a:t>
            </a:r>
            <a:r>
              <a:rPr lang="en-US" sz="1100" dirty="0">
                <a:solidFill>
                  <a:srgbClr val="098557"/>
                </a:solidFill>
                <a:effectLst/>
                <a:latin typeface="+mn-lt"/>
                <a:ea typeface="Consolas" panose="020B0609020204030204" pitchFamily="49" charset="0"/>
                <a:cs typeface="Consolas" panose="020B0609020204030204" pitchFamily="49" charset="0"/>
              </a:rPr>
              <a:t>3</a:t>
            </a:r>
            <a:r>
              <a:rPr lang="en-US" sz="1100" dirty="0">
                <a:effectLst/>
                <a:latin typeface="+mn-lt"/>
                <a:ea typeface="Consolas" panose="020B0609020204030204" pitchFamily="49" charset="0"/>
                <a:cs typeface="Consolas" panose="020B0609020204030204" pitchFamily="49" charset="0"/>
              </a:rPr>
              <a:t>,</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text</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10" dirty="0">
                <a:effectLst/>
                <a:latin typeface="+mn-lt"/>
                <a:ea typeface="Consolas" panose="020B0609020204030204" pitchFamily="49" charset="0"/>
                <a:cs typeface="Consolas" panose="020B0609020204030204" pitchFamily="49" charset="0"/>
              </a:rPr>
              <a:t> </a:t>
            </a:r>
            <a:r>
              <a:rPr lang="en-US" sz="1100" dirty="0">
                <a:solidFill>
                  <a:srgbClr val="A21515"/>
                </a:solidFill>
                <a:effectLst/>
                <a:latin typeface="+mn-lt"/>
                <a:ea typeface="Consolas" panose="020B0609020204030204" pitchFamily="49" charset="0"/>
                <a:cs typeface="Consolas" panose="020B0609020204030204" pitchFamily="49" charset="0"/>
              </a:rPr>
              <a:t>"radio3"</a:t>
            </a:r>
            <a:r>
              <a:rPr lang="en-US" sz="1100" dirty="0">
                <a:effectLst/>
                <a:latin typeface="+mn-lt"/>
                <a:ea typeface="Consolas" panose="020B0609020204030204" pitchFamily="49" charset="0"/>
                <a:cs typeface="Consolas" panose="020B0609020204030204" pitchFamily="49" charset="0"/>
              </a:rPr>
              <a:t>,</a:t>
            </a:r>
            <a:r>
              <a:rPr lang="en-US" sz="1100" spc="-1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checked</a:t>
            </a:r>
            <a:r>
              <a:rPr lang="en-US" sz="1100" spc="-30"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 </a:t>
            </a:r>
            <a:r>
              <a:rPr lang="en-US" sz="1100" dirty="0">
                <a:solidFill>
                  <a:srgbClr val="0000FF"/>
                </a:solidFill>
                <a:effectLst/>
                <a:latin typeface="+mn-lt"/>
                <a:ea typeface="Consolas" panose="020B0609020204030204" pitchFamily="49" charset="0"/>
                <a:cs typeface="Consolas" panose="020B0609020204030204" pitchFamily="49" charset="0"/>
              </a:rPr>
              <a:t>true</a:t>
            </a:r>
            <a:r>
              <a:rPr lang="en-US" sz="1100" spc="-10" dirty="0">
                <a:solidFill>
                  <a:srgbClr val="0000FF"/>
                </a:solidFill>
                <a:effectLst/>
                <a:latin typeface="+mn-lt"/>
                <a:ea typeface="Consolas" panose="020B0609020204030204" pitchFamily="49" charset="0"/>
                <a:cs typeface="Consolas" panose="020B0609020204030204" pitchFamily="49" charset="0"/>
              </a:rPr>
              <a:t> </a:t>
            </a:r>
            <a:r>
              <a:rPr lang="en-US" sz="1100" spc="-25" dirty="0">
                <a:effectLst/>
                <a:latin typeface="+mn-lt"/>
                <a:ea typeface="Consolas" panose="020B0609020204030204" pitchFamily="49" charset="0"/>
                <a:cs typeface="Consolas" panose="020B0609020204030204" pitchFamily="49" charset="0"/>
              </a:rPr>
              <a:t>},</a:t>
            </a:r>
            <a:r>
              <a:rPr lang="en-US" sz="1100" dirty="0">
                <a:effectLst/>
                <a:latin typeface="+mn-lt"/>
                <a:ea typeface="Consolas" panose="020B0609020204030204" pitchFamily="49" charset="0"/>
                <a:cs typeface="Consolas" panose="020B0609020204030204" pitchFamily="49" charset="0"/>
              </a:rPr>
              <a:t>{</a:t>
            </a:r>
            <a:r>
              <a:rPr lang="en-US" sz="1100" spc="-1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value</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5" dirty="0">
                <a:effectLst/>
                <a:latin typeface="+mn-lt"/>
                <a:ea typeface="Consolas" panose="020B0609020204030204" pitchFamily="49" charset="0"/>
                <a:cs typeface="Consolas" panose="020B0609020204030204" pitchFamily="49" charset="0"/>
              </a:rPr>
              <a:t> </a:t>
            </a:r>
            <a:r>
              <a:rPr lang="en-US" sz="1100" dirty="0">
                <a:solidFill>
                  <a:srgbClr val="098557"/>
                </a:solidFill>
                <a:effectLst/>
                <a:latin typeface="+mn-lt"/>
                <a:ea typeface="Consolas" panose="020B0609020204030204" pitchFamily="49" charset="0"/>
                <a:cs typeface="Consolas" panose="020B0609020204030204" pitchFamily="49" charset="0"/>
              </a:rPr>
              <a:t>4</a:t>
            </a:r>
            <a:r>
              <a:rPr lang="en-US" sz="1100" dirty="0">
                <a:effectLst/>
                <a:latin typeface="+mn-lt"/>
                <a:ea typeface="Consolas" panose="020B0609020204030204" pitchFamily="49" charset="0"/>
                <a:cs typeface="Consolas" panose="020B0609020204030204" pitchFamily="49" charset="0"/>
              </a:rPr>
              <a:t>,</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text</a:t>
            </a:r>
            <a:r>
              <a:rPr lang="en-US" sz="1100" spc="-25"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5" dirty="0">
                <a:effectLst/>
                <a:latin typeface="+mn-lt"/>
                <a:ea typeface="Consolas" panose="020B0609020204030204" pitchFamily="49" charset="0"/>
                <a:cs typeface="Consolas" panose="020B0609020204030204" pitchFamily="49" charset="0"/>
              </a:rPr>
              <a:t> </a:t>
            </a:r>
            <a:r>
              <a:rPr lang="en-US" sz="1100" dirty="0">
                <a:solidFill>
                  <a:srgbClr val="A21515"/>
                </a:solidFill>
                <a:effectLst/>
                <a:latin typeface="+mn-lt"/>
                <a:ea typeface="Consolas" panose="020B0609020204030204" pitchFamily="49" charset="0"/>
                <a:cs typeface="Consolas" panose="020B0609020204030204" pitchFamily="49" charset="0"/>
              </a:rPr>
              <a:t>"radio4" </a:t>
            </a:r>
            <a:r>
              <a:rPr lang="en-US" sz="1100" spc="-50" dirty="0">
                <a:effectLst/>
                <a:latin typeface="+mn-lt"/>
                <a:ea typeface="Consolas" panose="020B0609020204030204" pitchFamily="49" charset="0"/>
                <a:cs typeface="Consolas" panose="020B0609020204030204" pitchFamily="49" charset="0"/>
              </a:rPr>
              <a:t>}</a:t>
            </a:r>
            <a:r>
              <a:rPr lang="en-US" sz="1100" spc="-25" dirty="0">
                <a:effectLst/>
                <a:latin typeface="+mn-lt"/>
                <a:ea typeface="Consolas" panose="020B0609020204030204" pitchFamily="49" charset="0"/>
                <a:cs typeface="Consolas" panose="020B0609020204030204" pitchFamily="49" charset="0"/>
              </a:rPr>
              <a:t>];</a:t>
            </a:r>
            <a:endParaRPr lang="fr-FR" sz="1100" dirty="0">
              <a:effectLst/>
              <a:latin typeface="+mn-lt"/>
              <a:ea typeface="Consolas" panose="020B0609020204030204" pitchFamily="49" charset="0"/>
              <a:cs typeface="Consolas" panose="020B0609020204030204" pitchFamily="49" charset="0"/>
            </a:endParaRPr>
          </a:p>
          <a:p>
            <a:pPr marL="88900" algn="l">
              <a:lnSpc>
                <a:spcPct val="110000"/>
              </a:lnSpc>
              <a:spcBef>
                <a:spcPts val="140"/>
              </a:spcBef>
              <a:spcAft>
                <a:spcPts val="0"/>
              </a:spcAft>
            </a:pPr>
            <a:r>
              <a:rPr lang="en-US" sz="1100" dirty="0">
                <a:solidFill>
                  <a:srgbClr val="0000FF"/>
                </a:solidFill>
                <a:effectLst/>
                <a:latin typeface="+mn-lt"/>
                <a:ea typeface="Consolas" panose="020B0609020204030204" pitchFamily="49" charset="0"/>
                <a:cs typeface="Consolas" panose="020B0609020204030204" pitchFamily="49" charset="0"/>
              </a:rPr>
              <a:t>const</a:t>
            </a:r>
            <a:r>
              <a:rPr lang="en-US" sz="1100" spc="-55" dirty="0">
                <a:solidFill>
                  <a:srgbClr val="0000FF"/>
                </a:solidFill>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root</a:t>
            </a:r>
            <a:r>
              <a:rPr lang="en-US" sz="1100" spc="-60" dirty="0">
                <a:effectLst/>
                <a:latin typeface="+mn-lt"/>
                <a:ea typeface="Consolas" panose="020B0609020204030204" pitchFamily="49" charset="0"/>
                <a:cs typeface="Consolas" panose="020B0609020204030204" pitchFamily="49" charset="0"/>
              </a:rPr>
              <a:t> </a:t>
            </a:r>
            <a:r>
              <a:rPr lang="en-US" sz="1100" dirty="0">
                <a:effectLst/>
                <a:latin typeface="+mn-lt"/>
                <a:ea typeface="Consolas" panose="020B0609020204030204" pitchFamily="49" charset="0"/>
                <a:cs typeface="Consolas" panose="020B0609020204030204" pitchFamily="49" charset="0"/>
              </a:rPr>
              <a:t>=</a:t>
            </a:r>
            <a:r>
              <a:rPr lang="en-US" sz="1100" spc="-60" dirty="0">
                <a:effectLst/>
                <a:latin typeface="+mn-lt"/>
                <a:ea typeface="Consolas" panose="020B0609020204030204" pitchFamily="49" charset="0"/>
                <a:cs typeface="Consolas" panose="020B0609020204030204" pitchFamily="49" charset="0"/>
              </a:rPr>
              <a:t> </a:t>
            </a:r>
            <a:r>
              <a:rPr lang="en-US" sz="1100" dirty="0" err="1">
                <a:effectLst/>
                <a:latin typeface="+mn-lt"/>
                <a:ea typeface="Consolas" panose="020B0609020204030204" pitchFamily="49" charset="0"/>
                <a:cs typeface="Consolas" panose="020B0609020204030204" pitchFamily="49" charset="0"/>
              </a:rPr>
              <a:t>ReactDOM.createRoot</a:t>
            </a:r>
            <a:r>
              <a:rPr lang="en-US" sz="1100" dirty="0">
                <a:effectLst/>
                <a:latin typeface="+mn-lt"/>
                <a:ea typeface="Consolas" panose="020B0609020204030204" pitchFamily="49" charset="0"/>
                <a:cs typeface="Consolas" panose="020B0609020204030204" pitchFamily="49" charset="0"/>
              </a:rPr>
              <a:t>(</a:t>
            </a:r>
            <a:r>
              <a:rPr lang="en-US" sz="1100" dirty="0" err="1">
                <a:effectLst/>
                <a:latin typeface="+mn-lt"/>
                <a:ea typeface="Consolas" panose="020B0609020204030204" pitchFamily="49" charset="0"/>
                <a:cs typeface="Consolas" panose="020B0609020204030204" pitchFamily="49" charset="0"/>
              </a:rPr>
              <a:t>document.getElementById</a:t>
            </a:r>
            <a:r>
              <a:rPr lang="en-US" sz="1100" dirty="0">
                <a:effectLst/>
                <a:latin typeface="+mn-lt"/>
                <a:ea typeface="Consolas" panose="020B0609020204030204" pitchFamily="49" charset="0"/>
                <a:cs typeface="Consolas" panose="020B0609020204030204" pitchFamily="49" charset="0"/>
              </a:rPr>
              <a:t>(</a:t>
            </a:r>
            <a:r>
              <a:rPr lang="en-US" sz="1100" dirty="0">
                <a:solidFill>
                  <a:srgbClr val="A21515"/>
                </a:solidFill>
                <a:effectLst/>
                <a:latin typeface="+mn-lt"/>
                <a:ea typeface="Consolas" panose="020B0609020204030204" pitchFamily="49" charset="0"/>
                <a:cs typeface="Consolas" panose="020B0609020204030204" pitchFamily="49" charset="0"/>
              </a:rPr>
              <a:t>'root'</a:t>
            </a:r>
            <a:r>
              <a:rPr lang="en-US" sz="1100" dirty="0">
                <a:effectLst/>
                <a:latin typeface="+mn-lt"/>
                <a:ea typeface="Consolas" panose="020B0609020204030204" pitchFamily="49" charset="0"/>
                <a:cs typeface="Consolas" panose="020B0609020204030204" pitchFamily="49" charset="0"/>
              </a:rPr>
              <a:t>)); </a:t>
            </a:r>
          </a:p>
          <a:p>
            <a:pPr marL="88900" algn="l">
              <a:lnSpc>
                <a:spcPct val="110000"/>
              </a:lnSpc>
              <a:spcBef>
                <a:spcPts val="140"/>
              </a:spcBef>
              <a:spcAft>
                <a:spcPts val="0"/>
              </a:spcAft>
            </a:pPr>
            <a:r>
              <a:rPr lang="en-US" sz="1100" dirty="0" err="1">
                <a:effectLst/>
                <a:latin typeface="+mn-lt"/>
                <a:ea typeface="Consolas" panose="020B0609020204030204" pitchFamily="49" charset="0"/>
                <a:cs typeface="Consolas" panose="020B0609020204030204" pitchFamily="49" charset="0"/>
              </a:rPr>
              <a:t>root.render</a:t>
            </a:r>
            <a:r>
              <a:rPr lang="en-US" sz="1100" dirty="0">
                <a:effectLst/>
                <a:latin typeface="+mn-lt"/>
                <a:ea typeface="Consolas" panose="020B0609020204030204" pitchFamily="49" charset="0"/>
                <a:cs typeface="Consolas" panose="020B0609020204030204" pitchFamily="49" charset="0"/>
              </a:rPr>
              <a:t>(</a:t>
            </a:r>
            <a:r>
              <a:rPr lang="en-US" sz="1100" dirty="0">
                <a:solidFill>
                  <a:srgbClr val="800000"/>
                </a:solidFill>
                <a:effectLst/>
                <a:latin typeface="+mn-lt"/>
                <a:ea typeface="Consolas" panose="020B0609020204030204" pitchFamily="49" charset="0"/>
                <a:cs typeface="Consolas" panose="020B0609020204030204" pitchFamily="49" charset="0"/>
              </a:rPr>
              <a:t>&lt;</a:t>
            </a:r>
            <a:r>
              <a:rPr lang="en-US" sz="1100" dirty="0" err="1">
                <a:solidFill>
                  <a:srgbClr val="800000"/>
                </a:solidFill>
                <a:effectLst/>
                <a:highlight>
                  <a:srgbClr val="FFFF00"/>
                </a:highlight>
                <a:latin typeface="+mn-lt"/>
                <a:ea typeface="Consolas" panose="020B0609020204030204" pitchFamily="49" charset="0"/>
                <a:cs typeface="Consolas" panose="020B0609020204030204" pitchFamily="49" charset="0"/>
              </a:rPr>
              <a:t>RadioGroup</a:t>
            </a:r>
            <a:r>
              <a:rPr lang="en-US" sz="1100" dirty="0">
                <a:solidFill>
                  <a:srgbClr val="800000"/>
                </a:solidFill>
                <a:effectLst/>
                <a:latin typeface="+mn-lt"/>
                <a:ea typeface="Consolas" panose="020B0609020204030204" pitchFamily="49" charset="0"/>
                <a:cs typeface="Consolas" panose="020B0609020204030204" pitchFamily="49" charset="0"/>
              </a:rPr>
              <a:t> </a:t>
            </a:r>
            <a:r>
              <a:rPr lang="en-US" sz="1100" dirty="0">
                <a:solidFill>
                  <a:srgbClr val="FF0000"/>
                </a:solidFill>
                <a:effectLst/>
                <a:latin typeface="+mn-lt"/>
                <a:ea typeface="Consolas" panose="020B0609020204030204" pitchFamily="49" charset="0"/>
                <a:cs typeface="Consolas" panose="020B0609020204030204" pitchFamily="49" charset="0"/>
              </a:rPr>
              <a:t>radios</a:t>
            </a:r>
            <a:r>
              <a:rPr lang="en-US" sz="1100" dirty="0">
                <a:effectLst/>
                <a:latin typeface="+mn-lt"/>
                <a:ea typeface="Consolas" panose="020B0609020204030204" pitchFamily="49" charset="0"/>
                <a:cs typeface="Consolas" panose="020B0609020204030204" pitchFamily="49" charset="0"/>
              </a:rPr>
              <a:t>=</a:t>
            </a:r>
            <a:r>
              <a:rPr lang="en-US" sz="1100" dirty="0">
                <a:solidFill>
                  <a:srgbClr val="0000FF"/>
                </a:solidFill>
                <a:effectLst/>
                <a:latin typeface="+mn-lt"/>
                <a:ea typeface="Consolas" panose="020B0609020204030204" pitchFamily="49" charset="0"/>
                <a:cs typeface="Consolas" panose="020B0609020204030204" pitchFamily="49" charset="0"/>
              </a:rPr>
              <a:t>{</a:t>
            </a:r>
            <a:r>
              <a:rPr lang="en-US" sz="1100" dirty="0">
                <a:effectLst/>
                <a:latin typeface="+mn-lt"/>
                <a:ea typeface="Consolas" panose="020B0609020204030204" pitchFamily="49" charset="0"/>
                <a:cs typeface="Consolas" panose="020B0609020204030204" pitchFamily="49" charset="0"/>
              </a:rPr>
              <a:t>radios</a:t>
            </a:r>
            <a:r>
              <a:rPr lang="en-US" sz="1100" dirty="0">
                <a:solidFill>
                  <a:srgbClr val="0000FF"/>
                </a:solidFill>
                <a:effectLst/>
                <a:latin typeface="+mn-lt"/>
                <a:ea typeface="Consolas" panose="020B0609020204030204" pitchFamily="49" charset="0"/>
                <a:cs typeface="Consolas" panose="020B0609020204030204" pitchFamily="49" charset="0"/>
              </a:rPr>
              <a:t>} </a:t>
            </a:r>
            <a:r>
              <a:rPr lang="en-US" sz="1100" dirty="0">
                <a:solidFill>
                  <a:srgbClr val="FF0000"/>
                </a:solidFill>
                <a:effectLst/>
                <a:latin typeface="+mn-lt"/>
                <a:ea typeface="Consolas" panose="020B0609020204030204" pitchFamily="49" charset="0"/>
                <a:cs typeface="Consolas" panose="020B0609020204030204" pitchFamily="49" charset="0"/>
              </a:rPr>
              <a:t>name</a:t>
            </a:r>
            <a:r>
              <a:rPr lang="en-US" sz="1100" dirty="0">
                <a:effectLst/>
                <a:latin typeface="+mn-lt"/>
                <a:ea typeface="Consolas" panose="020B0609020204030204" pitchFamily="49" charset="0"/>
                <a:cs typeface="Consolas" panose="020B0609020204030204" pitchFamily="49" charset="0"/>
              </a:rPr>
              <a:t>=</a:t>
            </a:r>
            <a:r>
              <a:rPr lang="en-US" sz="1100" dirty="0">
                <a:solidFill>
                  <a:srgbClr val="A21515"/>
                </a:solidFill>
                <a:effectLst/>
                <a:latin typeface="+mn-lt"/>
                <a:ea typeface="Consolas" panose="020B0609020204030204" pitchFamily="49" charset="0"/>
                <a:cs typeface="Consolas" panose="020B0609020204030204" pitchFamily="49" charset="0"/>
              </a:rPr>
              <a:t>"group1" </a:t>
            </a:r>
            <a:r>
              <a:rPr lang="en-US" sz="1100" dirty="0">
                <a:solidFill>
                  <a:srgbClr val="800000"/>
                </a:solidFill>
                <a:effectLst/>
                <a:latin typeface="+mn-lt"/>
                <a:ea typeface="Consolas" panose="020B0609020204030204" pitchFamily="49" charset="0"/>
                <a:cs typeface="Consolas" panose="020B0609020204030204" pitchFamily="49" charset="0"/>
              </a:rPr>
              <a:t>/&gt;</a:t>
            </a:r>
            <a:r>
              <a:rPr lang="en-US" sz="1100" dirty="0">
                <a:effectLst/>
                <a:latin typeface="+mn-lt"/>
                <a:ea typeface="Consolas" panose="020B0609020204030204" pitchFamily="49" charset="0"/>
                <a:cs typeface="Consolas" panose="020B0609020204030204" pitchFamily="49" charset="0"/>
              </a:rPr>
              <a:t>);</a:t>
            </a:r>
            <a:endParaRPr lang="fr-FR" sz="1100" dirty="0">
              <a:effectLst/>
              <a:latin typeface="+mn-lt"/>
              <a:ea typeface="Consolas" panose="020B0609020204030204" pitchFamily="49" charset="0"/>
              <a:cs typeface="Consolas" panose="020B0609020204030204" pitchFamily="49" charset="0"/>
            </a:endParaRPr>
          </a:p>
        </p:txBody>
      </p:sp>
      <p:sp>
        <p:nvSpPr>
          <p:cNvPr id="19" name="Rectangle 3">
            <a:extLst>
              <a:ext uri="{FF2B5EF4-FFF2-40B4-BE49-F238E27FC236}">
                <a16:creationId xmlns:a16="http://schemas.microsoft.com/office/drawing/2014/main" id="{AE368ACD-D0F9-1BCF-E0F0-8AC642E55271}"/>
              </a:ext>
            </a:extLst>
          </p:cNvPr>
          <p:cNvSpPr>
            <a:spLocks noChangeArrowheads="1"/>
          </p:cNvSpPr>
          <p:nvPr/>
        </p:nvSpPr>
        <p:spPr bwMode="auto">
          <a:xfrm>
            <a:off x="5089179" y="5265707"/>
            <a:ext cx="3568700" cy="30777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400" b="0" i="0" u="none" strike="noStrike" cap="none" normalizeH="0" baseline="0" dirty="0">
                <a:ln>
                  <a:noFill/>
                </a:ln>
                <a:solidFill>
                  <a:schemeClr val="tx1"/>
                </a:solidFill>
                <a:effectLst/>
                <a:latin typeface="+mj-lt"/>
                <a:ea typeface="Calibri" panose="020F0502020204030204" pitchFamily="34" charset="0"/>
              </a:rPr>
              <a:t>On obtient l’affichage suivant :</a:t>
            </a:r>
            <a:endParaRPr kumimoji="0" lang="fr-FR" altLang="fr-FR" sz="1400" b="0" i="0" u="none" strike="noStrike" cap="none" normalizeH="0" baseline="0" dirty="0">
              <a:ln>
                <a:noFill/>
              </a:ln>
              <a:solidFill>
                <a:schemeClr val="tx1"/>
              </a:solidFill>
              <a:effectLst/>
              <a:latin typeface="+mj-lt"/>
            </a:endParaRPr>
          </a:p>
        </p:txBody>
      </p:sp>
      <p:pic>
        <p:nvPicPr>
          <p:cNvPr id="2050" name="Image 17">
            <a:extLst>
              <a:ext uri="{FF2B5EF4-FFF2-40B4-BE49-F238E27FC236}">
                <a16:creationId xmlns:a16="http://schemas.microsoft.com/office/drawing/2014/main" id="{156E1298-E35E-69C1-CF99-E0A48315629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5700554"/>
            <a:ext cx="3438179" cy="65563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20" name="Rectangle 4">
            <a:extLst>
              <a:ext uri="{FF2B5EF4-FFF2-40B4-BE49-F238E27FC236}">
                <a16:creationId xmlns:a16="http://schemas.microsoft.com/office/drawing/2014/main" id="{561C8820-0259-DC9B-36AC-F0F837532746}"/>
              </a:ext>
            </a:extLst>
          </p:cNvPr>
          <p:cNvSpPr>
            <a:spLocks noChangeArrowheads="1"/>
          </p:cNvSpPr>
          <p:nvPr/>
        </p:nvSpPr>
        <p:spPr bwMode="auto">
          <a:xfrm>
            <a:off x="152400" y="615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38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animBg="1"/>
      <p:bldP spid="18" grpId="0" animBg="1"/>
      <p:bldP spid="19"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latin typeface="+mn-lt"/>
              </a:rPr>
              <a:t>Gestion</a:t>
            </a:r>
            <a:r>
              <a:rPr lang="fr-FR" sz="2400" dirty="0">
                <a:solidFill>
                  <a:schemeClr val="bg1"/>
                </a:solidFill>
                <a:latin typeface="+mn-lt"/>
              </a:rPr>
              <a:t> </a:t>
            </a:r>
            <a:r>
              <a:rPr lang="fr-FR" sz="2400" b="1" dirty="0">
                <a:solidFill>
                  <a:schemeClr val="accent1">
                    <a:lumMod val="75000"/>
                  </a:schemeClr>
                </a:solidFill>
                <a:latin typeface="+mn-lt"/>
              </a:rPr>
              <a:t>des</a:t>
            </a:r>
            <a:r>
              <a:rPr lang="fr-FR" sz="2400" dirty="0">
                <a:solidFill>
                  <a:schemeClr val="bg1"/>
                </a:solidFill>
                <a:latin typeface="+mn-lt"/>
              </a:rPr>
              <a:t> </a:t>
            </a:r>
            <a:r>
              <a:rPr lang="fr-FR" sz="2400" b="1" dirty="0">
                <a:solidFill>
                  <a:schemeClr val="accent1">
                    <a:lumMod val="75000"/>
                  </a:schemeClr>
                </a:solidFill>
                <a:latin typeface="+mn-lt"/>
              </a:rPr>
              <a:t>événements</a:t>
            </a:r>
            <a:r>
              <a:rPr lang="fr-FR" sz="2400" dirty="0">
                <a:solidFill>
                  <a:schemeClr val="bg1"/>
                </a:solidFill>
                <a:latin typeface="+mn-lt"/>
              </a:rPr>
              <a:t> </a:t>
            </a:r>
            <a:r>
              <a:rPr lang="fr-FR" sz="2400" b="1" dirty="0">
                <a:solidFill>
                  <a:schemeClr val="accent1">
                    <a:lumMod val="75000"/>
                  </a:schemeClr>
                </a:solidFill>
                <a:latin typeface="+mn-lt"/>
              </a:rPr>
              <a:t>et</a:t>
            </a:r>
            <a:r>
              <a:rPr lang="fr-FR" sz="2400" dirty="0">
                <a:solidFill>
                  <a:schemeClr val="bg1"/>
                </a:solidFill>
                <a:latin typeface="+mn-lt"/>
              </a:rPr>
              <a:t> </a:t>
            </a:r>
            <a:r>
              <a:rPr lang="fr-FR" sz="2400" b="1" dirty="0">
                <a:solidFill>
                  <a:schemeClr val="accent1">
                    <a:lumMod val="75000"/>
                  </a:schemeClr>
                </a:solidFill>
                <a:latin typeface="+mn-lt"/>
              </a:rPr>
              <a:t>formulaires : Formulaires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1556132"/>
          </a:xfrm>
          <a:prstGeom prst="rect">
            <a:avLst/>
          </a:prstGeom>
          <a:noFill/>
        </p:spPr>
        <p:txBody>
          <a:bodyPr wrap="square">
            <a:spAutoFit/>
          </a:bodyPr>
          <a:lstStyle/>
          <a:p>
            <a:pPr marR="526415" algn="l">
              <a:lnSpc>
                <a:spcPct val="107000"/>
              </a:lnSpc>
              <a:spcBef>
                <a:spcPts val="580"/>
              </a:spcBef>
              <a:spcAft>
                <a:spcPts val="0"/>
              </a:spcAft>
            </a:pPr>
            <a:r>
              <a:rPr lang="fr-FR" b="1" dirty="0">
                <a:solidFill>
                  <a:schemeClr val="accent1">
                    <a:lumMod val="75000"/>
                  </a:schemeClr>
                </a:solidFill>
                <a:latin typeface="+mn-lt"/>
                <a:ea typeface="+mj-ea"/>
                <a:cs typeface="+mj-cs"/>
              </a:rPr>
              <a:t>Gérer les case à cocher</a:t>
            </a:r>
          </a:p>
          <a:p>
            <a:pPr marL="285750" indent="-285750" algn="l">
              <a:buFont typeface="Wingdings" panose="05000000000000000000" pitchFamily="2" charset="2"/>
              <a:buChar char="§"/>
            </a:pPr>
            <a:r>
              <a:rPr lang="fr-FR" dirty="0">
                <a:latin typeface="+mn-lt"/>
              </a:rPr>
              <a:t>La gestion des cases à cocher est similaire à celle des boutons radio. Cependant, plusieurs cases à cocher peuvent être sélectionnées en même temps, contrairement aux boutons radio d’un même groupe.</a:t>
            </a:r>
          </a:p>
          <a:p>
            <a:pPr marL="285750" indent="-285750" algn="l">
              <a:buFont typeface="Wingdings" panose="05000000000000000000" pitchFamily="2" charset="2"/>
              <a:buChar char="§"/>
            </a:pPr>
            <a:r>
              <a:rPr lang="fr-FR" dirty="0">
                <a:latin typeface="+mn-lt"/>
              </a:rPr>
              <a:t>Po</a:t>
            </a:r>
            <a:r>
              <a:rPr lang="fr-FR" altLang="fr-FR" dirty="0">
                <a:latin typeface="+mn-lt"/>
              </a:rPr>
              <a:t>ur créer des cases à cocher </a:t>
            </a:r>
            <a:r>
              <a:rPr lang="fr-FR" altLang="fr-FR" b="1" dirty="0">
                <a:latin typeface="+mn-lt"/>
              </a:rPr>
              <a:t>(</a:t>
            </a:r>
            <a:r>
              <a:rPr lang="fr-FR" altLang="fr-FR" b="1" dirty="0" err="1">
                <a:latin typeface="+mn-lt"/>
              </a:rPr>
              <a:t>checkbox</a:t>
            </a:r>
            <a:r>
              <a:rPr lang="fr-FR" altLang="fr-FR" b="1" dirty="0">
                <a:latin typeface="+mn-lt"/>
              </a:rPr>
              <a:t>)</a:t>
            </a:r>
            <a:r>
              <a:rPr lang="fr-FR" altLang="fr-FR" dirty="0">
                <a:latin typeface="+mn-lt"/>
              </a:rPr>
              <a:t> en HTML, on utilise la balise </a:t>
            </a:r>
          </a:p>
          <a:p>
            <a:pPr marL="0" lvl="1"/>
            <a:r>
              <a:rPr lang="en-US" sz="1400" dirty="0">
                <a:solidFill>
                  <a:srgbClr val="800000"/>
                </a:solidFill>
                <a:ea typeface="Consolas" panose="020B0609020204030204" pitchFamily="49" charset="0"/>
                <a:cs typeface="Consolas" panose="020B0609020204030204" pitchFamily="49" charset="0"/>
              </a:rPr>
              <a:t>&lt;label</a:t>
            </a:r>
            <a:r>
              <a:rPr lang="en-US" sz="1400" spc="-30" dirty="0">
                <a:solidFill>
                  <a:srgbClr val="800000"/>
                </a:solidFill>
                <a:ea typeface="Consolas" panose="020B0609020204030204" pitchFamily="49" charset="0"/>
                <a:cs typeface="Consolas" panose="020B0609020204030204" pitchFamily="49" charset="0"/>
              </a:rPr>
              <a:t>&gt;</a:t>
            </a:r>
            <a:r>
              <a:rPr lang="en-US" sz="1400" dirty="0">
                <a:solidFill>
                  <a:srgbClr val="800000"/>
                </a:solidFill>
                <a:ea typeface="Consolas" panose="020B0609020204030204" pitchFamily="49" charset="0"/>
                <a:cs typeface="Consolas" panose="020B0609020204030204" pitchFamily="49" charset="0"/>
              </a:rPr>
              <a:t> &lt;</a:t>
            </a:r>
            <a:r>
              <a:rPr lang="en-US" sz="1400" dirty="0">
                <a:solidFill>
                  <a:srgbClr val="800000"/>
                </a:solidFill>
                <a:highlight>
                  <a:srgbClr val="FFFF00"/>
                </a:highlight>
                <a:ea typeface="Consolas" panose="020B0609020204030204" pitchFamily="49" charset="0"/>
                <a:cs typeface="Consolas" panose="020B0609020204030204" pitchFamily="49" charset="0"/>
              </a:rPr>
              <a:t>input</a:t>
            </a:r>
            <a:r>
              <a:rPr lang="en-US" sz="1400" spc="-45" dirty="0">
                <a:solidFill>
                  <a:srgbClr val="800000"/>
                </a:solidFill>
                <a:ea typeface="Consolas" panose="020B0609020204030204" pitchFamily="49" charset="0"/>
                <a:cs typeface="Consolas" panose="020B0609020204030204" pitchFamily="49" charset="0"/>
              </a:rPr>
              <a:t> </a:t>
            </a:r>
            <a:r>
              <a:rPr lang="en-US" sz="1400" dirty="0">
                <a:solidFill>
                  <a:srgbClr val="FF0000"/>
                </a:solidFill>
                <a:highlight>
                  <a:srgbClr val="00FFFF"/>
                </a:highlight>
                <a:ea typeface="Consolas" panose="020B0609020204030204" pitchFamily="49" charset="0"/>
                <a:cs typeface="Consolas" panose="020B0609020204030204" pitchFamily="49" charset="0"/>
              </a:rPr>
              <a:t>type</a:t>
            </a:r>
            <a:r>
              <a:rPr lang="en-US" sz="1400" dirty="0">
                <a:ea typeface="Consolas" panose="020B0609020204030204" pitchFamily="49" charset="0"/>
                <a:cs typeface="Consolas" panose="020B0609020204030204" pitchFamily="49" charset="0"/>
              </a:rPr>
              <a:t>=</a:t>
            </a:r>
            <a:r>
              <a:rPr lang="en-US" sz="1400" dirty="0">
                <a:solidFill>
                  <a:srgbClr val="A21515"/>
                </a:solidFill>
                <a:ea typeface="Consolas" panose="020B0609020204030204" pitchFamily="49" charset="0"/>
                <a:cs typeface="Consolas" panose="020B0609020204030204" pitchFamily="49" charset="0"/>
              </a:rPr>
              <a:t>"</a:t>
            </a:r>
            <a:r>
              <a:rPr lang="fr-FR" altLang="fr-FR" sz="1400" dirty="0"/>
              <a:t> </a:t>
            </a:r>
            <a:r>
              <a:rPr lang="fr-FR" altLang="fr-FR" sz="1400" dirty="0" err="1">
                <a:highlight>
                  <a:srgbClr val="00FFFF"/>
                </a:highlight>
              </a:rPr>
              <a:t>checkbox</a:t>
            </a:r>
            <a:r>
              <a:rPr lang="fr-FR" altLang="fr-FR" sz="1400" dirty="0"/>
              <a:t> </a:t>
            </a:r>
            <a:r>
              <a:rPr lang="en-US" sz="1400" dirty="0">
                <a:solidFill>
                  <a:srgbClr val="A21515"/>
                </a:solidFill>
                <a:ea typeface="Consolas" panose="020B0609020204030204" pitchFamily="49" charset="0"/>
                <a:cs typeface="Consolas" panose="020B0609020204030204" pitchFamily="49" charset="0"/>
              </a:rPr>
              <a:t>"</a:t>
            </a:r>
            <a:r>
              <a:rPr lang="en-US" sz="1400" spc="-45" dirty="0">
                <a:solidFill>
                  <a:srgbClr val="A21515"/>
                </a:solidFill>
                <a:ea typeface="Consolas" panose="020B0609020204030204" pitchFamily="49" charset="0"/>
                <a:cs typeface="Consolas" panose="020B0609020204030204" pitchFamily="49" charset="0"/>
              </a:rPr>
              <a:t> </a:t>
            </a:r>
            <a:r>
              <a:rPr lang="en-US" sz="1400" spc="-10" dirty="0">
                <a:solidFill>
                  <a:srgbClr val="FF0000"/>
                </a:solidFill>
                <a:ea typeface="Consolas" panose="020B0609020204030204" pitchFamily="49" charset="0"/>
                <a:cs typeface="Consolas" panose="020B0609020204030204" pitchFamily="49" charset="0"/>
              </a:rPr>
              <a:t>value</a:t>
            </a:r>
            <a:r>
              <a:rPr lang="en-US" sz="1400" dirty="0">
                <a:ea typeface="Consolas" panose="020B0609020204030204" pitchFamily="49" charset="0"/>
                <a:cs typeface="Consolas" panose="020B0609020204030204" pitchFamily="49" charset="0"/>
              </a:rPr>
              <a:t> =</a:t>
            </a:r>
            <a:r>
              <a:rPr lang="en-US" sz="1400" dirty="0">
                <a:solidFill>
                  <a:srgbClr val="A21515"/>
                </a:solidFill>
                <a:ea typeface="Consolas" panose="020B0609020204030204" pitchFamily="49" charset="0"/>
                <a:cs typeface="Consolas" panose="020B0609020204030204" pitchFamily="49" charset="0"/>
              </a:rPr>
              <a:t> "Valeur1"</a:t>
            </a:r>
            <a:r>
              <a:rPr lang="en-US" sz="1400" spc="-45" dirty="0">
                <a:solidFill>
                  <a:srgbClr val="A21515"/>
                </a:solidFill>
                <a:ea typeface="Consolas" panose="020B0609020204030204" pitchFamily="49" charset="0"/>
                <a:cs typeface="Consolas" panose="020B0609020204030204" pitchFamily="49" charset="0"/>
              </a:rPr>
              <a:t> </a:t>
            </a:r>
            <a:r>
              <a:rPr lang="en-US" sz="1400" dirty="0">
                <a:solidFill>
                  <a:srgbClr val="FF0000"/>
                </a:solidFill>
                <a:ea typeface="Consolas" panose="020B0609020204030204" pitchFamily="49" charset="0"/>
                <a:cs typeface="Consolas" panose="020B0609020204030204" pitchFamily="49" charset="0"/>
              </a:rPr>
              <a:t>name</a:t>
            </a:r>
            <a:r>
              <a:rPr lang="en-US" sz="1400" dirty="0">
                <a:ea typeface="Consolas" panose="020B0609020204030204" pitchFamily="49" charset="0"/>
                <a:cs typeface="Consolas" panose="020B0609020204030204" pitchFamily="49" charset="0"/>
              </a:rPr>
              <a:t>=</a:t>
            </a:r>
            <a:r>
              <a:rPr lang="en-US" sz="1400" dirty="0">
                <a:solidFill>
                  <a:srgbClr val="A21515"/>
                </a:solidFill>
                <a:ea typeface="Consolas" panose="020B0609020204030204" pitchFamily="49" charset="0"/>
                <a:cs typeface="Consolas" panose="020B0609020204030204" pitchFamily="49" charset="0"/>
              </a:rPr>
              <a:t>"</a:t>
            </a:r>
            <a:r>
              <a:rPr lang="fr-FR" altLang="fr-FR" sz="1400" b="1" dirty="0"/>
              <a:t> </a:t>
            </a:r>
            <a:r>
              <a:rPr lang="fr-FR" altLang="fr-FR" sz="1400" dirty="0" err="1">
                <a:solidFill>
                  <a:srgbClr val="A21515"/>
                </a:solidFill>
                <a:ea typeface="Consolas" panose="020B0609020204030204" pitchFamily="49" charset="0"/>
                <a:cs typeface="Consolas" panose="020B0609020204030204" pitchFamily="49" charset="0"/>
              </a:rPr>
              <a:t>checkbox</a:t>
            </a:r>
            <a:r>
              <a:rPr lang="fr-FR" altLang="fr-FR" sz="1400" b="1" dirty="0"/>
              <a:t> </a:t>
            </a:r>
            <a:r>
              <a:rPr lang="en-US" sz="1400" dirty="0">
                <a:solidFill>
                  <a:srgbClr val="A21515"/>
                </a:solidFill>
                <a:ea typeface="Consolas" panose="020B0609020204030204" pitchFamily="49" charset="0"/>
                <a:cs typeface="Consolas" panose="020B0609020204030204" pitchFamily="49" charset="0"/>
              </a:rPr>
              <a:t>"</a:t>
            </a:r>
            <a:r>
              <a:rPr lang="en-US" sz="1400" spc="-75" dirty="0">
                <a:solidFill>
                  <a:srgbClr val="A21515"/>
                </a:solidFill>
                <a:ea typeface="Consolas" panose="020B0609020204030204" pitchFamily="49" charset="0"/>
                <a:cs typeface="Consolas" panose="020B0609020204030204" pitchFamily="49" charset="0"/>
              </a:rPr>
              <a:t> </a:t>
            </a:r>
            <a:r>
              <a:rPr lang="en-US" sz="1400" spc="-25" dirty="0">
                <a:solidFill>
                  <a:srgbClr val="800000"/>
                </a:solidFill>
                <a:ea typeface="Consolas" panose="020B0609020204030204" pitchFamily="49" charset="0"/>
                <a:cs typeface="Consolas" panose="020B0609020204030204" pitchFamily="49" charset="0"/>
              </a:rPr>
              <a:t>/&gt; </a:t>
            </a:r>
            <a:r>
              <a:rPr lang="en-US" sz="1400" spc="-25" dirty="0">
                <a:ea typeface="Consolas" panose="020B0609020204030204" pitchFamily="49" charset="0"/>
                <a:cs typeface="Consolas" panose="020B0609020204030204" pitchFamily="49" charset="0"/>
              </a:rPr>
              <a:t>Valeur1</a:t>
            </a:r>
            <a:r>
              <a:rPr lang="fr-FR" sz="1400" dirty="0">
                <a:ea typeface="Consolas" panose="020B0609020204030204" pitchFamily="49" charset="0"/>
                <a:cs typeface="Consolas" panose="020B0609020204030204" pitchFamily="49" charset="0"/>
              </a:rPr>
              <a:t> </a:t>
            </a:r>
            <a:r>
              <a:rPr lang="en-US" sz="1400" spc="-10" dirty="0">
                <a:solidFill>
                  <a:srgbClr val="800000"/>
                </a:solidFill>
                <a:ea typeface="Consolas" panose="020B0609020204030204" pitchFamily="49" charset="0"/>
                <a:cs typeface="Consolas" panose="020B0609020204030204" pitchFamily="49" charset="0"/>
              </a:rPr>
              <a:t>&lt;/label&gt;</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0" name="Rectangle 4">
            <a:extLst>
              <a:ext uri="{FF2B5EF4-FFF2-40B4-BE49-F238E27FC236}">
                <a16:creationId xmlns:a16="http://schemas.microsoft.com/office/drawing/2014/main" id="{561C8820-0259-DC9B-36AC-F0F837532746}"/>
              </a:ext>
            </a:extLst>
          </p:cNvPr>
          <p:cNvSpPr>
            <a:spLocks noChangeArrowheads="1"/>
          </p:cNvSpPr>
          <p:nvPr/>
        </p:nvSpPr>
        <p:spPr bwMode="auto">
          <a:xfrm>
            <a:off x="152400" y="615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7" name="ZoneTexte 16">
            <a:extLst>
              <a:ext uri="{FF2B5EF4-FFF2-40B4-BE49-F238E27FC236}">
                <a16:creationId xmlns:a16="http://schemas.microsoft.com/office/drawing/2014/main" id="{A7FA23FA-A745-1248-6BBC-63C91DAFF606}"/>
              </a:ext>
            </a:extLst>
          </p:cNvPr>
          <p:cNvSpPr txBox="1"/>
          <p:nvPr/>
        </p:nvSpPr>
        <p:spPr>
          <a:xfrm>
            <a:off x="328934" y="2460728"/>
            <a:ext cx="8006991" cy="3919918"/>
          </a:xfrm>
          <a:prstGeom prst="rect">
            <a:avLst/>
          </a:prstGeom>
          <a:noFill/>
          <a:ln>
            <a:solidFill>
              <a:schemeClr val="tx1"/>
            </a:solidFill>
          </a:ln>
        </p:spPr>
        <p:txBody>
          <a:bodyPr wrap="none">
            <a:noAutofit/>
          </a:bodyPr>
          <a:lstStyle/>
          <a:p>
            <a:pPr marL="31750" algn="l">
              <a:spcBef>
                <a:spcPts val="120"/>
              </a:spcBef>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import</a:t>
            </a:r>
            <a:r>
              <a:rPr lang="en-US" sz="1200" spc="-2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React</a:t>
            </a:r>
            <a:r>
              <a:rPr lang="en-US" sz="1200" spc="-25"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from</a:t>
            </a:r>
            <a:r>
              <a:rPr lang="en-US" sz="1200" spc="-1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1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"react"</a:t>
            </a:r>
            <a:r>
              <a:rPr lang="en-US" sz="12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39090" marR="762635" indent="-307975" algn="l">
              <a:lnSpc>
                <a:spcPct val="110000"/>
              </a:lnSpc>
              <a:spcBef>
                <a:spcPts val="140"/>
              </a:spcBef>
              <a:spcAft>
                <a:spcPts val="0"/>
              </a:spcAft>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class</a:t>
            </a:r>
            <a:r>
              <a:rPr lang="en-US" sz="1200" spc="-45"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err="1">
                <a:effectLst/>
                <a:latin typeface="Consolas" panose="020B0609020204030204" pitchFamily="49" charset="0"/>
                <a:ea typeface="Consolas" panose="020B0609020204030204" pitchFamily="49" charset="0"/>
                <a:cs typeface="Consolas" panose="020B0609020204030204" pitchFamily="49" charset="0"/>
              </a:rPr>
              <a:t>CheckBox</a:t>
            </a:r>
            <a:r>
              <a:rPr lang="en-US" sz="1200" spc="-55"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extends</a:t>
            </a:r>
            <a:r>
              <a:rPr lang="en-US" sz="1200" spc="-4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err="1">
                <a:effectLst/>
                <a:latin typeface="Consolas" panose="020B0609020204030204" pitchFamily="49" charset="0"/>
                <a:ea typeface="Consolas" panose="020B0609020204030204" pitchFamily="49" charset="0"/>
                <a:cs typeface="Consolas" panose="020B0609020204030204" pitchFamily="49" charset="0"/>
              </a:rPr>
              <a:t>React.Component</a:t>
            </a:r>
            <a:r>
              <a:rPr lang="en-US" sz="1200" spc="-5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 </a:t>
            </a:r>
          </a:p>
          <a:p>
            <a:pPr marL="339090" marR="762635" indent="-307975" algn="l">
              <a:lnSpc>
                <a:spcPct val="110000"/>
              </a:lnSpc>
              <a:spcBef>
                <a:spcPts val="140"/>
              </a:spcBef>
              <a:spcAft>
                <a:spcPts val="0"/>
              </a:spcAft>
            </a:pPr>
            <a:r>
              <a:rPr lang="en-US" sz="1200" dirty="0">
                <a:solidFill>
                  <a:srgbClr val="0000FF"/>
                </a:solidFill>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constructor</a:t>
            </a:r>
            <a:r>
              <a:rPr lang="en-US" sz="1200" dirty="0">
                <a:effectLst/>
                <a:latin typeface="Consolas" panose="020B0609020204030204" pitchFamily="49" charset="0"/>
                <a:ea typeface="Consolas" panose="020B0609020204030204" pitchFamily="49" charset="0"/>
                <a:cs typeface="Consolas" panose="020B0609020204030204" pitchFamily="49" charset="0"/>
              </a:rPr>
              <a:t>(props) {</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647065" algn="l">
              <a:spcBef>
                <a:spcPts val="10"/>
              </a:spcBef>
              <a:spcAft>
                <a:spcPts val="0"/>
              </a:spcAft>
            </a:pP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super</a:t>
            </a:r>
            <a:r>
              <a:rPr lang="en-US" sz="1200" spc="-10" dirty="0">
                <a:effectLst/>
                <a:latin typeface="Consolas" panose="020B0609020204030204" pitchFamily="49" charset="0"/>
                <a:ea typeface="Consolas" panose="020B0609020204030204" pitchFamily="49" charset="0"/>
                <a:cs typeface="Consolas" panose="020B0609020204030204" pitchFamily="49" charset="0"/>
              </a:rPr>
              <a:t>(props);</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647065" algn="l">
              <a:spcBef>
                <a:spcPts val="140"/>
              </a:spcBef>
            </a:pPr>
            <a:r>
              <a:rPr lang="en-US" sz="12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200" dirty="0" err="1">
                <a:effectLst/>
                <a:latin typeface="Consolas" panose="020B0609020204030204" pitchFamily="49" charset="0"/>
                <a:ea typeface="Consolas" panose="020B0609020204030204" pitchFamily="49" charset="0"/>
                <a:cs typeface="Consolas" panose="020B0609020204030204" pitchFamily="49" charset="0"/>
              </a:rPr>
              <a:t>.state</a:t>
            </a:r>
            <a:r>
              <a:rPr lang="en-US" sz="1200" spc="-3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spc="-3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spc="-3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checked</a:t>
            </a:r>
            <a:r>
              <a:rPr lang="en-US" sz="1200" spc="-3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spc="-3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err="1">
                <a:effectLst/>
                <a:latin typeface="Consolas" panose="020B0609020204030204" pitchFamily="49" charset="0"/>
                <a:ea typeface="Consolas" panose="020B0609020204030204" pitchFamily="49" charset="0"/>
                <a:cs typeface="Consolas" panose="020B0609020204030204" pitchFamily="49" charset="0"/>
              </a:rPr>
              <a:t>props.checked</a:t>
            </a:r>
            <a:r>
              <a:rPr lang="en-US" sz="1200" spc="-3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false</a:t>
            </a:r>
            <a:r>
              <a:rPr lang="en-US" sz="1200" spc="-2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25"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39090" algn="l">
              <a:spcBef>
                <a:spcPts val="140"/>
              </a:spcBef>
            </a:pP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39090" algn="l">
              <a:spcBef>
                <a:spcPts val="130"/>
              </a:spcBef>
              <a:spcAft>
                <a:spcPts val="0"/>
              </a:spcAft>
            </a:pPr>
            <a:r>
              <a:rPr lang="en-US" sz="1200" dirty="0" err="1">
                <a:effectLst/>
                <a:latin typeface="Consolas" panose="020B0609020204030204" pitchFamily="49" charset="0"/>
                <a:ea typeface="Consolas" panose="020B0609020204030204" pitchFamily="49" charset="0"/>
                <a:cs typeface="Consolas" panose="020B0609020204030204" pitchFamily="49" charset="0"/>
              </a:rPr>
              <a:t>handlerChange</a:t>
            </a:r>
            <a:r>
              <a:rPr lang="en-US" sz="1200" dirty="0">
                <a:effectLst/>
                <a:latin typeface="Consolas" panose="020B0609020204030204" pitchFamily="49" charset="0"/>
                <a:ea typeface="Consolas" panose="020B0609020204030204" pitchFamily="49" charset="0"/>
                <a:cs typeface="Consolas" panose="020B0609020204030204" pitchFamily="49" charset="0"/>
              </a:rPr>
              <a:t>(event)</a:t>
            </a:r>
            <a:r>
              <a:rPr lang="en-US" sz="1200" spc="-125" dirty="0">
                <a:effectLst/>
                <a:latin typeface="Consolas" panose="020B0609020204030204" pitchFamily="49" charset="0"/>
                <a:ea typeface="Consolas" panose="020B0609020204030204" pitchFamily="49" charset="0"/>
                <a:cs typeface="Consolas" panose="020B0609020204030204" pitchFamily="49" charset="0"/>
              </a:rPr>
              <a:t> </a:t>
            </a: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647065" algn="l">
              <a:spcBef>
                <a:spcPts val="140"/>
              </a:spcBef>
            </a:pPr>
            <a:r>
              <a:rPr lang="en-US" sz="12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200" dirty="0" err="1">
                <a:effectLst/>
                <a:latin typeface="Consolas" panose="020B0609020204030204" pitchFamily="49" charset="0"/>
                <a:ea typeface="Consolas" panose="020B0609020204030204" pitchFamily="49" charset="0"/>
                <a:cs typeface="Consolas" panose="020B0609020204030204" pitchFamily="49" charset="0"/>
              </a:rPr>
              <a:t>.setState</a:t>
            </a:r>
            <a:r>
              <a:rPr lang="en-US" sz="1200" dirty="0">
                <a:effectLst/>
                <a:latin typeface="Consolas" panose="020B0609020204030204" pitchFamily="49" charset="0"/>
                <a:ea typeface="Consolas" panose="020B0609020204030204" pitchFamily="49" charset="0"/>
                <a:cs typeface="Consolas" panose="020B0609020204030204" pitchFamily="49" charset="0"/>
              </a:rPr>
              <a:t>({checked</a:t>
            </a:r>
            <a:r>
              <a:rPr lang="en-US" sz="1200" spc="-70" dirty="0">
                <a:effectLst/>
                <a:latin typeface="Consolas" panose="020B0609020204030204" pitchFamily="49" charset="0"/>
                <a:ea typeface="Consolas" panose="020B0609020204030204" pitchFamily="49" charset="0"/>
                <a:cs typeface="Consolas" panose="020B0609020204030204" pitchFamily="49" charset="0"/>
              </a:rPr>
              <a:t> </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spc="-65" dirty="0">
                <a:effectLst/>
                <a:latin typeface="Consolas" panose="020B0609020204030204" pitchFamily="49" charset="0"/>
                <a:ea typeface="Consolas" panose="020B0609020204030204" pitchFamily="49" charset="0"/>
                <a:cs typeface="Consolas" panose="020B0609020204030204" pitchFamily="49" charset="0"/>
              </a:rPr>
              <a:t> </a:t>
            </a:r>
            <a:r>
              <a:rPr lang="en-US" sz="1200" spc="-10" dirty="0" err="1">
                <a:effectLst/>
                <a:latin typeface="Consolas" panose="020B0609020204030204" pitchFamily="49" charset="0"/>
                <a:ea typeface="Consolas" panose="020B0609020204030204" pitchFamily="49" charset="0"/>
                <a:cs typeface="Consolas" panose="020B0609020204030204" pitchFamily="49" charset="0"/>
              </a:rPr>
              <a:t>event.target.checked</a:t>
            </a:r>
            <a:r>
              <a:rPr lang="en-US" sz="1200" spc="-1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39090" algn="l">
              <a:spcBef>
                <a:spcPts val="140"/>
              </a:spcBef>
            </a:pP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39090" algn="l">
              <a:spcBef>
                <a:spcPts val="140"/>
              </a:spcBef>
            </a:pPr>
            <a:r>
              <a:rPr lang="en-US" sz="1200" dirty="0">
                <a:effectLst/>
                <a:latin typeface="Consolas" panose="020B0609020204030204" pitchFamily="49" charset="0"/>
                <a:ea typeface="Consolas" panose="020B0609020204030204" pitchFamily="49" charset="0"/>
                <a:cs typeface="Consolas" panose="020B0609020204030204" pitchFamily="49" charset="0"/>
              </a:rPr>
              <a:t>render()</a:t>
            </a:r>
            <a:r>
              <a:rPr lang="en-US" sz="1200" spc="-45" dirty="0">
                <a:effectLst/>
                <a:latin typeface="Consolas" panose="020B0609020204030204" pitchFamily="49" charset="0"/>
                <a:ea typeface="Consolas" panose="020B0609020204030204" pitchFamily="49" charset="0"/>
                <a:cs typeface="Consolas" panose="020B0609020204030204" pitchFamily="49" charset="0"/>
              </a:rPr>
              <a:t> </a:t>
            </a: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647065" algn="l">
              <a:spcBef>
                <a:spcPts val="125"/>
              </a:spcBef>
              <a:spcAft>
                <a:spcPts val="0"/>
              </a:spcAft>
            </a:pP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return</a:t>
            </a:r>
            <a:r>
              <a:rPr lang="en-US" sz="1200" spc="-4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953135" algn="l">
              <a:spcBef>
                <a:spcPts val="140"/>
              </a:spcBef>
            </a:pP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&lt;label&gt;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1261745" algn="l">
              <a:spcBef>
                <a:spcPts val="145"/>
              </a:spcBef>
              <a:spcAft>
                <a:spcPts val="0"/>
              </a:spcAft>
            </a:pP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&lt;span&gt;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200" spc="-10" dirty="0" err="1">
                <a:effectLst/>
                <a:latin typeface="Consolas" panose="020B0609020204030204" pitchFamily="49" charset="0"/>
                <a:ea typeface="Consolas" panose="020B0609020204030204" pitchFamily="49" charset="0"/>
                <a:cs typeface="Consolas" panose="020B0609020204030204" pitchFamily="49" charset="0"/>
              </a:rPr>
              <a:t>.props.text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&lt;/span&gt;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1567815" algn="l">
              <a:lnSpc>
                <a:spcPct val="110000"/>
              </a:lnSpc>
              <a:spcBef>
                <a:spcPts val="140"/>
              </a:spcBef>
            </a:pPr>
            <a:r>
              <a:rPr lang="en-US" sz="12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&lt;input</a:t>
            </a:r>
            <a:r>
              <a:rPr lang="en-US" sz="1200" spc="-9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type</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"checkbox"</a:t>
            </a:r>
            <a:r>
              <a:rPr lang="en-US" sz="1200" spc="-85" dirty="0">
                <a:solidFill>
                  <a:srgbClr val="A21515"/>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value</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200" dirty="0" err="1">
                <a:effectLst/>
                <a:latin typeface="Consolas" panose="020B0609020204030204" pitchFamily="49" charset="0"/>
                <a:ea typeface="Consolas" panose="020B0609020204030204" pitchFamily="49" charset="0"/>
                <a:cs typeface="Consolas" panose="020B0609020204030204" pitchFamily="49" charset="0"/>
              </a:rPr>
              <a:t>.props.value</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p>
          <a:p>
            <a:pPr marL="1567815" algn="l">
              <a:lnSpc>
                <a:spcPct val="110000"/>
              </a:lnSpc>
              <a:spcBef>
                <a:spcPts val="140"/>
              </a:spcBef>
            </a:pPr>
            <a:r>
              <a:rPr lang="en-US" sz="1200" spc="-10" dirty="0">
                <a:solidFill>
                  <a:srgbClr val="FF0000"/>
                </a:solidFill>
                <a:effectLst/>
                <a:latin typeface="Consolas" panose="020B0609020204030204" pitchFamily="49" charset="0"/>
                <a:ea typeface="Consolas" panose="020B0609020204030204" pitchFamily="49" charset="0"/>
                <a:cs typeface="Consolas" panose="020B0609020204030204" pitchFamily="49" charset="0"/>
              </a:rPr>
              <a:t>checked</a:t>
            </a:r>
            <a:r>
              <a:rPr lang="en-US" sz="1200" spc="-10" dirty="0">
                <a:effectLst/>
                <a:latin typeface="Consolas" panose="020B0609020204030204" pitchFamily="49" charset="0"/>
                <a:ea typeface="Consolas" panose="020B0609020204030204" pitchFamily="49" charset="0"/>
                <a:cs typeface="Consolas" panose="020B0609020204030204" pitchFamily="49" charset="0"/>
              </a:rPr>
              <a:t>=</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spc="-1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200" spc="-10" dirty="0" err="1">
                <a:effectLst/>
                <a:latin typeface="Consolas" panose="020B0609020204030204" pitchFamily="49" charset="0"/>
                <a:ea typeface="Consolas" panose="020B0609020204030204" pitchFamily="49" charset="0"/>
                <a:cs typeface="Consolas" panose="020B0609020204030204" pitchFamily="49" charset="0"/>
              </a:rPr>
              <a:t>.state.checked</a:t>
            </a:r>
            <a:r>
              <a:rPr lang="en-US" sz="1200" spc="-1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err="1">
                <a:solidFill>
                  <a:srgbClr val="FF0000"/>
                </a:solidFill>
                <a:effectLst/>
                <a:latin typeface="Consolas" panose="020B0609020204030204" pitchFamily="49" charset="0"/>
                <a:ea typeface="Consolas" panose="020B0609020204030204" pitchFamily="49" charset="0"/>
                <a:cs typeface="Consolas" panose="020B0609020204030204" pitchFamily="49" charset="0"/>
              </a:rPr>
              <a:t>onChange</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a:t>
            </a:r>
            <a:r>
              <a:rPr lang="en-US" sz="1200" dirty="0" err="1">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200" dirty="0" err="1">
                <a:effectLst/>
                <a:latin typeface="Consolas" panose="020B0609020204030204" pitchFamily="49" charset="0"/>
                <a:ea typeface="Consolas" panose="020B0609020204030204" pitchFamily="49" charset="0"/>
                <a:cs typeface="Consolas" panose="020B0609020204030204" pitchFamily="49" charset="0"/>
              </a:rPr>
              <a:t>.handlerChange.bind</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this</a:t>
            </a:r>
            <a:r>
              <a:rPr lang="en-US" sz="1200" dirty="0">
                <a:effectLst/>
                <a:latin typeface="Consolas" panose="020B0609020204030204" pitchFamily="49" charset="0"/>
                <a:ea typeface="Consolas" panose="020B0609020204030204" pitchFamily="49" charset="0"/>
                <a:cs typeface="Consolas" panose="020B0609020204030204" pitchFamily="49" charset="0"/>
              </a:rPr>
              <a:t>)</a:t>
            </a:r>
            <a:r>
              <a:rPr lang="en-US" sz="1200" dirty="0">
                <a:solidFill>
                  <a:srgbClr val="0000FF"/>
                </a:solidFill>
                <a:effectLst/>
                <a:latin typeface="Consolas" panose="020B0609020204030204" pitchFamily="49" charset="0"/>
                <a:ea typeface="Consolas" panose="020B0609020204030204" pitchFamily="49" charset="0"/>
                <a:cs typeface="Consolas" panose="020B0609020204030204" pitchFamily="49" charset="0"/>
              </a:rPr>
              <a:t>} </a:t>
            </a:r>
            <a:r>
              <a:rPr lang="en-US" sz="120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1261745" algn="l">
              <a:spcBef>
                <a:spcPts val="20"/>
              </a:spcBef>
              <a:spcAft>
                <a:spcPts val="0"/>
              </a:spcAft>
            </a:pP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a:t>
            </a:r>
            <a:r>
              <a:rPr lang="en-US" sz="1200" spc="-10" dirty="0" err="1">
                <a:solidFill>
                  <a:srgbClr val="800000"/>
                </a:solidFill>
                <a:effectLst/>
                <a:latin typeface="Consolas" panose="020B0609020204030204" pitchFamily="49" charset="0"/>
                <a:ea typeface="Consolas" panose="020B0609020204030204" pitchFamily="49" charset="0"/>
                <a:cs typeface="Consolas" panose="020B0609020204030204" pitchFamily="49" charset="0"/>
              </a:rPr>
              <a:t>br</a:t>
            </a: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/&gt;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953135" algn="l">
              <a:spcBef>
                <a:spcPts val="140"/>
              </a:spcBef>
            </a:pPr>
            <a:r>
              <a:rPr lang="en-US" sz="1200" spc="-10" dirty="0">
                <a:solidFill>
                  <a:srgbClr val="800000"/>
                </a:solidFill>
                <a:effectLst/>
                <a:latin typeface="Consolas" panose="020B0609020204030204" pitchFamily="49" charset="0"/>
                <a:ea typeface="Consolas" panose="020B0609020204030204" pitchFamily="49" charset="0"/>
                <a:cs typeface="Consolas" panose="020B0609020204030204" pitchFamily="49" charset="0"/>
              </a:rPr>
              <a:t>&lt;/label&gt;</a:t>
            </a: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endParaRPr lang="fr-FR" sz="1200" dirty="0">
              <a:effectLst/>
              <a:latin typeface="Consolas" panose="020B0609020204030204" pitchFamily="49" charset="0"/>
              <a:ea typeface="Consolas" panose="020B0609020204030204" pitchFamily="49" charset="0"/>
              <a:cs typeface="Consolas" panose="020B0609020204030204" pitchFamily="49" charset="0"/>
            </a:endParaRPr>
          </a:p>
          <a:p>
            <a:pPr marL="31750" algn="l">
              <a:spcBef>
                <a:spcPts val="140"/>
              </a:spcBef>
            </a:pPr>
            <a:r>
              <a:rPr lang="en-US" sz="1200" spc="-50" dirty="0">
                <a:effectLst/>
                <a:latin typeface="Consolas" panose="020B0609020204030204" pitchFamily="49" charset="0"/>
                <a:ea typeface="Consolas" panose="020B0609020204030204" pitchFamily="49" charset="0"/>
                <a:cs typeface="Consolas" panose="020B0609020204030204" pitchFamily="49" charset="0"/>
              </a:rPr>
              <a:t>}</a:t>
            </a:r>
          </a:p>
          <a:p>
            <a:pPr marL="31750" algn="l">
              <a:spcBef>
                <a:spcPts val="140"/>
              </a:spcBef>
            </a:pPr>
            <a:r>
              <a:rPr lang="fr-FR" sz="1200" dirty="0">
                <a:solidFill>
                  <a:srgbClr val="0000FF"/>
                </a:solidFill>
                <a:effectLst/>
                <a:latin typeface="+mn-lt"/>
                <a:ea typeface="Consolas" panose="020B0609020204030204" pitchFamily="49" charset="0"/>
                <a:cs typeface="Consolas" panose="020B0609020204030204" pitchFamily="49" charset="0"/>
              </a:rPr>
              <a:t>export</a:t>
            </a:r>
            <a:r>
              <a:rPr lang="fr-FR" sz="1200" spc="-35" dirty="0">
                <a:solidFill>
                  <a:srgbClr val="0000FF"/>
                </a:solidFill>
                <a:effectLst/>
                <a:latin typeface="+mn-lt"/>
                <a:ea typeface="Consolas" panose="020B0609020204030204" pitchFamily="49" charset="0"/>
                <a:cs typeface="Consolas" panose="020B0609020204030204" pitchFamily="49" charset="0"/>
              </a:rPr>
              <a:t> </a:t>
            </a:r>
            <a:r>
              <a:rPr lang="fr-FR" sz="1200" dirty="0">
                <a:solidFill>
                  <a:srgbClr val="0000FF"/>
                </a:solidFill>
                <a:effectLst/>
                <a:latin typeface="+mn-lt"/>
                <a:ea typeface="Consolas" panose="020B0609020204030204" pitchFamily="49" charset="0"/>
                <a:cs typeface="Consolas" panose="020B0609020204030204" pitchFamily="49" charset="0"/>
              </a:rPr>
              <a:t>default</a:t>
            </a:r>
            <a:r>
              <a:rPr lang="fr-FR" sz="1200" spc="-35" dirty="0">
                <a:solidFill>
                  <a:srgbClr val="0000FF"/>
                </a:solidFill>
                <a:effectLst/>
                <a:latin typeface="+mn-lt"/>
                <a:ea typeface="Consolas" panose="020B0609020204030204" pitchFamily="49" charset="0"/>
                <a:cs typeface="Consolas" panose="020B0609020204030204" pitchFamily="49" charset="0"/>
              </a:rPr>
              <a:t> </a:t>
            </a:r>
            <a:r>
              <a:rPr lang="fr-FR" sz="1200" spc="-10" dirty="0" err="1">
                <a:effectLst/>
                <a:latin typeface="+mn-lt"/>
                <a:ea typeface="Consolas" panose="020B0609020204030204" pitchFamily="49" charset="0"/>
                <a:cs typeface="Consolas" panose="020B0609020204030204" pitchFamily="49" charset="0"/>
              </a:rPr>
              <a:t>CheckBox</a:t>
            </a:r>
            <a:r>
              <a:rPr lang="fr-FR" sz="1200" spc="-10" dirty="0">
                <a:effectLst/>
                <a:latin typeface="+mn-lt"/>
                <a:ea typeface="Consolas" panose="020B0609020204030204" pitchFamily="49" charset="0"/>
                <a:cs typeface="Consolas" panose="020B0609020204030204" pitchFamily="49" charset="0"/>
              </a:rPr>
              <a:t>;</a:t>
            </a:r>
            <a:endParaRPr lang="fr-FR" sz="1200" dirty="0">
              <a:effectLst/>
              <a:latin typeface="+mn-lt"/>
              <a:ea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96365652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rPr>
              <a:t>Gestion</a:t>
            </a:r>
            <a:r>
              <a:rPr lang="fr-FR" sz="2400" b="1" dirty="0">
                <a:solidFill>
                  <a:schemeClr val="bg1"/>
                </a:solidFill>
              </a:rPr>
              <a:t> </a:t>
            </a:r>
            <a:r>
              <a:rPr lang="fr-FR" sz="2400" b="1" dirty="0">
                <a:solidFill>
                  <a:schemeClr val="accent1">
                    <a:lumMod val="75000"/>
                  </a:schemeClr>
                </a:solidFill>
              </a:rPr>
              <a:t>des</a:t>
            </a:r>
            <a:r>
              <a:rPr lang="fr-FR" sz="2400" b="1" dirty="0">
                <a:solidFill>
                  <a:schemeClr val="bg1"/>
                </a:solidFill>
              </a:rPr>
              <a:t> </a:t>
            </a:r>
            <a:r>
              <a:rPr lang="fr-FR" sz="2400" b="1" dirty="0">
                <a:solidFill>
                  <a:schemeClr val="accent1">
                    <a:lumMod val="75000"/>
                  </a:schemeClr>
                </a:solidFill>
              </a:rPr>
              <a:t>événements</a:t>
            </a:r>
            <a:r>
              <a:rPr lang="fr-FR" sz="2400" b="1" dirty="0">
                <a:solidFill>
                  <a:schemeClr val="bg1"/>
                </a:solidFill>
              </a:rPr>
              <a:t> </a:t>
            </a:r>
            <a:r>
              <a:rPr lang="fr-FR" sz="2400" b="1" dirty="0">
                <a:solidFill>
                  <a:schemeClr val="accent1">
                    <a:lumMod val="75000"/>
                  </a:schemeClr>
                </a:solidFill>
              </a:rPr>
              <a:t>et</a:t>
            </a:r>
            <a:r>
              <a:rPr lang="fr-FR" sz="2400" b="1" dirty="0">
                <a:solidFill>
                  <a:schemeClr val="bg1"/>
                </a:solidFill>
              </a:rPr>
              <a:t> </a:t>
            </a:r>
            <a:r>
              <a:rPr lang="fr-FR" sz="2400" b="1" dirty="0">
                <a:solidFill>
                  <a:schemeClr val="accent1">
                    <a:lumMod val="75000"/>
                  </a:schemeClr>
                </a:solidFill>
              </a:rPr>
              <a:t>formulaires : Formulaires</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344069"/>
          </a:xfrm>
          <a:prstGeom prst="rect">
            <a:avLst/>
          </a:prstGeom>
          <a:noFill/>
        </p:spPr>
        <p:txBody>
          <a:bodyPr wrap="square">
            <a:spAutoFit/>
          </a:bodyPr>
          <a:lstStyle/>
          <a:p>
            <a:pPr marR="526415" algn="l">
              <a:lnSpc>
                <a:spcPct val="107000"/>
              </a:lnSpc>
              <a:spcBef>
                <a:spcPts val="580"/>
              </a:spcBef>
              <a:spcAft>
                <a:spcPts val="0"/>
              </a:spcAft>
            </a:pPr>
            <a:r>
              <a:rPr lang="fr-FR" b="1" dirty="0">
                <a:solidFill>
                  <a:schemeClr val="accent1">
                    <a:lumMod val="75000"/>
                  </a:schemeClr>
                </a:solidFill>
                <a:latin typeface="+mn-lt"/>
                <a:ea typeface="+mj-ea"/>
                <a:cs typeface="+mj-cs"/>
              </a:rPr>
              <a:t>Gérer les case à cocher</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FE698D87-7D4F-585A-57C1-E44D6861B885}"/>
              </a:ext>
            </a:extLst>
          </p:cNvPr>
          <p:cNvSpPr>
            <a:spLocks noChangeArrowheads="1"/>
          </p:cNvSpPr>
          <p:nvPr/>
        </p:nvSpPr>
        <p:spPr bwMode="auto">
          <a:xfrm>
            <a:off x="0" y="4667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000" b="0" i="0" u="none" strike="noStrike" cap="none" normalizeH="0" baseline="0">
                <a:ln>
                  <a:noFill/>
                </a:ln>
                <a:solidFill>
                  <a:schemeClr val="tx1"/>
                </a:solidFill>
                <a:effectLst/>
                <a:latin typeface="Arial" panose="020B0604020202020204" pitchFamily="34" charset="0"/>
                <a:ea typeface="Consolas" panose="020B0609020204030204" pitchFamily="49" charset="0"/>
                <a:cs typeface="Consolas" panose="020B0609020204030204" pitchFamily="49" charset="0"/>
              </a:rPr>
            </a:br>
            <a:endParaRPr kumimoji="0" lang="fr-FR" altLang="fr-FR" sz="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0" name="Rectangle 4">
            <a:extLst>
              <a:ext uri="{FF2B5EF4-FFF2-40B4-BE49-F238E27FC236}">
                <a16:creationId xmlns:a16="http://schemas.microsoft.com/office/drawing/2014/main" id="{561C8820-0259-DC9B-36AC-F0F837532746}"/>
              </a:ext>
            </a:extLst>
          </p:cNvPr>
          <p:cNvSpPr>
            <a:spLocks noChangeArrowheads="1"/>
          </p:cNvSpPr>
          <p:nvPr/>
        </p:nvSpPr>
        <p:spPr bwMode="auto">
          <a:xfrm>
            <a:off x="152400" y="615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6" name="ZoneTexte 25">
            <a:extLst>
              <a:ext uri="{FF2B5EF4-FFF2-40B4-BE49-F238E27FC236}">
                <a16:creationId xmlns:a16="http://schemas.microsoft.com/office/drawing/2014/main" id="{17B53C28-8A87-9D9D-1E67-258AF264FDC6}"/>
              </a:ext>
            </a:extLst>
          </p:cNvPr>
          <p:cNvSpPr txBox="1"/>
          <p:nvPr/>
        </p:nvSpPr>
        <p:spPr>
          <a:xfrm>
            <a:off x="328935" y="1472414"/>
            <a:ext cx="4582632" cy="4608441"/>
          </a:xfrm>
          <a:prstGeom prst="rect">
            <a:avLst/>
          </a:prstGeom>
          <a:noFill/>
          <a:ln>
            <a:solidFill>
              <a:schemeClr val="tx1"/>
            </a:solidFill>
          </a:ln>
        </p:spPr>
        <p:txBody>
          <a:bodyPr wrap="square">
            <a:noAutofit/>
          </a:bodyPr>
          <a:lstStyle/>
          <a:p>
            <a:pPr marL="339090" marR="762635" indent="-307975" algn="l">
              <a:lnSpc>
                <a:spcPct val="110000"/>
              </a:lnSpc>
              <a:spcBef>
                <a:spcPts val="140"/>
              </a:spcBef>
              <a:spcAft>
                <a:spcPts val="0"/>
              </a:spcAft>
            </a:pPr>
            <a:r>
              <a:rPr lang="en-US" sz="1200" dirty="0">
                <a:solidFill>
                  <a:srgbClr val="0000FF"/>
                </a:solidFill>
                <a:effectLst/>
                <a:latin typeface="+mn-lt"/>
                <a:ea typeface="Consolas" panose="020B0609020204030204" pitchFamily="49" charset="0"/>
                <a:cs typeface="Consolas" panose="020B0609020204030204" pitchFamily="49" charset="0"/>
              </a:rPr>
              <a:t>class</a:t>
            </a:r>
            <a:r>
              <a:rPr lang="en-US" sz="1200" spc="-50" dirty="0">
                <a:solidFill>
                  <a:srgbClr val="0000FF"/>
                </a:solidFill>
                <a:effectLst/>
                <a:latin typeface="+mn-lt"/>
                <a:ea typeface="Consolas" panose="020B0609020204030204" pitchFamily="49" charset="0"/>
                <a:cs typeface="Consolas" panose="020B0609020204030204" pitchFamily="49" charset="0"/>
              </a:rPr>
              <a:t> </a:t>
            </a:r>
            <a:r>
              <a:rPr lang="en-US" sz="1200" dirty="0" err="1">
                <a:effectLst/>
                <a:latin typeface="+mn-lt"/>
                <a:ea typeface="Consolas" panose="020B0609020204030204" pitchFamily="49" charset="0"/>
                <a:cs typeface="Consolas" panose="020B0609020204030204" pitchFamily="49" charset="0"/>
              </a:rPr>
              <a:t>CheckBoxGroup</a:t>
            </a:r>
            <a:r>
              <a:rPr lang="en-US" sz="1200" spc="-50" dirty="0">
                <a:effectLst/>
                <a:latin typeface="+mn-lt"/>
                <a:ea typeface="Consolas" panose="020B0609020204030204" pitchFamily="49" charset="0"/>
                <a:cs typeface="Consolas" panose="020B0609020204030204" pitchFamily="49" charset="0"/>
              </a:rPr>
              <a:t> </a:t>
            </a:r>
            <a:r>
              <a:rPr lang="en-US" sz="1200" dirty="0">
                <a:solidFill>
                  <a:srgbClr val="0000FF"/>
                </a:solidFill>
                <a:effectLst/>
                <a:latin typeface="+mn-lt"/>
                <a:ea typeface="Consolas" panose="020B0609020204030204" pitchFamily="49" charset="0"/>
                <a:cs typeface="Consolas" panose="020B0609020204030204" pitchFamily="49" charset="0"/>
              </a:rPr>
              <a:t>extends</a:t>
            </a:r>
            <a:r>
              <a:rPr lang="en-US" sz="1200" spc="-45" dirty="0">
                <a:solidFill>
                  <a:srgbClr val="0000FF"/>
                </a:solidFill>
                <a:effectLst/>
                <a:latin typeface="+mn-lt"/>
                <a:ea typeface="Consolas" panose="020B0609020204030204" pitchFamily="49" charset="0"/>
                <a:cs typeface="Consolas" panose="020B0609020204030204" pitchFamily="49" charset="0"/>
              </a:rPr>
              <a:t> </a:t>
            </a:r>
            <a:r>
              <a:rPr lang="en-US" sz="1200" dirty="0" err="1">
                <a:effectLst/>
                <a:latin typeface="+mn-lt"/>
                <a:ea typeface="Consolas" panose="020B0609020204030204" pitchFamily="49" charset="0"/>
                <a:cs typeface="Consolas" panose="020B0609020204030204" pitchFamily="49" charset="0"/>
              </a:rPr>
              <a:t>React.Component</a:t>
            </a:r>
            <a:r>
              <a:rPr lang="en-US" sz="1200" spc="-55" dirty="0">
                <a:effectLst/>
                <a:latin typeface="+mn-lt"/>
                <a:ea typeface="Consolas" panose="020B0609020204030204" pitchFamily="49" charset="0"/>
                <a:cs typeface="Consolas" panose="020B0609020204030204" pitchFamily="49" charset="0"/>
              </a:rPr>
              <a:t> </a:t>
            </a:r>
            <a:r>
              <a:rPr lang="en-US" sz="1200" dirty="0">
                <a:effectLst/>
                <a:latin typeface="+mn-lt"/>
                <a:ea typeface="Consolas" panose="020B0609020204030204" pitchFamily="49" charset="0"/>
                <a:cs typeface="Consolas" panose="020B0609020204030204" pitchFamily="49" charset="0"/>
              </a:rPr>
              <a:t>{ </a:t>
            </a:r>
            <a:r>
              <a:rPr lang="en-US" sz="1200" dirty="0">
                <a:solidFill>
                  <a:srgbClr val="0000FF"/>
                </a:solidFill>
                <a:effectLst/>
                <a:latin typeface="+mn-lt"/>
                <a:ea typeface="Consolas" panose="020B0609020204030204" pitchFamily="49" charset="0"/>
                <a:cs typeface="Consolas" panose="020B0609020204030204" pitchFamily="49" charset="0"/>
              </a:rPr>
              <a:t>constructor</a:t>
            </a:r>
            <a:r>
              <a:rPr lang="en-US" sz="1200" dirty="0">
                <a:effectLst/>
                <a:latin typeface="+mn-lt"/>
                <a:ea typeface="Consolas" panose="020B0609020204030204" pitchFamily="49" charset="0"/>
                <a:cs typeface="Consolas" panose="020B0609020204030204" pitchFamily="49" charset="0"/>
              </a:rPr>
              <a:t>(props) {</a:t>
            </a:r>
            <a:endParaRPr lang="fr-FR" sz="1200" dirty="0">
              <a:effectLst/>
              <a:latin typeface="+mn-lt"/>
              <a:ea typeface="Consolas" panose="020B0609020204030204" pitchFamily="49" charset="0"/>
              <a:cs typeface="Consolas" panose="020B0609020204030204" pitchFamily="49" charset="0"/>
            </a:endParaRPr>
          </a:p>
          <a:p>
            <a:pPr marL="647065" algn="l">
              <a:spcBef>
                <a:spcPts val="10"/>
              </a:spcBef>
              <a:spcAft>
                <a:spcPts val="0"/>
              </a:spcAft>
            </a:pPr>
            <a:r>
              <a:rPr lang="en-US" sz="1200" spc="-10" dirty="0">
                <a:solidFill>
                  <a:srgbClr val="0000FF"/>
                </a:solidFill>
                <a:effectLst/>
                <a:latin typeface="+mn-lt"/>
                <a:ea typeface="Consolas" panose="020B0609020204030204" pitchFamily="49" charset="0"/>
                <a:cs typeface="Consolas" panose="020B0609020204030204" pitchFamily="49" charset="0"/>
              </a:rPr>
              <a:t>super</a:t>
            </a:r>
            <a:r>
              <a:rPr lang="en-US" sz="1200" spc="-10" dirty="0">
                <a:effectLst/>
                <a:latin typeface="+mn-lt"/>
                <a:ea typeface="Consolas" panose="020B0609020204030204" pitchFamily="49" charset="0"/>
                <a:cs typeface="Consolas" panose="020B0609020204030204" pitchFamily="49" charset="0"/>
              </a:rPr>
              <a:t>(props);</a:t>
            </a:r>
            <a:endParaRPr lang="fr-FR" sz="1200" dirty="0">
              <a:effectLst/>
              <a:latin typeface="+mn-lt"/>
              <a:ea typeface="Consolas" panose="020B0609020204030204" pitchFamily="49" charset="0"/>
              <a:cs typeface="Consolas" panose="020B0609020204030204" pitchFamily="49" charset="0"/>
            </a:endParaRPr>
          </a:p>
          <a:p>
            <a:pPr marL="339090" algn="l">
              <a:spcBef>
                <a:spcPts val="140"/>
              </a:spcBef>
            </a:pPr>
            <a:r>
              <a:rPr lang="en-US" sz="1200" spc="-50" dirty="0">
                <a:effectLst/>
                <a:latin typeface="+mn-lt"/>
                <a:ea typeface="Consolas" panose="020B0609020204030204" pitchFamily="49" charset="0"/>
                <a:cs typeface="Consolas" panose="020B0609020204030204" pitchFamily="49" charset="0"/>
              </a:rPr>
              <a:t>}</a:t>
            </a:r>
            <a:endParaRPr lang="fr-FR" sz="1200" dirty="0">
              <a:effectLst/>
              <a:latin typeface="+mn-lt"/>
              <a:ea typeface="Consolas" panose="020B0609020204030204" pitchFamily="49" charset="0"/>
              <a:cs typeface="Consolas" panose="020B0609020204030204" pitchFamily="49" charset="0"/>
            </a:endParaRPr>
          </a:p>
          <a:p>
            <a:pPr marL="339090" algn="l">
              <a:spcBef>
                <a:spcPts val="140"/>
              </a:spcBef>
            </a:pPr>
            <a:r>
              <a:rPr lang="en-US" sz="1200" dirty="0">
                <a:effectLst/>
                <a:latin typeface="+mn-lt"/>
                <a:ea typeface="Consolas" panose="020B0609020204030204" pitchFamily="49" charset="0"/>
                <a:cs typeface="Consolas" panose="020B0609020204030204" pitchFamily="49" charset="0"/>
              </a:rPr>
              <a:t>render()</a:t>
            </a:r>
            <a:r>
              <a:rPr lang="en-US" sz="1200" spc="-45" dirty="0">
                <a:effectLst/>
                <a:latin typeface="+mn-lt"/>
                <a:ea typeface="Consolas" panose="020B0609020204030204" pitchFamily="49" charset="0"/>
                <a:cs typeface="Consolas" panose="020B0609020204030204" pitchFamily="49" charset="0"/>
              </a:rPr>
              <a:t> </a:t>
            </a:r>
            <a:r>
              <a:rPr lang="en-US" sz="1200" spc="-50" dirty="0">
                <a:effectLst/>
                <a:latin typeface="+mn-lt"/>
                <a:ea typeface="Consolas" panose="020B0609020204030204" pitchFamily="49" charset="0"/>
                <a:cs typeface="Consolas" panose="020B0609020204030204" pitchFamily="49" charset="0"/>
              </a:rPr>
              <a:t>{</a:t>
            </a:r>
            <a:endParaRPr lang="fr-FR" sz="1200" dirty="0">
              <a:effectLst/>
              <a:latin typeface="+mn-lt"/>
              <a:ea typeface="Consolas" panose="020B0609020204030204" pitchFamily="49" charset="0"/>
              <a:cs typeface="Consolas" panose="020B0609020204030204" pitchFamily="49" charset="0"/>
            </a:endParaRPr>
          </a:p>
          <a:p>
            <a:pPr marL="647065" algn="l">
              <a:spcBef>
                <a:spcPts val="130"/>
              </a:spcBef>
              <a:spcAft>
                <a:spcPts val="0"/>
              </a:spcAft>
            </a:pPr>
            <a:r>
              <a:rPr lang="en-US" sz="1200" dirty="0">
                <a:solidFill>
                  <a:srgbClr val="0000FF"/>
                </a:solidFill>
                <a:effectLst/>
                <a:latin typeface="+mn-lt"/>
                <a:ea typeface="Consolas" panose="020B0609020204030204" pitchFamily="49" charset="0"/>
                <a:cs typeface="Consolas" panose="020B0609020204030204" pitchFamily="49" charset="0"/>
              </a:rPr>
              <a:t>return</a:t>
            </a:r>
            <a:r>
              <a:rPr lang="en-US" sz="1200" spc="-40" dirty="0">
                <a:solidFill>
                  <a:srgbClr val="0000FF"/>
                </a:solidFill>
                <a:effectLst/>
                <a:latin typeface="+mn-lt"/>
                <a:ea typeface="Consolas" panose="020B0609020204030204" pitchFamily="49" charset="0"/>
                <a:cs typeface="Consolas" panose="020B0609020204030204" pitchFamily="49" charset="0"/>
              </a:rPr>
              <a:t> </a:t>
            </a:r>
            <a:r>
              <a:rPr lang="en-US" sz="1200" spc="-50" dirty="0">
                <a:effectLst/>
                <a:latin typeface="+mn-lt"/>
                <a:ea typeface="Consolas" panose="020B0609020204030204" pitchFamily="49" charset="0"/>
                <a:cs typeface="Consolas" panose="020B0609020204030204" pitchFamily="49" charset="0"/>
              </a:rPr>
              <a:t>(</a:t>
            </a:r>
            <a:endParaRPr lang="fr-FR" sz="1200" dirty="0">
              <a:effectLst/>
              <a:latin typeface="+mn-lt"/>
              <a:ea typeface="Consolas" panose="020B0609020204030204" pitchFamily="49" charset="0"/>
              <a:cs typeface="Consolas" panose="020B0609020204030204" pitchFamily="49" charset="0"/>
            </a:endParaRPr>
          </a:p>
          <a:p>
            <a:pPr marL="953135" algn="l">
              <a:spcBef>
                <a:spcPts val="140"/>
              </a:spcBef>
            </a:pPr>
            <a:r>
              <a:rPr lang="en-US" sz="1200" spc="-10" dirty="0">
                <a:solidFill>
                  <a:srgbClr val="800000"/>
                </a:solidFill>
                <a:effectLst/>
                <a:latin typeface="+mn-lt"/>
                <a:ea typeface="Consolas" panose="020B0609020204030204" pitchFamily="49" charset="0"/>
                <a:cs typeface="Consolas" panose="020B0609020204030204" pitchFamily="49" charset="0"/>
              </a:rPr>
              <a:t>&lt;div&gt;</a:t>
            </a:r>
            <a:r>
              <a:rPr lang="en-US" sz="1200" spc="-10" dirty="0">
                <a:solidFill>
                  <a:srgbClr val="0000FF"/>
                </a:solidFill>
                <a:effectLst/>
                <a:latin typeface="+mn-lt"/>
                <a:ea typeface="Consolas" panose="020B0609020204030204" pitchFamily="49" charset="0"/>
                <a:cs typeface="Consolas" panose="020B0609020204030204" pitchFamily="49" charset="0"/>
              </a:rPr>
              <a:t>{</a:t>
            </a:r>
            <a:endParaRPr lang="fr-FR" sz="1200" dirty="0">
              <a:effectLst/>
              <a:latin typeface="+mn-lt"/>
              <a:ea typeface="Consolas" panose="020B0609020204030204" pitchFamily="49" charset="0"/>
              <a:cs typeface="Consolas" panose="020B0609020204030204" pitchFamily="49" charset="0"/>
            </a:endParaRPr>
          </a:p>
          <a:p>
            <a:pPr marL="1567815" indent="-306705" algn="l">
              <a:lnSpc>
                <a:spcPct val="110000"/>
              </a:lnSpc>
              <a:spcBef>
                <a:spcPts val="140"/>
              </a:spcBef>
            </a:pPr>
            <a:r>
              <a:rPr lang="en-US" sz="1200" dirty="0" err="1">
                <a:solidFill>
                  <a:srgbClr val="0000FF"/>
                </a:solidFill>
                <a:effectLst/>
                <a:latin typeface="+mn-lt"/>
                <a:ea typeface="Consolas" panose="020B0609020204030204" pitchFamily="49" charset="0"/>
                <a:cs typeface="Consolas" panose="020B0609020204030204" pitchFamily="49" charset="0"/>
              </a:rPr>
              <a:t>this</a:t>
            </a:r>
            <a:r>
              <a:rPr lang="en-US" sz="1200" dirty="0" err="1">
                <a:effectLst/>
                <a:latin typeface="+mn-lt"/>
                <a:ea typeface="Consolas" panose="020B0609020204030204" pitchFamily="49" charset="0"/>
                <a:cs typeface="Consolas" panose="020B0609020204030204" pitchFamily="49" charset="0"/>
              </a:rPr>
              <a:t>.props.checkboxes.map</a:t>
            </a:r>
            <a:r>
              <a:rPr lang="en-US" sz="1200" dirty="0">
                <a:effectLst/>
                <a:latin typeface="+mn-lt"/>
                <a:ea typeface="Consolas" panose="020B0609020204030204" pitchFamily="49" charset="0"/>
                <a:cs typeface="Consolas" panose="020B0609020204030204" pitchFamily="49" charset="0"/>
              </a:rPr>
              <a:t>((checkbox,</a:t>
            </a:r>
            <a:r>
              <a:rPr lang="en-US" sz="1200" spc="-70" dirty="0">
                <a:effectLst/>
                <a:latin typeface="+mn-lt"/>
                <a:ea typeface="Consolas" panose="020B0609020204030204" pitchFamily="49" charset="0"/>
                <a:cs typeface="Consolas" panose="020B0609020204030204" pitchFamily="49" charset="0"/>
              </a:rPr>
              <a:t> </a:t>
            </a:r>
            <a:r>
              <a:rPr lang="en-US" sz="1200" dirty="0">
                <a:effectLst/>
                <a:latin typeface="+mn-lt"/>
                <a:ea typeface="Consolas" panose="020B0609020204030204" pitchFamily="49" charset="0"/>
                <a:cs typeface="Consolas" panose="020B0609020204030204" pitchFamily="49" charset="0"/>
              </a:rPr>
              <a:t>index)</a:t>
            </a:r>
            <a:r>
              <a:rPr lang="en-US" sz="1200" spc="-45" dirty="0">
                <a:effectLst/>
                <a:latin typeface="+mn-lt"/>
                <a:ea typeface="Consolas" panose="020B0609020204030204" pitchFamily="49" charset="0"/>
                <a:cs typeface="Consolas" panose="020B0609020204030204" pitchFamily="49" charset="0"/>
              </a:rPr>
              <a:t> </a:t>
            </a:r>
            <a:r>
              <a:rPr lang="en-US" sz="1200" dirty="0">
                <a:solidFill>
                  <a:srgbClr val="0000FF"/>
                </a:solidFill>
                <a:effectLst/>
                <a:latin typeface="+mn-lt"/>
                <a:ea typeface="Consolas" panose="020B0609020204030204" pitchFamily="49" charset="0"/>
                <a:cs typeface="Consolas" panose="020B0609020204030204" pitchFamily="49" charset="0"/>
              </a:rPr>
              <a:t>=&gt;</a:t>
            </a:r>
          </a:p>
          <a:p>
            <a:pPr marL="1567815" indent="-306705" algn="l">
              <a:lnSpc>
                <a:spcPct val="110000"/>
              </a:lnSpc>
              <a:spcBef>
                <a:spcPts val="140"/>
              </a:spcBef>
            </a:pPr>
            <a:r>
              <a:rPr lang="en-US" sz="1200" spc="-65" dirty="0">
                <a:solidFill>
                  <a:srgbClr val="0000FF"/>
                </a:solidFill>
                <a:effectLst/>
                <a:latin typeface="+mn-lt"/>
                <a:ea typeface="Consolas" panose="020B0609020204030204" pitchFamily="49" charset="0"/>
                <a:cs typeface="Consolas" panose="020B0609020204030204" pitchFamily="49" charset="0"/>
              </a:rPr>
              <a:t> </a:t>
            </a:r>
            <a:r>
              <a:rPr lang="en-US" sz="1200" dirty="0">
                <a:effectLst/>
                <a:latin typeface="+mn-lt"/>
                <a:ea typeface="Consolas" panose="020B0609020204030204" pitchFamily="49" charset="0"/>
                <a:cs typeface="Consolas" panose="020B0609020204030204" pitchFamily="49" charset="0"/>
              </a:rPr>
              <a:t>{ </a:t>
            </a:r>
            <a:r>
              <a:rPr lang="en-US" sz="1200" dirty="0">
                <a:solidFill>
                  <a:srgbClr val="0000FF"/>
                </a:solidFill>
                <a:effectLst/>
                <a:latin typeface="+mn-lt"/>
                <a:ea typeface="Consolas" panose="020B0609020204030204" pitchFamily="49" charset="0"/>
                <a:cs typeface="Consolas" panose="020B0609020204030204" pitchFamily="49" charset="0"/>
              </a:rPr>
              <a:t>return </a:t>
            </a:r>
            <a:r>
              <a:rPr lang="en-US" sz="1200" dirty="0">
                <a:effectLst/>
                <a:latin typeface="+mn-lt"/>
                <a:ea typeface="Consolas" panose="020B0609020204030204" pitchFamily="49" charset="0"/>
                <a:cs typeface="Consolas" panose="020B0609020204030204" pitchFamily="49" charset="0"/>
              </a:rPr>
              <a:t>(</a:t>
            </a:r>
            <a:endParaRPr lang="fr-FR" sz="1200" dirty="0">
              <a:latin typeface="+mn-lt"/>
              <a:ea typeface="Consolas" panose="020B0609020204030204" pitchFamily="49" charset="0"/>
              <a:cs typeface="Consolas" panose="020B0609020204030204" pitchFamily="49" charset="0"/>
            </a:endParaRPr>
          </a:p>
          <a:p>
            <a:pPr marL="1567815" indent="-306705" algn="l">
              <a:lnSpc>
                <a:spcPct val="110000"/>
              </a:lnSpc>
              <a:spcBef>
                <a:spcPts val="140"/>
              </a:spcBef>
            </a:pPr>
            <a:r>
              <a:rPr lang="en-US" sz="1200" dirty="0">
                <a:solidFill>
                  <a:srgbClr val="800000"/>
                </a:solidFill>
                <a:effectLst/>
                <a:latin typeface="+mn-lt"/>
                <a:ea typeface="Consolas" panose="020B0609020204030204" pitchFamily="49" charset="0"/>
                <a:cs typeface="Consolas" panose="020B0609020204030204" pitchFamily="49" charset="0"/>
              </a:rPr>
              <a:t>&lt;</a:t>
            </a:r>
            <a:r>
              <a:rPr lang="en-US" sz="1200" dirty="0" err="1">
                <a:solidFill>
                  <a:srgbClr val="800000"/>
                </a:solidFill>
                <a:effectLst/>
                <a:latin typeface="+mn-lt"/>
                <a:ea typeface="Consolas" panose="020B0609020204030204" pitchFamily="49" charset="0"/>
                <a:cs typeface="Consolas" panose="020B0609020204030204" pitchFamily="49" charset="0"/>
              </a:rPr>
              <a:t>CheckBox</a:t>
            </a:r>
            <a:r>
              <a:rPr lang="en-US" sz="1200" spc="-45" dirty="0">
                <a:solidFill>
                  <a:srgbClr val="800000"/>
                </a:solidFill>
                <a:effectLst/>
                <a:latin typeface="+mn-lt"/>
                <a:ea typeface="Consolas" panose="020B0609020204030204" pitchFamily="49" charset="0"/>
                <a:cs typeface="Consolas" panose="020B0609020204030204" pitchFamily="49" charset="0"/>
              </a:rPr>
              <a:t> </a:t>
            </a:r>
            <a:r>
              <a:rPr lang="en-US" sz="1200" dirty="0">
                <a:solidFill>
                  <a:srgbClr val="FF0000"/>
                </a:solidFill>
                <a:effectLst/>
                <a:latin typeface="+mn-lt"/>
                <a:ea typeface="Consolas" panose="020B0609020204030204" pitchFamily="49" charset="0"/>
                <a:cs typeface="Consolas" panose="020B0609020204030204" pitchFamily="49" charset="0"/>
              </a:rPr>
              <a:t>key</a:t>
            </a:r>
            <a:r>
              <a:rPr lang="en-US" sz="1200" dirty="0">
                <a:effectLst/>
                <a:latin typeface="+mn-lt"/>
                <a:ea typeface="Consolas" panose="020B0609020204030204" pitchFamily="49" charset="0"/>
                <a:cs typeface="Consolas" panose="020B0609020204030204" pitchFamily="49" charset="0"/>
              </a:rPr>
              <a:t>=</a:t>
            </a:r>
            <a:r>
              <a:rPr lang="en-US" sz="1200" dirty="0">
                <a:solidFill>
                  <a:srgbClr val="0000FF"/>
                </a:solidFill>
                <a:effectLst/>
                <a:latin typeface="+mn-lt"/>
                <a:ea typeface="Consolas" panose="020B0609020204030204" pitchFamily="49" charset="0"/>
                <a:cs typeface="Consolas" panose="020B0609020204030204" pitchFamily="49" charset="0"/>
              </a:rPr>
              <a:t>{</a:t>
            </a:r>
            <a:r>
              <a:rPr lang="en-US" sz="1200" dirty="0">
                <a:effectLst/>
                <a:latin typeface="+mn-lt"/>
                <a:ea typeface="Consolas" panose="020B0609020204030204" pitchFamily="49" charset="0"/>
                <a:cs typeface="Consolas" panose="020B0609020204030204" pitchFamily="49" charset="0"/>
              </a:rPr>
              <a:t>index</a:t>
            </a:r>
            <a:r>
              <a:rPr lang="en-US" sz="1200" dirty="0">
                <a:solidFill>
                  <a:srgbClr val="0000FF"/>
                </a:solidFill>
                <a:effectLst/>
                <a:latin typeface="+mn-lt"/>
                <a:ea typeface="Consolas" panose="020B0609020204030204" pitchFamily="49" charset="0"/>
                <a:cs typeface="Consolas" panose="020B0609020204030204" pitchFamily="49" charset="0"/>
              </a:rPr>
              <a:t>}</a:t>
            </a:r>
            <a:r>
              <a:rPr lang="en-US" sz="1200" spc="-45" dirty="0">
                <a:solidFill>
                  <a:srgbClr val="0000FF"/>
                </a:solidFill>
                <a:effectLst/>
                <a:latin typeface="+mn-lt"/>
                <a:ea typeface="Consolas" panose="020B0609020204030204" pitchFamily="49" charset="0"/>
                <a:cs typeface="Consolas" panose="020B0609020204030204" pitchFamily="49" charset="0"/>
              </a:rPr>
              <a:t> </a:t>
            </a:r>
            <a:r>
              <a:rPr lang="en-US" sz="1200" spc="-10" dirty="0">
                <a:solidFill>
                  <a:srgbClr val="FF0000"/>
                </a:solidFill>
                <a:effectLst/>
                <a:latin typeface="+mn-lt"/>
                <a:ea typeface="Consolas" panose="020B0609020204030204" pitchFamily="49" charset="0"/>
                <a:cs typeface="Consolas" panose="020B0609020204030204" pitchFamily="49" charset="0"/>
              </a:rPr>
              <a:t>text</a:t>
            </a:r>
            <a:r>
              <a:rPr lang="en-US" sz="1200" spc="-10" dirty="0">
                <a:effectLst/>
                <a:latin typeface="+mn-lt"/>
                <a:ea typeface="Consolas" panose="020B0609020204030204" pitchFamily="49" charset="0"/>
                <a:cs typeface="Consolas" panose="020B0609020204030204" pitchFamily="49" charset="0"/>
              </a:rPr>
              <a:t>=</a:t>
            </a:r>
            <a:r>
              <a:rPr lang="en-US" sz="1200" spc="-10" dirty="0">
                <a:solidFill>
                  <a:srgbClr val="0000FF"/>
                </a:solidFill>
                <a:effectLst/>
                <a:latin typeface="+mn-lt"/>
                <a:ea typeface="Consolas" panose="020B0609020204030204" pitchFamily="49" charset="0"/>
                <a:cs typeface="Consolas" panose="020B0609020204030204" pitchFamily="49" charset="0"/>
              </a:rPr>
              <a:t>{</a:t>
            </a:r>
            <a:r>
              <a:rPr lang="en-US" sz="1200" spc="-10" dirty="0" err="1">
                <a:effectLst/>
                <a:latin typeface="+mn-lt"/>
                <a:ea typeface="Consolas" panose="020B0609020204030204" pitchFamily="49" charset="0"/>
                <a:cs typeface="Consolas" panose="020B0609020204030204" pitchFamily="49" charset="0"/>
              </a:rPr>
              <a:t>checkbox.text</a:t>
            </a:r>
            <a:r>
              <a:rPr lang="en-US" sz="1200" spc="-10" dirty="0">
                <a:solidFill>
                  <a:srgbClr val="0000FF"/>
                </a:solidFill>
                <a:effectLst/>
                <a:latin typeface="+mn-lt"/>
                <a:ea typeface="Consolas" panose="020B0609020204030204" pitchFamily="49" charset="0"/>
                <a:cs typeface="Consolas" panose="020B0609020204030204" pitchFamily="49" charset="0"/>
              </a:rPr>
              <a:t>}</a:t>
            </a:r>
            <a:endParaRPr lang="fr-FR" sz="1200" dirty="0">
              <a:effectLst/>
              <a:latin typeface="+mn-lt"/>
              <a:ea typeface="Consolas" panose="020B0609020204030204" pitchFamily="49" charset="0"/>
              <a:cs typeface="Consolas" panose="020B0609020204030204" pitchFamily="49" charset="0"/>
            </a:endParaRPr>
          </a:p>
          <a:p>
            <a:pPr marL="31750" algn="l">
              <a:spcBef>
                <a:spcPts val="140"/>
              </a:spcBef>
            </a:pPr>
            <a:r>
              <a:rPr lang="en-US" sz="1200" spc="-10" dirty="0">
                <a:solidFill>
                  <a:srgbClr val="FF0000"/>
                </a:solidFill>
                <a:effectLst/>
                <a:latin typeface="+mn-lt"/>
                <a:ea typeface="Consolas" panose="020B0609020204030204" pitchFamily="49" charset="0"/>
                <a:cs typeface="Consolas" panose="020B0609020204030204" pitchFamily="49" charset="0"/>
              </a:rPr>
              <a:t>value</a:t>
            </a:r>
            <a:r>
              <a:rPr lang="en-US" sz="1200" spc="-10" dirty="0">
                <a:effectLst/>
                <a:latin typeface="+mn-lt"/>
                <a:ea typeface="Consolas" panose="020B0609020204030204" pitchFamily="49" charset="0"/>
                <a:cs typeface="Consolas" panose="020B0609020204030204" pitchFamily="49" charset="0"/>
              </a:rPr>
              <a:t>=</a:t>
            </a:r>
            <a:r>
              <a:rPr lang="en-US" sz="1200" spc="-10" dirty="0">
                <a:solidFill>
                  <a:srgbClr val="0000FF"/>
                </a:solidFill>
                <a:effectLst/>
                <a:latin typeface="+mn-lt"/>
                <a:ea typeface="Consolas" panose="020B0609020204030204" pitchFamily="49" charset="0"/>
                <a:cs typeface="Consolas" panose="020B0609020204030204" pitchFamily="49" charset="0"/>
              </a:rPr>
              <a:t>{</a:t>
            </a:r>
            <a:r>
              <a:rPr lang="en-US" sz="1200" spc="-10" dirty="0" err="1">
                <a:effectLst/>
                <a:latin typeface="+mn-lt"/>
                <a:ea typeface="Consolas" panose="020B0609020204030204" pitchFamily="49" charset="0"/>
                <a:cs typeface="Consolas" panose="020B0609020204030204" pitchFamily="49" charset="0"/>
              </a:rPr>
              <a:t>checkbox.value</a:t>
            </a:r>
            <a:r>
              <a:rPr lang="en-US" sz="1200" spc="-10" dirty="0">
                <a:solidFill>
                  <a:srgbClr val="0000FF"/>
                </a:solidFill>
                <a:effectLst/>
                <a:latin typeface="+mn-lt"/>
                <a:ea typeface="Consolas" panose="020B0609020204030204" pitchFamily="49" charset="0"/>
                <a:cs typeface="Consolas" panose="020B0609020204030204" pitchFamily="49" charset="0"/>
              </a:rPr>
              <a:t>}</a:t>
            </a:r>
            <a:r>
              <a:rPr lang="fr-FR" sz="1200" dirty="0">
                <a:latin typeface="+mn-lt"/>
                <a:ea typeface="Consolas" panose="020B0609020204030204" pitchFamily="49" charset="0"/>
                <a:cs typeface="Consolas" panose="020B0609020204030204" pitchFamily="49" charset="0"/>
              </a:rPr>
              <a:t> </a:t>
            </a:r>
            <a:r>
              <a:rPr lang="en-US" sz="1200" spc="-10" dirty="0">
                <a:solidFill>
                  <a:srgbClr val="FF0000"/>
                </a:solidFill>
                <a:effectLst/>
                <a:latin typeface="+mn-lt"/>
                <a:ea typeface="Consolas" panose="020B0609020204030204" pitchFamily="49" charset="0"/>
                <a:cs typeface="Consolas" panose="020B0609020204030204" pitchFamily="49" charset="0"/>
              </a:rPr>
              <a:t>checked</a:t>
            </a:r>
            <a:r>
              <a:rPr lang="en-US" sz="1200" spc="-10" dirty="0">
                <a:effectLst/>
                <a:latin typeface="+mn-lt"/>
                <a:ea typeface="Consolas" panose="020B0609020204030204" pitchFamily="49" charset="0"/>
                <a:cs typeface="Consolas" panose="020B0609020204030204" pitchFamily="49" charset="0"/>
              </a:rPr>
              <a:t>=</a:t>
            </a:r>
            <a:r>
              <a:rPr lang="en-US" sz="1200" spc="-10" dirty="0">
                <a:solidFill>
                  <a:srgbClr val="0000FF"/>
                </a:solidFill>
                <a:effectLst/>
                <a:latin typeface="+mn-lt"/>
                <a:ea typeface="Consolas" panose="020B0609020204030204" pitchFamily="49" charset="0"/>
                <a:cs typeface="Consolas" panose="020B0609020204030204" pitchFamily="49" charset="0"/>
              </a:rPr>
              <a:t>{</a:t>
            </a:r>
            <a:r>
              <a:rPr lang="en-US" sz="1200" spc="-10" dirty="0" err="1">
                <a:effectLst/>
                <a:latin typeface="+mn-lt"/>
                <a:ea typeface="Consolas" panose="020B0609020204030204" pitchFamily="49" charset="0"/>
                <a:cs typeface="Consolas" panose="020B0609020204030204" pitchFamily="49" charset="0"/>
              </a:rPr>
              <a:t>checkbox.checked</a:t>
            </a:r>
            <a:r>
              <a:rPr lang="en-US" sz="1200" spc="-10" dirty="0">
                <a:solidFill>
                  <a:srgbClr val="0000FF"/>
                </a:solidFill>
                <a:effectLst/>
                <a:latin typeface="+mn-lt"/>
                <a:ea typeface="Consolas" panose="020B0609020204030204" pitchFamily="49" charset="0"/>
                <a:cs typeface="Consolas" panose="020B0609020204030204" pitchFamily="49" charset="0"/>
              </a:rPr>
              <a:t>}</a:t>
            </a:r>
            <a:r>
              <a:rPr lang="fr-FR" sz="1200" spc="-25" dirty="0">
                <a:solidFill>
                  <a:srgbClr val="800000"/>
                </a:solidFill>
                <a:effectLst/>
                <a:latin typeface="+mn-lt"/>
                <a:ea typeface="Consolas" panose="020B0609020204030204" pitchFamily="49" charset="0"/>
                <a:cs typeface="Consolas" panose="020B0609020204030204" pitchFamily="49" charset="0"/>
              </a:rPr>
              <a:t>/&gt;</a:t>
            </a:r>
            <a:endParaRPr lang="fr-FR" sz="1200" dirty="0">
              <a:effectLst/>
              <a:latin typeface="+mn-lt"/>
              <a:ea typeface="Consolas" panose="020B0609020204030204" pitchFamily="49" charset="0"/>
              <a:cs typeface="Consolas" panose="020B0609020204030204" pitchFamily="49" charset="0"/>
            </a:endParaRPr>
          </a:p>
          <a:p>
            <a:pPr algn="l"/>
            <a:r>
              <a:rPr lang="fr-FR" sz="1200" spc="-50" dirty="0">
                <a:effectLst/>
                <a:latin typeface="+mn-lt"/>
                <a:ea typeface="Consolas" panose="020B0609020204030204" pitchFamily="49" charset="0"/>
                <a:cs typeface="Consolas" panose="020B0609020204030204" pitchFamily="49" charset="0"/>
              </a:rPr>
              <a:t>                                                                   )</a:t>
            </a:r>
            <a:endParaRPr lang="fr-FR" sz="1200" spc="-50" dirty="0">
              <a:latin typeface="+mn-lt"/>
              <a:ea typeface="Consolas" panose="020B0609020204030204" pitchFamily="49" charset="0"/>
              <a:cs typeface="Consolas" panose="020B0609020204030204" pitchFamily="49" charset="0"/>
            </a:endParaRPr>
          </a:p>
          <a:p>
            <a:pPr algn="l"/>
            <a:r>
              <a:rPr lang="fr-FR" sz="1200" spc="-50" dirty="0">
                <a:effectLst/>
                <a:latin typeface="+mn-lt"/>
                <a:ea typeface="Consolas" panose="020B0609020204030204" pitchFamily="49" charset="0"/>
                <a:cs typeface="Consolas" panose="020B0609020204030204" pitchFamily="49" charset="0"/>
              </a:rPr>
              <a:t>                                            </a:t>
            </a:r>
            <a:r>
              <a:rPr lang="fr-FR" sz="1200" spc="-25" dirty="0">
                <a:effectLst/>
                <a:latin typeface="+mn-lt"/>
                <a:ea typeface="Consolas" panose="020B0609020204030204" pitchFamily="49" charset="0"/>
                <a:cs typeface="Consolas" panose="020B0609020204030204" pitchFamily="49" charset="0"/>
              </a:rPr>
              <a:t>}</a:t>
            </a:r>
          </a:p>
          <a:p>
            <a:pPr algn="l"/>
            <a:r>
              <a:rPr lang="fr-FR" sz="1200" spc="-25" dirty="0">
                <a:latin typeface="+mn-lt"/>
                <a:ea typeface="Consolas" panose="020B0609020204030204" pitchFamily="49" charset="0"/>
                <a:cs typeface="Consolas" panose="020B0609020204030204" pitchFamily="49" charset="0"/>
              </a:rPr>
              <a:t>                                       </a:t>
            </a:r>
            <a:r>
              <a:rPr lang="fr-FR" sz="1200" spc="-25" dirty="0">
                <a:effectLst/>
                <a:latin typeface="+mn-lt"/>
                <a:ea typeface="Consolas" panose="020B0609020204030204" pitchFamily="49" charset="0"/>
                <a:cs typeface="Consolas" panose="020B0609020204030204" pitchFamily="49" charset="0"/>
              </a:rPr>
              <a:t>)</a:t>
            </a:r>
            <a:endParaRPr lang="fr-FR" sz="1200" dirty="0">
              <a:latin typeface="+mn-lt"/>
              <a:ea typeface="Consolas" panose="020B0609020204030204" pitchFamily="49" charset="0"/>
              <a:cs typeface="Consolas" panose="020B0609020204030204" pitchFamily="49" charset="0"/>
            </a:endParaRPr>
          </a:p>
          <a:p>
            <a:pPr algn="l"/>
            <a:r>
              <a:rPr lang="fr-FR" sz="1200" spc="-50" dirty="0">
                <a:solidFill>
                  <a:srgbClr val="0000FF"/>
                </a:solidFill>
                <a:effectLst/>
                <a:latin typeface="+mn-lt"/>
                <a:ea typeface="Consolas" panose="020B0609020204030204" pitchFamily="49" charset="0"/>
                <a:cs typeface="Consolas" panose="020B0609020204030204" pitchFamily="49" charset="0"/>
              </a:rPr>
              <a:t>                                       }</a:t>
            </a:r>
            <a:endParaRPr lang="fr-FR" sz="1200" dirty="0">
              <a:latin typeface="+mn-lt"/>
              <a:ea typeface="Consolas" panose="020B0609020204030204" pitchFamily="49" charset="0"/>
              <a:cs typeface="Consolas" panose="020B0609020204030204" pitchFamily="49" charset="0"/>
            </a:endParaRPr>
          </a:p>
          <a:p>
            <a:pPr algn="l"/>
            <a:r>
              <a:rPr lang="fr-FR" sz="1200" spc="-10" dirty="0">
                <a:solidFill>
                  <a:srgbClr val="800000"/>
                </a:solidFill>
                <a:effectLst/>
                <a:latin typeface="+mn-lt"/>
                <a:ea typeface="Consolas" panose="020B0609020204030204" pitchFamily="49" charset="0"/>
                <a:cs typeface="Consolas" panose="020B0609020204030204" pitchFamily="49" charset="0"/>
              </a:rPr>
              <a:t>                           &lt;/div&gt;</a:t>
            </a:r>
            <a:endParaRPr lang="fr-FR" sz="1200" dirty="0">
              <a:solidFill>
                <a:srgbClr val="800000"/>
              </a:solidFill>
              <a:latin typeface="+mn-lt"/>
              <a:ea typeface="Consolas" panose="020B0609020204030204" pitchFamily="49" charset="0"/>
              <a:cs typeface="Consolas" panose="020B0609020204030204" pitchFamily="49" charset="0"/>
            </a:endParaRPr>
          </a:p>
          <a:p>
            <a:pPr algn="l"/>
            <a:r>
              <a:rPr lang="fr-FR" sz="1200" spc="-50" dirty="0">
                <a:solidFill>
                  <a:srgbClr val="800000"/>
                </a:solidFill>
                <a:effectLst/>
                <a:latin typeface="+mn-lt"/>
                <a:ea typeface="Consolas" panose="020B0609020204030204" pitchFamily="49" charset="0"/>
                <a:cs typeface="Consolas" panose="020B0609020204030204" pitchFamily="49" charset="0"/>
              </a:rPr>
              <a:t>                               </a:t>
            </a:r>
            <a:r>
              <a:rPr lang="fr-FR" sz="1200" spc="-50" dirty="0">
                <a:effectLst/>
                <a:latin typeface="+mn-lt"/>
                <a:ea typeface="Consolas" panose="020B0609020204030204" pitchFamily="49" charset="0"/>
                <a:cs typeface="Consolas" panose="020B0609020204030204" pitchFamily="49" charset="0"/>
              </a:rPr>
              <a:t>)</a:t>
            </a:r>
            <a:endParaRPr lang="fr-FR" sz="1200" dirty="0">
              <a:effectLst/>
              <a:latin typeface="+mn-lt"/>
              <a:ea typeface="Consolas" panose="020B0609020204030204" pitchFamily="49" charset="0"/>
              <a:cs typeface="Consolas" panose="020B0609020204030204" pitchFamily="49" charset="0"/>
            </a:endParaRPr>
          </a:p>
          <a:p>
            <a:pPr marL="694690" algn="l">
              <a:spcBef>
                <a:spcPts val="140"/>
              </a:spcBef>
              <a:spcAft>
                <a:spcPts val="0"/>
              </a:spcAft>
            </a:pPr>
            <a:r>
              <a:rPr lang="fr-FR" sz="1200" spc="-50" dirty="0">
                <a:effectLst/>
                <a:latin typeface="+mn-lt"/>
                <a:ea typeface="Consolas" panose="020B0609020204030204" pitchFamily="49" charset="0"/>
                <a:cs typeface="Consolas" panose="020B0609020204030204" pitchFamily="49" charset="0"/>
              </a:rPr>
              <a:t>}</a:t>
            </a:r>
            <a:endParaRPr lang="fr-FR" sz="1200" dirty="0">
              <a:effectLst/>
              <a:latin typeface="+mn-lt"/>
              <a:ea typeface="Consolas" panose="020B0609020204030204" pitchFamily="49" charset="0"/>
              <a:cs typeface="Consolas" panose="020B0609020204030204" pitchFamily="49" charset="0"/>
            </a:endParaRPr>
          </a:p>
          <a:p>
            <a:pPr marL="386715" algn="l">
              <a:spcBef>
                <a:spcPts val="140"/>
              </a:spcBef>
              <a:spcAft>
                <a:spcPts val="0"/>
              </a:spcAft>
            </a:pPr>
            <a:r>
              <a:rPr lang="fr-FR" sz="1200" spc="-50" dirty="0">
                <a:effectLst/>
                <a:latin typeface="+mn-lt"/>
                <a:ea typeface="Consolas" panose="020B0609020204030204" pitchFamily="49" charset="0"/>
                <a:cs typeface="Consolas" panose="020B0609020204030204" pitchFamily="49" charset="0"/>
              </a:rPr>
              <a:t>}</a:t>
            </a:r>
            <a:endParaRPr lang="fr-FR" sz="1200" spc="-50" dirty="0">
              <a:latin typeface="+mn-lt"/>
              <a:ea typeface="Consolas" panose="020B0609020204030204" pitchFamily="49" charset="0"/>
              <a:cs typeface="Consolas" panose="020B0609020204030204" pitchFamily="49" charset="0"/>
            </a:endParaRPr>
          </a:p>
          <a:p>
            <a:pPr marL="88900" algn="l">
              <a:spcBef>
                <a:spcPts val="140"/>
              </a:spcBef>
              <a:spcAft>
                <a:spcPts val="0"/>
              </a:spcAft>
            </a:pPr>
            <a:r>
              <a:rPr lang="fr-FR" sz="1200" dirty="0">
                <a:solidFill>
                  <a:srgbClr val="0000FF"/>
                </a:solidFill>
                <a:effectLst/>
                <a:latin typeface="+mn-lt"/>
                <a:ea typeface="Consolas" panose="020B0609020204030204" pitchFamily="49" charset="0"/>
                <a:cs typeface="Consolas" panose="020B0609020204030204" pitchFamily="49" charset="0"/>
              </a:rPr>
              <a:t>export</a:t>
            </a:r>
            <a:r>
              <a:rPr lang="fr-FR" sz="1200" spc="-35" dirty="0">
                <a:solidFill>
                  <a:srgbClr val="0000FF"/>
                </a:solidFill>
                <a:effectLst/>
                <a:latin typeface="+mn-lt"/>
                <a:ea typeface="Consolas" panose="020B0609020204030204" pitchFamily="49" charset="0"/>
                <a:cs typeface="Consolas" panose="020B0609020204030204" pitchFamily="49" charset="0"/>
              </a:rPr>
              <a:t> </a:t>
            </a:r>
            <a:r>
              <a:rPr lang="fr-FR" sz="1200" dirty="0">
                <a:solidFill>
                  <a:srgbClr val="0000FF"/>
                </a:solidFill>
                <a:effectLst/>
                <a:latin typeface="+mn-lt"/>
                <a:ea typeface="Consolas" panose="020B0609020204030204" pitchFamily="49" charset="0"/>
                <a:cs typeface="Consolas" panose="020B0609020204030204" pitchFamily="49" charset="0"/>
              </a:rPr>
              <a:t>default</a:t>
            </a:r>
            <a:r>
              <a:rPr lang="fr-FR" sz="1200" spc="-35" dirty="0">
                <a:solidFill>
                  <a:srgbClr val="0000FF"/>
                </a:solidFill>
                <a:effectLst/>
                <a:latin typeface="+mn-lt"/>
                <a:ea typeface="Consolas" panose="020B0609020204030204" pitchFamily="49" charset="0"/>
                <a:cs typeface="Consolas" panose="020B0609020204030204" pitchFamily="49" charset="0"/>
              </a:rPr>
              <a:t> </a:t>
            </a:r>
            <a:r>
              <a:rPr lang="fr-FR" sz="1200" spc="-10" dirty="0" err="1">
                <a:effectLst/>
                <a:latin typeface="+mn-lt"/>
                <a:ea typeface="Consolas" panose="020B0609020204030204" pitchFamily="49" charset="0"/>
                <a:cs typeface="Consolas" panose="020B0609020204030204" pitchFamily="49" charset="0"/>
              </a:rPr>
              <a:t>CheckBoxGroup</a:t>
            </a:r>
            <a:r>
              <a:rPr lang="fr-FR" sz="1200" spc="-10" dirty="0">
                <a:effectLst/>
                <a:latin typeface="+mn-lt"/>
                <a:ea typeface="Consolas" panose="020B0609020204030204" pitchFamily="49" charset="0"/>
                <a:cs typeface="Consolas" panose="020B0609020204030204" pitchFamily="49" charset="0"/>
              </a:rPr>
              <a:t>;</a:t>
            </a:r>
            <a:endParaRPr lang="fr-FR" sz="1200" dirty="0">
              <a:effectLst/>
              <a:latin typeface="+mn-lt"/>
              <a:ea typeface="Consolas" panose="020B0609020204030204" pitchFamily="49" charset="0"/>
              <a:cs typeface="Consolas" panose="020B0609020204030204" pitchFamily="49" charset="0"/>
            </a:endParaRPr>
          </a:p>
          <a:p>
            <a:pPr algn="l"/>
            <a:endParaRPr lang="fr-FR" sz="1200" dirty="0">
              <a:latin typeface="+mn-lt"/>
            </a:endParaRPr>
          </a:p>
        </p:txBody>
      </p:sp>
      <p:pic>
        <p:nvPicPr>
          <p:cNvPr id="4107" name="Image 18">
            <a:extLst>
              <a:ext uri="{FF2B5EF4-FFF2-40B4-BE49-F238E27FC236}">
                <a16:creationId xmlns:a16="http://schemas.microsoft.com/office/drawing/2014/main" id="{5BE8009C-E2DC-C897-DB41-308798EF3FB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9040" y="4182261"/>
            <a:ext cx="3756025" cy="12033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048" name="ZoneTexte 2047">
            <a:extLst>
              <a:ext uri="{FF2B5EF4-FFF2-40B4-BE49-F238E27FC236}">
                <a16:creationId xmlns:a16="http://schemas.microsoft.com/office/drawing/2014/main" id="{92FDEA4C-E6F1-1946-FBAB-00D2363A7BB0}"/>
              </a:ext>
            </a:extLst>
          </p:cNvPr>
          <p:cNvSpPr txBox="1"/>
          <p:nvPr/>
        </p:nvSpPr>
        <p:spPr>
          <a:xfrm>
            <a:off x="5059040" y="1472414"/>
            <a:ext cx="3946737" cy="2308324"/>
          </a:xfrm>
          <a:prstGeom prst="rect">
            <a:avLst/>
          </a:prstGeom>
          <a:noFill/>
          <a:ln>
            <a:solidFill>
              <a:schemeClr val="tx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tx1"/>
                </a:solidFill>
                <a:effectLst/>
                <a:latin typeface="+mn-lt"/>
                <a:ea typeface="Calibri" panose="020F0502020204030204" pitchFamily="34" charset="0"/>
              </a:rPr>
              <a:t>Après avoir affiché le composant</a:t>
            </a:r>
            <a:endParaRPr kumimoji="0" lang="fr-FR" altLang="fr-FR"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200" b="0" i="0" u="none" strike="noStrike" cap="none" normalizeH="0" baseline="0" dirty="0">
                <a:ln>
                  <a:noFill/>
                </a:ln>
                <a:solidFill>
                  <a:srgbClr val="0000FF"/>
                </a:solidFill>
                <a:effectLst/>
                <a:latin typeface="+mn-lt"/>
                <a:ea typeface="Consolas" panose="020B0609020204030204" pitchFamily="49" charset="0"/>
                <a:cs typeface="Consolas" panose="020B0609020204030204" pitchFamily="49" charset="0"/>
              </a:rPr>
              <a:t>import </a:t>
            </a:r>
            <a:r>
              <a:rPr kumimoji="0" lang="en-US" altLang="fr-FR" sz="1200" b="0" i="0" u="none" strike="noStrike" cap="none" normalizeH="0" baseline="0" dirty="0" err="1">
                <a:ln>
                  <a:noFill/>
                </a:ln>
                <a:solidFill>
                  <a:schemeClr val="tx1"/>
                </a:solidFill>
                <a:effectLst/>
                <a:latin typeface="+mn-lt"/>
                <a:ea typeface="Consolas" panose="020B0609020204030204" pitchFamily="49" charset="0"/>
                <a:cs typeface="Consolas" panose="020B0609020204030204" pitchFamily="49" charset="0"/>
              </a:rPr>
              <a:t>CheckBoxGroup</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a:t>
            </a:r>
            <a:r>
              <a:rPr kumimoji="0" lang="en-US" altLang="fr-FR" sz="1200" b="0" i="0" u="none" strike="noStrike" cap="none" normalizeH="0" baseline="0" dirty="0">
                <a:ln>
                  <a:noFill/>
                </a:ln>
                <a:solidFill>
                  <a:srgbClr val="0000FF"/>
                </a:solidFill>
                <a:effectLst/>
                <a:latin typeface="+mn-lt"/>
                <a:ea typeface="Consolas" panose="020B0609020204030204" pitchFamily="49" charset="0"/>
                <a:cs typeface="Consolas" panose="020B0609020204030204" pitchFamily="49" charset="0"/>
              </a:rPr>
              <a:t>from </a:t>
            </a:r>
            <a:r>
              <a:rPr kumimoji="0" lang="en-US" altLang="fr-FR" sz="1200" b="0" i="0" u="none" strike="noStrike" cap="none" normalizeH="0" baseline="0" dirty="0">
                <a:ln>
                  <a:noFill/>
                </a:ln>
                <a:solidFill>
                  <a:srgbClr val="A21515"/>
                </a:solidFill>
                <a:effectLst/>
                <a:latin typeface="+mn-lt"/>
                <a:ea typeface="Consolas" panose="020B0609020204030204" pitchFamily="49" charset="0"/>
                <a:cs typeface="Consolas" panose="020B0609020204030204" pitchFamily="49" charset="0"/>
              </a:rPr>
              <a:t>'./</a:t>
            </a:r>
            <a:r>
              <a:rPr kumimoji="0" lang="en-US" altLang="fr-FR" sz="1200" b="0" i="0" u="none" strike="noStrike" cap="none" normalizeH="0" baseline="0" dirty="0" err="1">
                <a:ln>
                  <a:noFill/>
                </a:ln>
                <a:solidFill>
                  <a:srgbClr val="A21515"/>
                </a:solidFill>
                <a:effectLst/>
                <a:latin typeface="+mn-lt"/>
                <a:ea typeface="Consolas" panose="020B0609020204030204" pitchFamily="49" charset="0"/>
                <a:cs typeface="Consolas" panose="020B0609020204030204" pitchFamily="49" charset="0"/>
              </a:rPr>
              <a:t>CheckBoxGroup</a:t>
            </a:r>
            <a:r>
              <a:rPr kumimoji="0" lang="en-US" altLang="fr-FR" sz="1200" b="0" i="0" u="none" strike="noStrike" cap="none" normalizeH="0" baseline="0" dirty="0">
                <a:ln>
                  <a:noFill/>
                </a:ln>
                <a:solidFill>
                  <a:srgbClr val="A21515"/>
                </a:solidFill>
                <a:effectLst/>
                <a:latin typeface="+mn-lt"/>
                <a:ea typeface="Consolas" panose="020B0609020204030204" pitchFamily="49" charset="0"/>
                <a:cs typeface="Consolas" panose="020B0609020204030204" pitchFamily="49" charset="0"/>
              </a:rPr>
              <a:t>’</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200" b="0" i="0" u="none" strike="noStrike" cap="none" normalizeH="0" baseline="0" dirty="0">
                <a:ln>
                  <a:noFill/>
                </a:ln>
                <a:solidFill>
                  <a:srgbClr val="0000FF"/>
                </a:solidFill>
                <a:effectLst/>
                <a:latin typeface="+mn-lt"/>
                <a:ea typeface="Consolas" panose="020B0609020204030204" pitchFamily="49" charset="0"/>
                <a:cs typeface="Consolas" panose="020B0609020204030204" pitchFamily="49" charset="0"/>
              </a:rPr>
              <a:t>var </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checkboxes = [</a:t>
            </a:r>
            <a:endParaRPr kumimoji="0" lang="fr-FR" altLang="fr-FR"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value : </a:t>
            </a:r>
            <a:r>
              <a:rPr kumimoji="0" lang="en-US" altLang="fr-FR" sz="1200" b="0" i="0" u="none" strike="noStrike" cap="none" normalizeH="0" baseline="0" dirty="0">
                <a:ln>
                  <a:noFill/>
                </a:ln>
                <a:solidFill>
                  <a:srgbClr val="098557"/>
                </a:solidFill>
                <a:effectLst/>
                <a:latin typeface="+mn-lt"/>
                <a:ea typeface="Consolas" panose="020B0609020204030204" pitchFamily="49" charset="0"/>
                <a:cs typeface="Consolas" panose="020B0609020204030204" pitchFamily="49" charset="0"/>
              </a:rPr>
              <a:t>1</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text : </a:t>
            </a:r>
            <a:r>
              <a:rPr kumimoji="0" lang="en-US" altLang="fr-FR" sz="1200" b="0" i="0" u="none" strike="noStrike" cap="none" normalizeH="0" baseline="0" dirty="0">
                <a:ln>
                  <a:noFill/>
                </a:ln>
                <a:solidFill>
                  <a:srgbClr val="A21515"/>
                </a:solidFill>
                <a:effectLst/>
                <a:latin typeface="+mn-lt"/>
                <a:ea typeface="Consolas" panose="020B0609020204030204" pitchFamily="49" charset="0"/>
                <a:cs typeface="Consolas" panose="020B0609020204030204" pitchFamily="49" charset="0"/>
              </a:rPr>
              <a:t>"check1" </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endParaRPr kumimoji="0" lang="fr-FR" altLang="fr-FR"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value : </a:t>
            </a:r>
            <a:r>
              <a:rPr kumimoji="0" lang="en-US" altLang="fr-FR" sz="1200" b="0" i="0" u="none" strike="noStrike" cap="none" normalizeH="0" baseline="0" dirty="0">
                <a:ln>
                  <a:noFill/>
                </a:ln>
                <a:solidFill>
                  <a:srgbClr val="098557"/>
                </a:solidFill>
                <a:effectLst/>
                <a:latin typeface="+mn-lt"/>
                <a:ea typeface="Consolas" panose="020B0609020204030204" pitchFamily="49" charset="0"/>
                <a:cs typeface="Consolas" panose="020B0609020204030204" pitchFamily="49" charset="0"/>
              </a:rPr>
              <a:t>2</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text : </a:t>
            </a:r>
            <a:r>
              <a:rPr kumimoji="0" lang="en-US" altLang="fr-FR" sz="1200" b="0" i="0" u="none" strike="noStrike" cap="none" normalizeH="0" baseline="0" dirty="0">
                <a:ln>
                  <a:noFill/>
                </a:ln>
                <a:solidFill>
                  <a:srgbClr val="A21515"/>
                </a:solidFill>
                <a:effectLst/>
                <a:latin typeface="+mn-lt"/>
                <a:ea typeface="Consolas" panose="020B0609020204030204" pitchFamily="49" charset="0"/>
                <a:cs typeface="Consolas" panose="020B0609020204030204" pitchFamily="49" charset="0"/>
              </a:rPr>
              <a:t>"check2"</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checked : </a:t>
            </a:r>
            <a:r>
              <a:rPr kumimoji="0" lang="en-US" altLang="fr-FR" sz="1200" b="0" i="0" u="none" strike="noStrike" cap="none" normalizeH="0" baseline="0" dirty="0">
                <a:ln>
                  <a:noFill/>
                </a:ln>
                <a:solidFill>
                  <a:srgbClr val="0000FF"/>
                </a:solidFill>
                <a:effectLst/>
                <a:latin typeface="+mn-lt"/>
                <a:ea typeface="Consolas" panose="020B0609020204030204" pitchFamily="49" charset="0"/>
                <a:cs typeface="Consolas" panose="020B0609020204030204" pitchFamily="49" charset="0"/>
              </a:rPr>
              <a:t>true </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endParaRPr kumimoji="0" lang="fr-FR" altLang="fr-FR"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value : </a:t>
            </a:r>
            <a:r>
              <a:rPr kumimoji="0" lang="en-US" altLang="fr-FR" sz="1200" b="0" i="0" u="none" strike="noStrike" cap="none" normalizeH="0" baseline="0" dirty="0">
                <a:ln>
                  <a:noFill/>
                </a:ln>
                <a:solidFill>
                  <a:srgbClr val="098557"/>
                </a:solidFill>
                <a:effectLst/>
                <a:latin typeface="+mn-lt"/>
                <a:ea typeface="Consolas" panose="020B0609020204030204" pitchFamily="49" charset="0"/>
                <a:cs typeface="Consolas" panose="020B0609020204030204" pitchFamily="49" charset="0"/>
              </a:rPr>
              <a:t>3</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text : </a:t>
            </a:r>
            <a:r>
              <a:rPr kumimoji="0" lang="en-US" altLang="fr-FR" sz="1200" b="0" i="0" u="none" strike="noStrike" cap="none" normalizeH="0" baseline="0" dirty="0">
                <a:ln>
                  <a:noFill/>
                </a:ln>
                <a:solidFill>
                  <a:srgbClr val="A21515"/>
                </a:solidFill>
                <a:effectLst/>
                <a:latin typeface="+mn-lt"/>
                <a:ea typeface="Consolas" panose="020B0609020204030204" pitchFamily="49" charset="0"/>
                <a:cs typeface="Consolas" panose="020B0609020204030204" pitchFamily="49" charset="0"/>
              </a:rPr>
              <a:t>"check3"</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checked : </a:t>
            </a:r>
            <a:r>
              <a:rPr kumimoji="0" lang="en-US" altLang="fr-FR" sz="1200" b="0" i="0" u="none" strike="noStrike" cap="none" normalizeH="0" baseline="0" dirty="0">
                <a:ln>
                  <a:noFill/>
                </a:ln>
                <a:solidFill>
                  <a:srgbClr val="0000FF"/>
                </a:solidFill>
                <a:effectLst/>
                <a:latin typeface="+mn-lt"/>
                <a:ea typeface="Consolas" panose="020B0609020204030204" pitchFamily="49" charset="0"/>
                <a:cs typeface="Consolas" panose="020B0609020204030204" pitchFamily="49" charset="0"/>
              </a:rPr>
              <a:t>true </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endParaRPr kumimoji="0" lang="fr-FR" altLang="fr-FR"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value : </a:t>
            </a:r>
            <a:r>
              <a:rPr kumimoji="0" lang="en-US" altLang="fr-FR" sz="1200" b="0" i="0" u="none" strike="noStrike" cap="none" normalizeH="0" baseline="0" dirty="0">
                <a:ln>
                  <a:noFill/>
                </a:ln>
                <a:solidFill>
                  <a:srgbClr val="098557"/>
                </a:solidFill>
                <a:effectLst/>
                <a:latin typeface="+mn-lt"/>
                <a:ea typeface="Consolas" panose="020B0609020204030204" pitchFamily="49" charset="0"/>
                <a:cs typeface="Consolas" panose="020B0609020204030204" pitchFamily="49" charset="0"/>
              </a:rPr>
              <a:t>4</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text : </a:t>
            </a:r>
            <a:r>
              <a:rPr kumimoji="0" lang="en-US" altLang="fr-FR" sz="1200" b="0" i="0" u="none" strike="noStrike" cap="none" normalizeH="0" baseline="0" dirty="0">
                <a:ln>
                  <a:noFill/>
                </a:ln>
                <a:solidFill>
                  <a:srgbClr val="A21515"/>
                </a:solidFill>
                <a:effectLst/>
                <a:latin typeface="+mn-lt"/>
                <a:ea typeface="Consolas" panose="020B0609020204030204" pitchFamily="49" charset="0"/>
                <a:cs typeface="Consolas" panose="020B0609020204030204" pitchFamily="49" charset="0"/>
              </a:rPr>
              <a:t>"check4" </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endParaRPr kumimoji="0" lang="fr-FR" altLang="fr-FR"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endParaRPr kumimoji="0" lang="fr-FR" altLang="fr-FR"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fr-FR" sz="1200" b="0" i="0" u="none" strike="noStrike" cap="none" normalizeH="0" baseline="0" dirty="0">
                <a:ln>
                  <a:noFill/>
                </a:ln>
                <a:solidFill>
                  <a:srgbClr val="0000FF"/>
                </a:solidFill>
                <a:effectLst/>
                <a:latin typeface="+mn-lt"/>
                <a:ea typeface="Consolas" panose="020B0609020204030204" pitchFamily="49" charset="0"/>
                <a:cs typeface="Consolas" panose="020B0609020204030204" pitchFamily="49" charset="0"/>
              </a:rPr>
              <a:t>const </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root = </a:t>
            </a:r>
            <a:r>
              <a:rPr kumimoji="0" lang="en-US" altLang="fr-FR" sz="1200" b="0" i="0" u="none" strike="noStrike" cap="none" normalizeH="0" baseline="0" dirty="0" err="1">
                <a:ln>
                  <a:noFill/>
                </a:ln>
                <a:solidFill>
                  <a:schemeClr val="tx1"/>
                </a:solidFill>
                <a:effectLst/>
                <a:latin typeface="+mn-lt"/>
                <a:ea typeface="Consolas" panose="020B0609020204030204" pitchFamily="49" charset="0"/>
                <a:cs typeface="Consolas" panose="020B0609020204030204" pitchFamily="49" charset="0"/>
              </a:rPr>
              <a:t>ReactDOM.createRoot</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r>
              <a:rPr kumimoji="0" lang="en-US" altLang="fr-FR" sz="1200" b="0" i="0" u="none" strike="noStrike" cap="none" normalizeH="0" baseline="0" dirty="0" err="1">
                <a:ln>
                  <a:noFill/>
                </a:ln>
                <a:solidFill>
                  <a:schemeClr val="tx1"/>
                </a:solidFill>
                <a:effectLst/>
                <a:latin typeface="+mn-lt"/>
                <a:ea typeface="Consolas" panose="020B0609020204030204" pitchFamily="49" charset="0"/>
                <a:cs typeface="Consolas" panose="020B0609020204030204" pitchFamily="49" charset="0"/>
              </a:rPr>
              <a:t>document.getElementById</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r>
              <a:rPr kumimoji="0" lang="en-US" altLang="fr-FR" sz="1200" b="0" i="0" u="none" strike="noStrike" cap="none" normalizeH="0" baseline="0" dirty="0">
                <a:ln>
                  <a:noFill/>
                </a:ln>
                <a:solidFill>
                  <a:srgbClr val="A21515"/>
                </a:solidFill>
                <a:effectLst/>
                <a:latin typeface="+mn-lt"/>
                <a:ea typeface="Consolas" panose="020B0609020204030204" pitchFamily="49" charset="0"/>
                <a:cs typeface="Consolas" panose="020B0609020204030204" pitchFamily="49" charset="0"/>
              </a:rPr>
              <a:t>'root'</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 </a:t>
            </a:r>
            <a:r>
              <a:rPr kumimoji="0" lang="en-US" altLang="fr-FR" sz="1200" b="0" i="0" u="none" strike="noStrike" cap="none" normalizeH="0" baseline="0" dirty="0" err="1">
                <a:ln>
                  <a:noFill/>
                </a:ln>
                <a:solidFill>
                  <a:schemeClr val="tx1"/>
                </a:solidFill>
                <a:effectLst/>
                <a:latin typeface="+mn-lt"/>
                <a:ea typeface="Consolas" panose="020B0609020204030204" pitchFamily="49" charset="0"/>
                <a:cs typeface="Consolas" panose="020B0609020204030204" pitchFamily="49" charset="0"/>
              </a:rPr>
              <a:t>root.render</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r>
              <a:rPr kumimoji="0" lang="en-US" altLang="fr-FR" sz="1200" b="0" i="0" u="none" strike="noStrike" cap="none" normalizeH="0" baseline="0" dirty="0">
                <a:ln>
                  <a:noFill/>
                </a:ln>
                <a:solidFill>
                  <a:srgbClr val="800000"/>
                </a:solidFill>
                <a:effectLst/>
                <a:latin typeface="+mn-lt"/>
                <a:ea typeface="Consolas" panose="020B0609020204030204" pitchFamily="49" charset="0"/>
                <a:cs typeface="Consolas" panose="020B0609020204030204" pitchFamily="49" charset="0"/>
              </a:rPr>
              <a:t>&lt;</a:t>
            </a:r>
            <a:r>
              <a:rPr kumimoji="0" lang="en-US" altLang="fr-FR" sz="1200" b="0" i="0" u="none" strike="noStrike" cap="none" normalizeH="0" baseline="0" dirty="0" err="1">
                <a:ln>
                  <a:noFill/>
                </a:ln>
                <a:solidFill>
                  <a:srgbClr val="800000"/>
                </a:solidFill>
                <a:effectLst/>
                <a:latin typeface="+mn-lt"/>
                <a:ea typeface="Consolas" panose="020B0609020204030204" pitchFamily="49" charset="0"/>
                <a:cs typeface="Consolas" panose="020B0609020204030204" pitchFamily="49" charset="0"/>
              </a:rPr>
              <a:t>CheckBoxGroup</a:t>
            </a:r>
            <a:r>
              <a:rPr kumimoji="0" lang="en-US" altLang="fr-FR" sz="1200" b="0" i="0" u="none" strike="noStrike" cap="none" normalizeH="0" baseline="0" dirty="0">
                <a:ln>
                  <a:noFill/>
                </a:ln>
                <a:solidFill>
                  <a:srgbClr val="800000"/>
                </a:solidFill>
                <a:effectLst/>
                <a:latin typeface="+mn-lt"/>
                <a:ea typeface="Consolas" panose="020B0609020204030204" pitchFamily="49" charset="0"/>
                <a:cs typeface="Consolas" panose="020B0609020204030204" pitchFamily="49" charset="0"/>
              </a:rPr>
              <a:t> </a:t>
            </a:r>
            <a:r>
              <a:rPr kumimoji="0" lang="en-US" altLang="fr-FR" sz="1200" b="0" i="0" u="none" strike="noStrike" cap="none" normalizeH="0" baseline="0" dirty="0">
                <a:ln>
                  <a:noFill/>
                </a:ln>
                <a:solidFill>
                  <a:srgbClr val="FF0000"/>
                </a:solidFill>
                <a:effectLst/>
                <a:latin typeface="+mn-lt"/>
                <a:ea typeface="Consolas" panose="020B0609020204030204" pitchFamily="49" charset="0"/>
                <a:cs typeface="Consolas" panose="020B0609020204030204" pitchFamily="49" charset="0"/>
              </a:rPr>
              <a:t>checkboxes</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r>
              <a:rPr kumimoji="0" lang="en-US" altLang="fr-FR" sz="1200" b="0" i="0" u="none" strike="noStrike" cap="none" normalizeH="0" baseline="0" dirty="0">
                <a:ln>
                  <a:noFill/>
                </a:ln>
                <a:solidFill>
                  <a:srgbClr val="0000FF"/>
                </a:solidFill>
                <a:effectLst/>
                <a:latin typeface="+mn-lt"/>
                <a:ea typeface="Consolas" panose="020B0609020204030204" pitchFamily="49" charset="0"/>
                <a:cs typeface="Consolas" panose="020B0609020204030204" pitchFamily="49" charset="0"/>
              </a:rPr>
              <a:t>{</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checkboxes</a:t>
            </a:r>
            <a:r>
              <a:rPr kumimoji="0" lang="en-US" altLang="fr-FR" sz="1200" b="0" i="0" u="none" strike="noStrike" cap="none" normalizeH="0" baseline="0" dirty="0">
                <a:ln>
                  <a:noFill/>
                </a:ln>
                <a:solidFill>
                  <a:srgbClr val="0000FF"/>
                </a:solidFill>
                <a:effectLst/>
                <a:latin typeface="+mn-lt"/>
                <a:ea typeface="Consolas" panose="020B0609020204030204" pitchFamily="49" charset="0"/>
                <a:cs typeface="Consolas" panose="020B0609020204030204" pitchFamily="49" charset="0"/>
              </a:rPr>
              <a:t>} </a:t>
            </a:r>
            <a:r>
              <a:rPr kumimoji="0" lang="en-US" altLang="fr-FR" sz="1200" b="0" i="0" u="none" strike="noStrike" cap="none" normalizeH="0" baseline="0" dirty="0">
                <a:ln>
                  <a:noFill/>
                </a:ln>
                <a:solidFill>
                  <a:srgbClr val="800000"/>
                </a:solidFill>
                <a:effectLst/>
                <a:latin typeface="+mn-lt"/>
                <a:ea typeface="Consolas" panose="020B0609020204030204" pitchFamily="49" charset="0"/>
                <a:cs typeface="Consolas" panose="020B0609020204030204" pitchFamily="49" charset="0"/>
              </a:rPr>
              <a:t>/&gt;</a:t>
            </a:r>
            <a:r>
              <a:rPr kumimoji="0" lang="en-US" altLang="fr-FR" sz="1200" b="0" i="0" u="none" strike="noStrike" cap="none" normalizeH="0" baseline="0" dirty="0">
                <a:ln>
                  <a:noFill/>
                </a:ln>
                <a:solidFill>
                  <a:schemeClr val="tx1"/>
                </a:solidFill>
                <a:effectLst/>
                <a:latin typeface="+mn-lt"/>
                <a:ea typeface="Consolas" panose="020B0609020204030204" pitchFamily="49" charset="0"/>
                <a:cs typeface="Consolas" panose="020B0609020204030204" pitchFamily="49" charset="0"/>
              </a:rPr>
              <a:t>);</a:t>
            </a:r>
            <a:endParaRPr kumimoji="0" lang="fr-FR" altLang="fr-FR" sz="12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dirty="0">
                <a:ln>
                  <a:noFill/>
                </a:ln>
                <a:solidFill>
                  <a:schemeClr val="tx1"/>
                </a:solidFill>
                <a:effectLst/>
                <a:latin typeface="+mn-lt"/>
                <a:ea typeface="Calibri" panose="020F0502020204030204" pitchFamily="34" charset="0"/>
              </a:rPr>
              <a:t>On obtient l’affichage suivant :</a:t>
            </a:r>
            <a:endParaRPr kumimoji="0" lang="fr-FR" altLang="fr-FR" sz="1200" b="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521226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94851-ED0B-ACEE-E1F7-BAA72B0D4E4E}"/>
            </a:ext>
          </a:extLst>
        </p:cNvPr>
        <p:cNvGrpSpPr/>
        <p:nvPr/>
      </p:nvGrpSpPr>
      <p:grpSpPr>
        <a:xfrm>
          <a:off x="0" y="0"/>
          <a:ext cx="0" cy="0"/>
          <a:chOff x="0" y="0"/>
          <a:chExt cx="0" cy="0"/>
        </a:xfrm>
      </p:grpSpPr>
      <p:sp>
        <p:nvSpPr>
          <p:cNvPr id="3074" name="Rectangle 2059">
            <a:extLst>
              <a:ext uri="{FF2B5EF4-FFF2-40B4-BE49-F238E27FC236}">
                <a16:creationId xmlns:a16="http://schemas.microsoft.com/office/drawing/2014/main" id="{808EF141-1401-ADB8-13FC-33FC7C50F65B}"/>
              </a:ext>
            </a:extLst>
          </p:cNvPr>
          <p:cNvSpPr>
            <a:spLocks noGrp="1" noChangeArrowheads="1"/>
          </p:cNvSpPr>
          <p:nvPr>
            <p:ph type="ctrTitle" sz="quarter"/>
          </p:nvPr>
        </p:nvSpPr>
        <p:spPr>
          <a:xfrm>
            <a:off x="1289304" y="1972019"/>
            <a:ext cx="7091216" cy="1542363"/>
          </a:xfrm>
          <a:solidFill>
            <a:schemeClr val="bg1">
              <a:alpha val="50195"/>
            </a:schemeClr>
          </a:solidFill>
          <a:ln>
            <a:miter lim="800000"/>
            <a:headEnd/>
            <a:tailEnd/>
          </a:ln>
        </p:spPr>
        <p:txBody>
          <a:bodyPr>
            <a:normAutofit/>
          </a:bodyPr>
          <a:lstStyle/>
          <a:p>
            <a:pPr algn="ctr" fontAlgn="ctr">
              <a:spcBef>
                <a:spcPts val="0"/>
              </a:spcBef>
              <a:buSzPts val="1600"/>
            </a:pPr>
            <a:r>
              <a:rPr lang="fr-FR" sz="3600" b="1" dirty="0" err="1">
                <a:solidFill>
                  <a:schemeClr val="bg1"/>
                </a:solidFill>
                <a:latin typeface="Times New Roman" panose="02020603050405020304" pitchFamily="18" charset="0"/>
              </a:rPr>
              <a:t>React</a:t>
            </a:r>
            <a:r>
              <a:rPr lang="fr-FR" sz="3600" b="1" dirty="0">
                <a:solidFill>
                  <a:schemeClr val="bg1"/>
                </a:solidFill>
                <a:latin typeface="Times New Roman" panose="02020603050405020304" pitchFamily="18" charset="0"/>
              </a:rPr>
              <a:t> JS</a:t>
            </a:r>
            <a:br>
              <a:rPr lang="fr-FR" sz="3600" b="1" i="0" u="none" strike="noStrike" dirty="0">
                <a:solidFill>
                  <a:srgbClr val="000000"/>
                </a:solidFill>
                <a:effectLst/>
                <a:latin typeface="Times New Roman" panose="02020603050405020304" pitchFamily="18" charset="0"/>
              </a:rPr>
            </a:br>
            <a:endParaRPr lang="en-US" altLang="fr-FR" dirty="0">
              <a:solidFill>
                <a:schemeClr val="bg1"/>
              </a:solidFill>
              <a:latin typeface="Arial" panose="020B0604020202020204" pitchFamily="34" charset="0"/>
            </a:endParaRPr>
          </a:p>
        </p:txBody>
      </p:sp>
      <p:sp>
        <p:nvSpPr>
          <p:cNvPr id="3" name="ZoneTexte 2">
            <a:extLst>
              <a:ext uri="{FF2B5EF4-FFF2-40B4-BE49-F238E27FC236}">
                <a16:creationId xmlns:a16="http://schemas.microsoft.com/office/drawing/2014/main" id="{3817261D-9012-06CF-E770-085BC28BAA3E}"/>
              </a:ext>
            </a:extLst>
          </p:cNvPr>
          <p:cNvSpPr txBox="1"/>
          <p:nvPr/>
        </p:nvSpPr>
        <p:spPr>
          <a:xfrm>
            <a:off x="1289304" y="3707175"/>
            <a:ext cx="7091216" cy="2769989"/>
          </a:xfrm>
          <a:prstGeom prst="rect">
            <a:avLst/>
          </a:prstGeom>
          <a:noFill/>
        </p:spPr>
        <p:txBody>
          <a:bodyPr wrap="square">
            <a:spAutoFit/>
          </a:bodyPr>
          <a:lstStyle/>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Introduction à </a:t>
            </a:r>
            <a:r>
              <a:rPr lang="fr-FR" sz="2000" dirty="0" err="1">
                <a:solidFill>
                  <a:schemeClr val="bg1"/>
                </a:solidFill>
                <a:latin typeface="+mn-lt"/>
              </a:rPr>
              <a:t>React</a:t>
            </a:r>
            <a:r>
              <a:rPr lang="fr-FR" sz="2000" dirty="0">
                <a:solidFill>
                  <a:schemeClr val="bg1"/>
                </a:solidFill>
                <a:latin typeface="+mn-lt"/>
              </a:rPr>
              <a:t> JS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State</a:t>
            </a:r>
            <a:r>
              <a:rPr lang="fr-FR" sz="2000" b="1" dirty="0">
                <a:solidFill>
                  <a:srgbClr val="FFC000"/>
                </a:solidFill>
                <a:latin typeface="+mn-lt"/>
              </a:rPr>
              <a:t> </a:t>
            </a:r>
            <a:r>
              <a:rPr lang="fr-FR" sz="2000" dirty="0">
                <a:solidFill>
                  <a:schemeClr val="bg1"/>
                </a:solidFill>
                <a:latin typeface="+mn-lt"/>
              </a:rPr>
              <a:t>et</a:t>
            </a:r>
            <a:r>
              <a:rPr lang="fr-FR" sz="2000" b="1" dirty="0">
                <a:solidFill>
                  <a:srgbClr val="FFC000"/>
                </a:solidFill>
                <a:latin typeface="+mn-lt"/>
              </a:rPr>
              <a:t> </a:t>
            </a:r>
            <a:r>
              <a:rPr lang="fr-FR" sz="2000" dirty="0" err="1">
                <a:solidFill>
                  <a:schemeClr val="bg1"/>
                </a:solidFill>
                <a:latin typeface="+mn-lt"/>
              </a:rPr>
              <a:t>Props</a:t>
            </a:r>
            <a:endParaRPr lang="fr-FR" sz="2000" dirty="0">
              <a:solidFill>
                <a:schemeClr val="bg1"/>
              </a:solidFill>
              <a:latin typeface="+mn-lt"/>
            </a:endParaRP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Gestion des événements et formulaires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b="1" dirty="0" err="1">
                <a:solidFill>
                  <a:srgbClr val="FFC000"/>
                </a:solidFill>
                <a:latin typeface="+mn-lt"/>
              </a:rPr>
              <a:t>Routing</a:t>
            </a:r>
            <a:r>
              <a:rPr lang="fr-FR" sz="2000" dirty="0">
                <a:solidFill>
                  <a:schemeClr val="bg1"/>
                </a:solidFill>
                <a:latin typeface="+mn-lt"/>
              </a:rPr>
              <a:t> </a:t>
            </a:r>
            <a:r>
              <a:rPr lang="fr-FR" sz="2000" b="1" dirty="0">
                <a:solidFill>
                  <a:srgbClr val="FFC000"/>
                </a:solidFill>
                <a:latin typeface="+mn-lt"/>
              </a:rPr>
              <a:t>avec</a:t>
            </a:r>
            <a:r>
              <a:rPr lang="fr-FR" sz="2000" dirty="0">
                <a:solidFill>
                  <a:schemeClr val="bg1"/>
                </a:solidFill>
                <a:latin typeface="+mn-lt"/>
              </a:rPr>
              <a:t> </a:t>
            </a:r>
            <a:r>
              <a:rPr lang="fr-FR" sz="2000" b="1" dirty="0" err="1">
                <a:solidFill>
                  <a:srgbClr val="FFC000"/>
                </a:solidFill>
                <a:latin typeface="+mn-lt"/>
              </a:rPr>
              <a:t>React</a:t>
            </a:r>
            <a:r>
              <a:rPr lang="fr-FR" sz="2000" dirty="0">
                <a:solidFill>
                  <a:schemeClr val="bg1"/>
                </a:solidFill>
                <a:latin typeface="+mn-lt"/>
              </a:rPr>
              <a:t> </a:t>
            </a:r>
            <a:r>
              <a:rPr lang="fr-FR" sz="2000" b="1" dirty="0">
                <a:solidFill>
                  <a:srgbClr val="FFC000"/>
                </a:solidFill>
                <a:latin typeface="+mn-lt"/>
              </a:rPr>
              <a:t>Router</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err="1">
                <a:solidFill>
                  <a:schemeClr val="bg1"/>
                </a:solidFill>
                <a:latin typeface="+mn-lt"/>
              </a:rPr>
              <a:t>Hooks</a:t>
            </a:r>
            <a:r>
              <a:rPr lang="fr-FR" sz="2000" dirty="0">
                <a:solidFill>
                  <a:schemeClr val="bg1"/>
                </a:solidFill>
                <a:latin typeface="+mn-lt"/>
              </a:rPr>
              <a:t> avancés et contexte</a:t>
            </a:r>
            <a:br>
              <a:rPr lang="fr-FR" sz="1200" b="0" i="0" u="none" strike="noStrike" dirty="0">
                <a:solidFill>
                  <a:schemeClr val="bg1"/>
                </a:solidFill>
                <a:effectLst/>
                <a:latin typeface="Arial" panose="020B0604020202020204" pitchFamily="34" charset="0"/>
              </a:rPr>
            </a:br>
            <a:endParaRPr lang="fr-FR" dirty="0">
              <a:solidFill>
                <a:schemeClr val="bg1"/>
              </a:solidFill>
            </a:endParaRPr>
          </a:p>
        </p:txBody>
      </p:sp>
      <p:pic>
        <p:nvPicPr>
          <p:cNvPr id="2" name="Image 1">
            <a:extLst>
              <a:ext uri="{FF2B5EF4-FFF2-40B4-BE49-F238E27FC236}">
                <a16:creationId xmlns:a16="http://schemas.microsoft.com/office/drawing/2014/main" id="{4D772151-5611-1A53-D435-15967D5F660A}"/>
              </a:ext>
            </a:extLst>
          </p:cNvPr>
          <p:cNvPicPr>
            <a:picLocks noChangeAspect="1"/>
          </p:cNvPicPr>
          <p:nvPr/>
        </p:nvPicPr>
        <p:blipFill>
          <a:blip r:embed="rId3"/>
          <a:stretch>
            <a:fillRect/>
          </a:stretch>
        </p:blipFill>
        <p:spPr>
          <a:xfrm>
            <a:off x="4124745" y="829020"/>
            <a:ext cx="894509" cy="870333"/>
          </a:xfrm>
          <a:prstGeom prst="rect">
            <a:avLst/>
          </a:prstGeom>
        </p:spPr>
      </p:pic>
    </p:spTree>
    <p:extLst>
      <p:ext uri="{BB962C8B-B14F-4D97-AF65-F5344CB8AC3E}">
        <p14:creationId xmlns:p14="http://schemas.microsoft.com/office/powerpoint/2010/main" val="2225088606"/>
      </p:ext>
    </p:extLst>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Routing</a:t>
            </a:r>
            <a:r>
              <a:rPr lang="fr-FR" sz="2400" b="1" dirty="0">
                <a:solidFill>
                  <a:schemeClr val="accent1">
                    <a:lumMod val="75000"/>
                  </a:schemeClr>
                </a:solidFill>
              </a:rPr>
              <a:t> avec </a:t>
            </a:r>
            <a:r>
              <a:rPr lang="fr-FR" sz="2400" b="1" dirty="0" err="1">
                <a:solidFill>
                  <a:schemeClr val="accent1">
                    <a:lumMod val="75000"/>
                  </a:schemeClr>
                </a:solidFill>
              </a:rPr>
              <a:t>React</a:t>
            </a:r>
            <a:r>
              <a:rPr lang="fr-FR" sz="2400" b="1" dirty="0">
                <a:solidFill>
                  <a:schemeClr val="accent1">
                    <a:lumMod val="75000"/>
                  </a:schemeClr>
                </a:solidFill>
              </a:rPr>
              <a:t> Router</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3592971"/>
          </a:xfrm>
          <a:prstGeom prst="rect">
            <a:avLst/>
          </a:prstGeom>
          <a:noFill/>
        </p:spPr>
        <p:txBody>
          <a:bodyPr wrap="square">
            <a:spAutoFit/>
          </a:bodyPr>
          <a:lstStyle/>
          <a:p>
            <a:pPr marR="526415" algn="l">
              <a:lnSpc>
                <a:spcPct val="107000"/>
              </a:lnSpc>
              <a:spcBef>
                <a:spcPts val="580"/>
              </a:spcBef>
              <a:spcAft>
                <a:spcPts val="0"/>
              </a:spcAft>
            </a:pPr>
            <a:r>
              <a:rPr lang="fr-FR" b="1" dirty="0">
                <a:solidFill>
                  <a:schemeClr val="accent1">
                    <a:lumMod val="75000"/>
                  </a:schemeClr>
                </a:solidFill>
                <a:latin typeface="+mn-lt"/>
                <a:ea typeface="+mj-ea"/>
                <a:cs typeface="+mj-cs"/>
              </a:rPr>
              <a:t>Gestion du routage</a:t>
            </a:r>
          </a:p>
          <a:p>
            <a:pPr marL="371475" indent="-285750" algn="l">
              <a:spcBef>
                <a:spcPts val="600"/>
              </a:spcBef>
              <a:buFont typeface="Wingdings" panose="05000000000000000000" pitchFamily="2" charset="2"/>
              <a:buChar char="§"/>
            </a:pPr>
            <a:r>
              <a:rPr lang="fr-FR" sz="1400" dirty="0">
                <a:effectLst/>
                <a:latin typeface="Calibri" panose="020F0502020204030204" pitchFamily="34" charset="0"/>
                <a:ea typeface="Calibri" panose="020F0502020204030204" pitchFamily="34" charset="0"/>
              </a:rPr>
              <a:t>Le routage est la capacité d'afficher différentes pages à l'utilisateur. </a:t>
            </a:r>
          </a:p>
          <a:p>
            <a:pPr marL="371475" indent="-285750" algn="l">
              <a:spcBef>
                <a:spcPts val="600"/>
              </a:spcBef>
              <a:buFont typeface="Wingdings" panose="05000000000000000000" pitchFamily="2" charset="2"/>
              <a:buChar char="§"/>
            </a:pPr>
            <a:r>
              <a:rPr lang="fr-FR" sz="1400" dirty="0">
                <a:effectLst/>
                <a:latin typeface="Calibri" panose="020F0502020204030204" pitchFamily="34" charset="0"/>
                <a:ea typeface="Calibri" panose="020F0502020204030204" pitchFamily="34" charset="0"/>
              </a:rPr>
              <a:t>Cela signifie qu'il donne</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la</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possibilité</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naviguer</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entre</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les</a:t>
            </a:r>
            <a:r>
              <a:rPr lang="fr-FR" sz="1400" spc="-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différentes</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parties</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d'une</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application</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en</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entrant une URL ou en cliquant sur un élément.</a:t>
            </a:r>
          </a:p>
          <a:p>
            <a:pPr marL="371475" indent="-285750" algn="l">
              <a:spcBef>
                <a:spcPts val="600"/>
              </a:spcBef>
              <a:buFont typeface="Wingdings" panose="05000000000000000000" pitchFamily="2" charset="2"/>
              <a:buChar char="§"/>
            </a:pPr>
            <a:r>
              <a:rPr lang="fr-FR" sz="1400" dirty="0">
                <a:effectLst/>
                <a:latin typeface="Calibri" panose="020F0502020204030204" pitchFamily="34" charset="0"/>
                <a:ea typeface="Calibri" panose="020F0502020204030204" pitchFamily="34" charset="0"/>
              </a:rPr>
              <a:t>L'idée de Router (Routeur) est tellement utile car vous travaillez avec </a:t>
            </a:r>
            <a:r>
              <a:rPr lang="fr-FR" sz="1400" dirty="0" err="1">
                <a:effectLst/>
                <a:latin typeface="Calibri" panose="020F0502020204030204" pitchFamily="34" charset="0"/>
                <a:ea typeface="Calibri" panose="020F0502020204030204" pitchFamily="34" charset="0"/>
              </a:rPr>
              <a:t>React</a:t>
            </a:r>
            <a:r>
              <a:rPr lang="fr-FR" sz="1400" dirty="0">
                <a:effectLst/>
                <a:latin typeface="Calibri" panose="020F0502020204030204" pitchFamily="34" charset="0"/>
                <a:ea typeface="Calibri" panose="020F0502020204030204" pitchFamily="34" charset="0"/>
              </a:rPr>
              <a:t>, une bibliothèque Javascript</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pour</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programmer</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des</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applications</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d'une</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seule</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page</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(Single</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Page Application). Afin de développer une application </a:t>
            </a:r>
            <a:r>
              <a:rPr lang="fr-FR" sz="1400" dirty="0" err="1">
                <a:effectLst/>
                <a:latin typeface="Calibri" panose="020F0502020204030204" pitchFamily="34" charset="0"/>
                <a:ea typeface="Calibri" panose="020F0502020204030204" pitchFamily="34" charset="0"/>
              </a:rPr>
              <a:t>React</a:t>
            </a:r>
            <a:r>
              <a:rPr lang="fr-FR" sz="1400" dirty="0">
                <a:effectLst/>
                <a:latin typeface="Calibri" panose="020F0502020204030204" pitchFamily="34" charset="0"/>
                <a:ea typeface="Calibri" panose="020F0502020204030204" pitchFamily="34" charset="0"/>
              </a:rPr>
              <a:t> il vous faut écrire</a:t>
            </a:r>
          </a:p>
          <a:p>
            <a:pPr marL="828675" lvl="1" indent="-285750" algn="l">
              <a:spcBef>
                <a:spcPts val="600"/>
              </a:spcBef>
              <a:buFont typeface="Courier New" panose="02070309020205020404" pitchFamily="49" charset="0"/>
              <a:buChar char="o"/>
            </a:pPr>
            <a:r>
              <a:rPr lang="fr-FR" sz="1400" dirty="0">
                <a:latin typeface="Calibri" panose="020F0502020204030204" pitchFamily="34" charset="0"/>
                <a:ea typeface="Calibri" panose="020F0502020204030204" pitchFamily="34" charset="0"/>
              </a:rPr>
              <a:t>P</a:t>
            </a:r>
            <a:r>
              <a:rPr lang="fr-FR" sz="1400" dirty="0">
                <a:effectLst/>
                <a:latin typeface="Calibri" panose="020F0502020204030204" pitchFamily="34" charset="0"/>
                <a:ea typeface="Calibri" panose="020F0502020204030204" pitchFamily="34" charset="0"/>
              </a:rPr>
              <a:t>lusieurs</a:t>
            </a:r>
            <a:r>
              <a:rPr lang="fr-FR" sz="1400" spc="-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Component</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mais</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il</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a</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besoin</a:t>
            </a:r>
            <a:r>
              <a:rPr lang="fr-FR" sz="1400" spc="-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d'un</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seul</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fichier</a:t>
            </a:r>
            <a:r>
              <a:rPr lang="fr-FR" sz="1400" spc="-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afin</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servir</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des utilisateurs, c'est index.html.</a:t>
            </a:r>
          </a:p>
          <a:p>
            <a:pPr marL="828675" lvl="1" indent="-285750" algn="l">
              <a:spcBef>
                <a:spcPts val="600"/>
              </a:spcBef>
              <a:buFont typeface="Courier New" panose="02070309020205020404" pitchFamily="49" charset="0"/>
              <a:buChar char="o"/>
            </a:pPr>
            <a:r>
              <a:rPr lang="fr-FR" sz="1400" dirty="0">
                <a:effectLst/>
                <a:latin typeface="Calibri" panose="020F0502020204030204" pitchFamily="34" charset="0"/>
                <a:ea typeface="Calibri" panose="020F0502020204030204" pitchFamily="34" charset="0"/>
              </a:rPr>
              <a:t>Par</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défaut,</a:t>
            </a:r>
            <a:r>
              <a:rPr lang="fr-FR" sz="1400" spc="-25" dirty="0">
                <a:effectLst/>
                <a:latin typeface="Calibri" panose="020F0502020204030204" pitchFamily="34" charset="0"/>
                <a:ea typeface="Calibri" panose="020F0502020204030204" pitchFamily="34" charset="0"/>
              </a:rPr>
              <a:t> </a:t>
            </a:r>
            <a:r>
              <a:rPr lang="fr-FR" sz="1400" dirty="0" err="1">
                <a:effectLst/>
                <a:latin typeface="Calibri" panose="020F0502020204030204" pitchFamily="34" charset="0"/>
                <a:ea typeface="Calibri" panose="020F0502020204030204" pitchFamily="34" charset="0"/>
              </a:rPr>
              <a:t>React</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vient</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sans</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routage.</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Et</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pour</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l'activer,</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nous</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devons</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ajouter</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une bibliothèque nommée </a:t>
            </a:r>
            <a:r>
              <a:rPr lang="fr-FR" sz="1400" dirty="0" err="1">
                <a:effectLst/>
                <a:latin typeface="Calibri" panose="020F0502020204030204" pitchFamily="34" charset="0"/>
                <a:ea typeface="Calibri" panose="020F0502020204030204" pitchFamily="34" charset="0"/>
              </a:rPr>
              <a:t>react</a:t>
            </a:r>
            <a:r>
              <a:rPr lang="fr-FR" sz="1400" dirty="0">
                <a:effectLst/>
                <a:latin typeface="Calibri" panose="020F0502020204030204" pitchFamily="34" charset="0"/>
                <a:ea typeface="Calibri" panose="020F0502020204030204" pitchFamily="34" charset="0"/>
              </a:rPr>
              <a:t>-router.</a:t>
            </a:r>
          </a:p>
          <a:p>
            <a:pPr marL="828675" lvl="1" indent="-285750" algn="l">
              <a:spcBef>
                <a:spcPts val="600"/>
              </a:spcBef>
              <a:buFont typeface="Courier New" panose="02070309020205020404" pitchFamily="49" charset="0"/>
              <a:buChar char="o"/>
            </a:pPr>
            <a:r>
              <a:rPr lang="fr-FR" sz="1400" dirty="0">
                <a:effectLst/>
                <a:latin typeface="Calibri" panose="020F0502020204030204" pitchFamily="34" charset="0"/>
                <a:ea typeface="Calibri" panose="020F0502020204030204" pitchFamily="34" charset="0"/>
              </a:rPr>
              <a:t>Pour</a:t>
            </a:r>
            <a:r>
              <a:rPr lang="fr-FR" sz="1400" spc="-4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l'installer,</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vous</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devrez</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exécuter</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la</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commande</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suivante</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dans</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votre</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terminal</a:t>
            </a:r>
            <a:r>
              <a:rPr lang="fr-FR" sz="1400" spc="-25" dirty="0">
                <a:effectLst/>
                <a:latin typeface="Calibri" panose="020F0502020204030204" pitchFamily="34" charset="0"/>
                <a:ea typeface="Calibri" panose="020F0502020204030204" pitchFamily="34" charset="0"/>
              </a:rPr>
              <a:t> </a:t>
            </a:r>
            <a:r>
              <a:rPr lang="fr-FR" sz="1400" spc="-50" dirty="0">
                <a:effectLst/>
                <a:latin typeface="Calibri" panose="020F0502020204030204" pitchFamily="34" charset="0"/>
                <a:ea typeface="Calibri" panose="020F0502020204030204" pitchFamily="34" charset="0"/>
              </a:rPr>
              <a:t>:</a:t>
            </a:r>
          </a:p>
          <a:p>
            <a:pPr marL="85725" lvl="1" algn="l">
              <a:spcBef>
                <a:spcPts val="600"/>
              </a:spcBef>
            </a:pPr>
            <a:endParaRPr lang="fr-FR" sz="1400" dirty="0">
              <a:effectLst/>
              <a:latin typeface="Calibri" panose="020F0502020204030204" pitchFamily="34" charset="0"/>
              <a:ea typeface="Calibri" panose="020F0502020204030204" pitchFamily="34" charset="0"/>
            </a:endParaRPr>
          </a:p>
          <a:p>
            <a:pPr marR="526415" algn="l">
              <a:lnSpc>
                <a:spcPct val="107000"/>
              </a:lnSpc>
              <a:spcBef>
                <a:spcPts val="580"/>
              </a:spcBef>
              <a:spcAft>
                <a:spcPts val="0"/>
              </a:spcAft>
            </a:pPr>
            <a:endParaRPr lang="fr-FR" b="1" dirty="0">
              <a:solidFill>
                <a:schemeClr val="accent1">
                  <a:lumMod val="75000"/>
                </a:schemeClr>
              </a:solidFill>
              <a:latin typeface="+mn-lt"/>
              <a:ea typeface="+mj-ea"/>
              <a:cs typeface="+mj-cs"/>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 name="Textbox 13">
            <a:extLst>
              <a:ext uri="{FF2B5EF4-FFF2-40B4-BE49-F238E27FC236}">
                <a16:creationId xmlns:a16="http://schemas.microsoft.com/office/drawing/2014/main" id="{8FC37A71-3CEB-C526-CE77-6B3692D50038}"/>
              </a:ext>
            </a:extLst>
          </p:cNvPr>
          <p:cNvSpPr txBox="1">
            <a:spLocks/>
          </p:cNvSpPr>
          <p:nvPr/>
        </p:nvSpPr>
        <p:spPr>
          <a:xfrm>
            <a:off x="1739031" y="3938074"/>
            <a:ext cx="5527040" cy="338455"/>
          </a:xfrm>
          <a:prstGeom prst="rect">
            <a:avLst/>
          </a:prstGeom>
          <a:solidFill>
            <a:srgbClr val="404040"/>
          </a:solidFill>
        </p:spPr>
        <p:txBody>
          <a:bodyPr wrap="square" lIns="0" tIns="0" rIns="0" bIns="0" rtlCol="0">
            <a:noAutofit/>
          </a:bodyPr>
          <a:lstStyle/>
          <a:p>
            <a:pPr marL="68580" algn="l">
              <a:spcBef>
                <a:spcPts val="595"/>
              </a:spcBef>
              <a:spcAft>
                <a:spcPts val="0"/>
              </a:spcAft>
            </a:pPr>
            <a:r>
              <a:rPr lang="fr-FR">
                <a:solidFill>
                  <a:srgbClr val="FFFFFF"/>
                </a:solidFill>
                <a:effectLst/>
                <a:latin typeface="Calibri" panose="020F0502020204030204" pitchFamily="34" charset="0"/>
                <a:ea typeface="Calibri" panose="020F0502020204030204" pitchFamily="34" charset="0"/>
              </a:rPr>
              <a:t>npm</a:t>
            </a:r>
            <a:r>
              <a:rPr lang="fr-FR" spc="-35">
                <a:solidFill>
                  <a:srgbClr val="FFFFFF"/>
                </a:solidFill>
                <a:effectLst/>
                <a:latin typeface="Calibri" panose="020F0502020204030204" pitchFamily="34" charset="0"/>
                <a:ea typeface="Calibri" panose="020F0502020204030204" pitchFamily="34" charset="0"/>
              </a:rPr>
              <a:t> </a:t>
            </a:r>
            <a:r>
              <a:rPr lang="fr-FR">
                <a:solidFill>
                  <a:srgbClr val="FFFFFF"/>
                </a:solidFill>
                <a:effectLst/>
                <a:latin typeface="Calibri" panose="020F0502020204030204" pitchFamily="34" charset="0"/>
                <a:ea typeface="Calibri" panose="020F0502020204030204" pitchFamily="34" charset="0"/>
              </a:rPr>
              <a:t>install</a:t>
            </a:r>
            <a:r>
              <a:rPr lang="fr-FR" spc="-30">
                <a:solidFill>
                  <a:srgbClr val="FFFFFF"/>
                </a:solidFill>
                <a:effectLst/>
                <a:latin typeface="Calibri" panose="020F0502020204030204" pitchFamily="34" charset="0"/>
                <a:ea typeface="Calibri" panose="020F0502020204030204" pitchFamily="34" charset="0"/>
              </a:rPr>
              <a:t> </a:t>
            </a:r>
            <a:r>
              <a:rPr lang="fr-FR">
                <a:solidFill>
                  <a:srgbClr val="FFFFFF"/>
                </a:solidFill>
                <a:effectLst/>
                <a:latin typeface="Calibri" panose="020F0502020204030204" pitchFamily="34" charset="0"/>
                <a:ea typeface="Calibri" panose="020F0502020204030204" pitchFamily="34" charset="0"/>
              </a:rPr>
              <a:t>react-router-</a:t>
            </a:r>
            <a:r>
              <a:rPr lang="fr-FR" spc="-25">
                <a:solidFill>
                  <a:srgbClr val="FFFFFF"/>
                </a:solidFill>
                <a:effectLst/>
                <a:latin typeface="Calibri" panose="020F0502020204030204" pitchFamily="34" charset="0"/>
                <a:ea typeface="Calibri" panose="020F0502020204030204" pitchFamily="34" charset="0"/>
              </a:rPr>
              <a:t>dom</a:t>
            </a:r>
            <a:endParaRPr lang="fr-FR">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2379891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Routing</a:t>
            </a:r>
            <a:r>
              <a:rPr lang="fr-FR" sz="2400" b="1" dirty="0">
                <a:solidFill>
                  <a:schemeClr val="accent1">
                    <a:lumMod val="75000"/>
                  </a:schemeClr>
                </a:solidFill>
              </a:rPr>
              <a:t> avec </a:t>
            </a:r>
            <a:r>
              <a:rPr lang="fr-FR" sz="2400" b="1" dirty="0" err="1">
                <a:solidFill>
                  <a:schemeClr val="accent1">
                    <a:lumMod val="75000"/>
                  </a:schemeClr>
                </a:solidFill>
              </a:rPr>
              <a:t>React</a:t>
            </a:r>
            <a:r>
              <a:rPr lang="fr-FR" sz="2400" b="1" dirty="0">
                <a:solidFill>
                  <a:schemeClr val="accent1">
                    <a:lumMod val="75000"/>
                  </a:schemeClr>
                </a:solidFill>
              </a:rPr>
              <a:t> Router</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863634"/>
          </a:xfrm>
          <a:prstGeom prst="rect">
            <a:avLst/>
          </a:prstGeom>
          <a:noFill/>
        </p:spPr>
        <p:txBody>
          <a:bodyPr wrap="square">
            <a:spAutoFit/>
          </a:bodyPr>
          <a:lstStyle/>
          <a:p>
            <a:pPr marR="526415" algn="l">
              <a:lnSpc>
                <a:spcPct val="107000"/>
              </a:lnSpc>
              <a:spcBef>
                <a:spcPts val="580"/>
              </a:spcBef>
              <a:spcAft>
                <a:spcPts val="0"/>
              </a:spcAft>
            </a:pPr>
            <a:r>
              <a:rPr lang="fr-FR" b="1" dirty="0">
                <a:solidFill>
                  <a:schemeClr val="accent1">
                    <a:lumMod val="75000"/>
                  </a:schemeClr>
                </a:solidFill>
                <a:latin typeface="+mn-lt"/>
                <a:ea typeface="+mj-ea"/>
                <a:cs typeface="+mj-cs"/>
              </a:rPr>
              <a:t>Gestion du routage</a:t>
            </a:r>
          </a:p>
          <a:p>
            <a:pPr marL="85725" lvl="1" algn="l">
              <a:spcBef>
                <a:spcPts val="600"/>
              </a:spcBef>
            </a:pPr>
            <a:r>
              <a:rPr lang="fr-FR" sz="1400" dirty="0">
                <a:effectLst/>
                <a:latin typeface="Calibri" panose="020F0502020204030204" pitchFamily="34" charset="0"/>
                <a:ea typeface="Calibri" panose="020F0502020204030204" pitchFamily="34" charset="0"/>
              </a:rPr>
              <a:t>Le </a:t>
            </a:r>
            <a:r>
              <a:rPr lang="fr-FR" sz="1400" dirty="0" err="1">
                <a:effectLst/>
                <a:latin typeface="Calibri" panose="020F0502020204030204" pitchFamily="34" charset="0"/>
                <a:ea typeface="Calibri" panose="020F0502020204030204" pitchFamily="34" charset="0"/>
              </a:rPr>
              <a:t>React</a:t>
            </a:r>
            <a:r>
              <a:rPr lang="fr-FR" sz="1400" dirty="0">
                <a:effectLst/>
                <a:latin typeface="Calibri" panose="020F0502020204030204" pitchFamily="34" charset="0"/>
                <a:ea typeface="Calibri" panose="020F0502020204030204" pitchFamily="34" charset="0"/>
              </a:rPr>
              <a:t> Router permet de définir des URL dynamiques et de sélectionner un</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Composant</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approprié</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pour</a:t>
            </a:r>
            <a:r>
              <a:rPr lang="fr-FR" sz="1400" spc="-20" dirty="0">
                <a:effectLst/>
                <a:latin typeface="Calibri" panose="020F0502020204030204" pitchFamily="34" charset="0"/>
                <a:ea typeface="Calibri" panose="020F0502020204030204" pitchFamily="34" charset="0"/>
              </a:rPr>
              <a:t> </a:t>
            </a:r>
            <a:r>
              <a:rPr lang="fr-FR" sz="1400" dirty="0" err="1">
                <a:effectLst/>
                <a:latin typeface="Calibri" panose="020F0502020204030204" pitchFamily="34" charset="0"/>
                <a:ea typeface="Calibri" panose="020F0502020204030204" pitchFamily="34" charset="0"/>
              </a:rPr>
              <a:t>render</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(afficher)</a:t>
            </a:r>
            <a:r>
              <a:rPr lang="fr-FR" sz="1400" spc="-3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sur</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le</a:t>
            </a:r>
            <a:r>
              <a:rPr lang="fr-FR" sz="1400" spc="-3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navigateur</a:t>
            </a:r>
            <a:r>
              <a:rPr lang="fr-FR" sz="1400" spc="-3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d'utilisateur</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en correspondance à chaque URL.</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grpSp>
        <p:nvGrpSpPr>
          <p:cNvPr id="5" name="Group 14">
            <a:extLst>
              <a:ext uri="{FF2B5EF4-FFF2-40B4-BE49-F238E27FC236}">
                <a16:creationId xmlns:a16="http://schemas.microsoft.com/office/drawing/2014/main" id="{B0C5DE62-C226-D994-E88D-B02A336D386C}"/>
              </a:ext>
            </a:extLst>
          </p:cNvPr>
          <p:cNvGrpSpPr>
            <a:grpSpLocks/>
          </p:cNvGrpSpPr>
          <p:nvPr/>
        </p:nvGrpSpPr>
        <p:grpSpPr>
          <a:xfrm>
            <a:off x="467833" y="1932939"/>
            <a:ext cx="7781658" cy="3883069"/>
            <a:chOff x="0" y="0"/>
            <a:chExt cx="5417820" cy="2992120"/>
          </a:xfrm>
        </p:grpSpPr>
        <p:sp>
          <p:nvSpPr>
            <p:cNvPr id="7" name="Graphic 15">
              <a:extLst>
                <a:ext uri="{FF2B5EF4-FFF2-40B4-BE49-F238E27FC236}">
                  <a16:creationId xmlns:a16="http://schemas.microsoft.com/office/drawing/2014/main" id="{8061C41E-2212-FD26-0BED-CE605A936F6F}"/>
                </a:ext>
              </a:extLst>
            </p:cNvPr>
            <p:cNvSpPr/>
            <p:nvPr/>
          </p:nvSpPr>
          <p:spPr>
            <a:xfrm>
              <a:off x="0" y="0"/>
              <a:ext cx="5417820" cy="2992120"/>
            </a:xfrm>
            <a:custGeom>
              <a:avLst/>
              <a:gdLst/>
              <a:ahLst/>
              <a:cxnLst/>
              <a:rect l="l" t="t" r="r" b="b"/>
              <a:pathLst>
                <a:path w="5417820" h="2992120">
                  <a:moveTo>
                    <a:pt x="5417820" y="0"/>
                  </a:moveTo>
                  <a:lnTo>
                    <a:pt x="0" y="0"/>
                  </a:lnTo>
                  <a:lnTo>
                    <a:pt x="0" y="2991612"/>
                  </a:lnTo>
                  <a:lnTo>
                    <a:pt x="5417820" y="2991612"/>
                  </a:lnTo>
                  <a:lnTo>
                    <a:pt x="5417820" y="0"/>
                  </a:lnTo>
                  <a:close/>
                </a:path>
              </a:pathLst>
            </a:custGeom>
          </p:spPr>
          <p:txBody>
            <a:bodyPr wrap="square" lIns="0" tIns="0" rIns="0" bIns="0" rtlCol="0">
              <a:noAutofit/>
            </a:bodyPr>
            <a:lstStyle/>
            <a:p>
              <a:pPr marL="536575">
                <a:lnSpc>
                  <a:spcPts val="1015"/>
                </a:lnSpc>
              </a:pPr>
              <a:endParaRPr lang="fr-FR" sz="1200" spc="-50">
                <a:solidFill>
                  <a:srgbClr val="FF0000"/>
                </a:solidFill>
                <a:latin typeface="Calibri" panose="020F0502020204030204" pitchFamily="34" charset="0"/>
                <a:ea typeface="Calibri" panose="020F0502020204030204" pitchFamily="34" charset="0"/>
              </a:endParaRPr>
            </a:p>
          </p:txBody>
        </p:sp>
        <p:sp>
          <p:nvSpPr>
            <p:cNvPr id="8" name="Graphic 16">
              <a:extLst>
                <a:ext uri="{FF2B5EF4-FFF2-40B4-BE49-F238E27FC236}">
                  <a16:creationId xmlns:a16="http://schemas.microsoft.com/office/drawing/2014/main" id="{F530903F-9F8F-8E07-1A11-B546D1275BC1}"/>
                </a:ext>
              </a:extLst>
            </p:cNvPr>
            <p:cNvSpPr/>
            <p:nvPr/>
          </p:nvSpPr>
          <p:spPr>
            <a:xfrm>
              <a:off x="2078736" y="617219"/>
              <a:ext cx="641985" cy="234950"/>
            </a:xfrm>
            <a:custGeom>
              <a:avLst/>
              <a:gdLst/>
              <a:ahLst/>
              <a:cxnLst/>
              <a:rect l="l" t="t" r="r" b="b"/>
              <a:pathLst>
                <a:path w="641985" h="234950">
                  <a:moveTo>
                    <a:pt x="609600" y="190246"/>
                  </a:moveTo>
                  <a:lnTo>
                    <a:pt x="76200" y="190246"/>
                  </a:lnTo>
                  <a:lnTo>
                    <a:pt x="76200" y="158496"/>
                  </a:lnTo>
                  <a:lnTo>
                    <a:pt x="0" y="196596"/>
                  </a:lnTo>
                  <a:lnTo>
                    <a:pt x="76200" y="234696"/>
                  </a:lnTo>
                  <a:lnTo>
                    <a:pt x="76200" y="202946"/>
                  </a:lnTo>
                  <a:lnTo>
                    <a:pt x="609600" y="202946"/>
                  </a:lnTo>
                  <a:lnTo>
                    <a:pt x="609600" y="190246"/>
                  </a:lnTo>
                  <a:close/>
                </a:path>
                <a:path w="641985" h="234950">
                  <a:moveTo>
                    <a:pt x="641604" y="38100"/>
                  </a:moveTo>
                  <a:lnTo>
                    <a:pt x="628904" y="31750"/>
                  </a:lnTo>
                  <a:lnTo>
                    <a:pt x="565404" y="0"/>
                  </a:lnTo>
                  <a:lnTo>
                    <a:pt x="565404" y="31750"/>
                  </a:lnTo>
                  <a:lnTo>
                    <a:pt x="32004" y="31750"/>
                  </a:lnTo>
                  <a:lnTo>
                    <a:pt x="32004" y="44450"/>
                  </a:lnTo>
                  <a:lnTo>
                    <a:pt x="565404" y="44450"/>
                  </a:lnTo>
                  <a:lnTo>
                    <a:pt x="565404" y="76200"/>
                  </a:lnTo>
                  <a:lnTo>
                    <a:pt x="628904" y="44450"/>
                  </a:lnTo>
                  <a:lnTo>
                    <a:pt x="641604" y="38100"/>
                  </a:lnTo>
                  <a:close/>
                </a:path>
              </a:pathLst>
            </a:custGeom>
            <a:solidFill>
              <a:srgbClr val="000000"/>
            </a:solidFill>
          </p:spPr>
          <p:txBody>
            <a:bodyPr wrap="square" lIns="0" tIns="0" rIns="0" bIns="0" rtlCol="0">
              <a:prstTxWarp prst="textNoShape">
                <a:avLst/>
              </a:prstTxWarp>
              <a:noAutofit/>
            </a:bodyPr>
            <a:lstStyle/>
            <a:p>
              <a:endParaRPr lang="fr-FR"/>
            </a:p>
          </p:txBody>
        </p:sp>
        <p:sp>
          <p:nvSpPr>
            <p:cNvPr id="10" name="Graphic 17">
              <a:extLst>
                <a:ext uri="{FF2B5EF4-FFF2-40B4-BE49-F238E27FC236}">
                  <a16:creationId xmlns:a16="http://schemas.microsoft.com/office/drawing/2014/main" id="{B689D3FC-16FB-BAB0-DE34-BF63A7024C58}"/>
                </a:ext>
              </a:extLst>
            </p:cNvPr>
            <p:cNvSpPr/>
            <p:nvPr/>
          </p:nvSpPr>
          <p:spPr>
            <a:xfrm>
              <a:off x="2983337" y="324611"/>
              <a:ext cx="1821180" cy="1092835"/>
            </a:xfrm>
            <a:custGeom>
              <a:avLst/>
              <a:gdLst/>
              <a:ahLst/>
              <a:cxnLst/>
              <a:rect l="l" t="t" r="r" b="b"/>
              <a:pathLst>
                <a:path w="1821180" h="1092835">
                  <a:moveTo>
                    <a:pt x="1821180" y="0"/>
                  </a:moveTo>
                  <a:lnTo>
                    <a:pt x="0" y="0"/>
                  </a:lnTo>
                  <a:lnTo>
                    <a:pt x="0" y="1092708"/>
                  </a:lnTo>
                  <a:lnTo>
                    <a:pt x="1821180" y="1092708"/>
                  </a:lnTo>
                  <a:lnTo>
                    <a:pt x="1821180" y="0"/>
                  </a:lnTo>
                  <a:close/>
                </a:path>
              </a:pathLst>
            </a:custGeom>
            <a:solidFill>
              <a:srgbClr val="5B9BD4"/>
            </a:solidFill>
          </p:spPr>
          <p:txBody>
            <a:bodyPr wrap="square" lIns="0" tIns="0" rIns="0" bIns="0" rtlCol="0">
              <a:prstTxWarp prst="textNoShape">
                <a:avLst/>
              </a:prstTxWarp>
              <a:noAutofit/>
            </a:bodyPr>
            <a:lstStyle/>
            <a:p>
              <a:endParaRPr lang="fr-FR"/>
            </a:p>
          </p:txBody>
        </p:sp>
        <p:sp>
          <p:nvSpPr>
            <p:cNvPr id="11" name="Graphic 18">
              <a:extLst>
                <a:ext uri="{FF2B5EF4-FFF2-40B4-BE49-F238E27FC236}">
                  <a16:creationId xmlns:a16="http://schemas.microsoft.com/office/drawing/2014/main" id="{64BD3AC7-270C-1792-AB45-459C4A151D9A}"/>
                </a:ext>
              </a:extLst>
            </p:cNvPr>
            <p:cNvSpPr/>
            <p:nvPr/>
          </p:nvSpPr>
          <p:spPr>
            <a:xfrm>
              <a:off x="2975667" y="324611"/>
              <a:ext cx="1821180" cy="1092835"/>
            </a:xfrm>
            <a:custGeom>
              <a:avLst/>
              <a:gdLst/>
              <a:ahLst/>
              <a:cxnLst/>
              <a:rect l="l" t="t" r="r" b="b"/>
              <a:pathLst>
                <a:path w="1821180" h="1092835">
                  <a:moveTo>
                    <a:pt x="0" y="1092708"/>
                  </a:moveTo>
                  <a:lnTo>
                    <a:pt x="1821180" y="1092708"/>
                  </a:lnTo>
                  <a:lnTo>
                    <a:pt x="1821180" y="0"/>
                  </a:lnTo>
                  <a:lnTo>
                    <a:pt x="0" y="0"/>
                  </a:lnTo>
                  <a:lnTo>
                    <a:pt x="0" y="1092708"/>
                  </a:lnTo>
                  <a:close/>
                </a:path>
              </a:pathLst>
            </a:custGeom>
            <a:ln w="12192">
              <a:solidFill>
                <a:srgbClr val="DEEBF7"/>
              </a:solidFill>
              <a:prstDash val="solid"/>
            </a:ln>
          </p:spPr>
          <p:txBody>
            <a:bodyPr wrap="square" lIns="0" tIns="0" rIns="0" bIns="0" rtlCol="0">
              <a:prstTxWarp prst="textNoShape">
                <a:avLst/>
              </a:prstTxWarp>
              <a:noAutofit/>
            </a:bodyPr>
            <a:lstStyle/>
            <a:p>
              <a:endParaRPr lang="fr-FR"/>
            </a:p>
          </p:txBody>
        </p:sp>
        <p:sp>
          <p:nvSpPr>
            <p:cNvPr id="15" name="Graphic 22">
              <a:extLst>
                <a:ext uri="{FF2B5EF4-FFF2-40B4-BE49-F238E27FC236}">
                  <a16:creationId xmlns:a16="http://schemas.microsoft.com/office/drawing/2014/main" id="{232AC9AD-B5FA-314C-3B73-1178B6746577}"/>
                </a:ext>
              </a:extLst>
            </p:cNvPr>
            <p:cNvSpPr/>
            <p:nvPr/>
          </p:nvSpPr>
          <p:spPr>
            <a:xfrm>
              <a:off x="2517648" y="2249423"/>
              <a:ext cx="768350" cy="527685"/>
            </a:xfrm>
            <a:custGeom>
              <a:avLst/>
              <a:gdLst/>
              <a:ahLst/>
              <a:cxnLst/>
              <a:rect l="l" t="t" r="r" b="b"/>
              <a:pathLst>
                <a:path w="768350" h="527685">
                  <a:moveTo>
                    <a:pt x="768096" y="0"/>
                  </a:moveTo>
                  <a:lnTo>
                    <a:pt x="0" y="0"/>
                  </a:lnTo>
                  <a:lnTo>
                    <a:pt x="0" y="527303"/>
                  </a:lnTo>
                  <a:lnTo>
                    <a:pt x="768096" y="527303"/>
                  </a:lnTo>
                  <a:lnTo>
                    <a:pt x="768096" y="0"/>
                  </a:lnTo>
                  <a:close/>
                </a:path>
              </a:pathLst>
            </a:custGeom>
            <a:solidFill>
              <a:srgbClr val="F1F1F1"/>
            </a:solidFill>
          </p:spPr>
          <p:txBody>
            <a:bodyPr wrap="square" lIns="0" tIns="0" rIns="0" bIns="0" rtlCol="0">
              <a:prstTxWarp prst="textNoShape">
                <a:avLst/>
              </a:prstTxWarp>
              <a:noAutofit/>
            </a:bodyPr>
            <a:lstStyle/>
            <a:p>
              <a:endParaRPr lang="fr-FR"/>
            </a:p>
          </p:txBody>
        </p:sp>
        <p:sp>
          <p:nvSpPr>
            <p:cNvPr id="16" name="Graphic 23">
              <a:extLst>
                <a:ext uri="{FF2B5EF4-FFF2-40B4-BE49-F238E27FC236}">
                  <a16:creationId xmlns:a16="http://schemas.microsoft.com/office/drawing/2014/main" id="{1DAFBF20-6106-AFC3-9000-926944D3A2B6}"/>
                </a:ext>
              </a:extLst>
            </p:cNvPr>
            <p:cNvSpPr/>
            <p:nvPr/>
          </p:nvSpPr>
          <p:spPr>
            <a:xfrm>
              <a:off x="2517648" y="2249423"/>
              <a:ext cx="768350" cy="527685"/>
            </a:xfrm>
            <a:custGeom>
              <a:avLst/>
              <a:gdLst/>
              <a:ahLst/>
              <a:cxnLst/>
              <a:rect l="l" t="t" r="r" b="b"/>
              <a:pathLst>
                <a:path w="768350" h="527685">
                  <a:moveTo>
                    <a:pt x="0" y="527303"/>
                  </a:moveTo>
                  <a:lnTo>
                    <a:pt x="768096" y="527303"/>
                  </a:lnTo>
                  <a:lnTo>
                    <a:pt x="768096" y="0"/>
                  </a:lnTo>
                  <a:lnTo>
                    <a:pt x="0" y="0"/>
                  </a:lnTo>
                  <a:lnTo>
                    <a:pt x="0" y="527303"/>
                  </a:lnTo>
                  <a:close/>
                </a:path>
              </a:pathLst>
            </a:custGeom>
            <a:ln w="12192">
              <a:solidFill>
                <a:srgbClr val="FFFFFF"/>
              </a:solidFill>
              <a:prstDash val="solid"/>
            </a:ln>
          </p:spPr>
          <p:txBody>
            <a:bodyPr wrap="square" lIns="0" tIns="0" rIns="0" bIns="0" rtlCol="0">
              <a:prstTxWarp prst="textNoShape">
                <a:avLst/>
              </a:prstTxWarp>
              <a:noAutofit/>
            </a:bodyPr>
            <a:lstStyle/>
            <a:p>
              <a:endParaRPr lang="fr-FR"/>
            </a:p>
          </p:txBody>
        </p:sp>
        <p:sp>
          <p:nvSpPr>
            <p:cNvPr id="17" name="Graphic 24">
              <a:extLst>
                <a:ext uri="{FF2B5EF4-FFF2-40B4-BE49-F238E27FC236}">
                  <a16:creationId xmlns:a16="http://schemas.microsoft.com/office/drawing/2014/main" id="{5BFE5246-B5FA-E86F-1F94-E459497A6671}"/>
                </a:ext>
              </a:extLst>
            </p:cNvPr>
            <p:cNvSpPr/>
            <p:nvPr/>
          </p:nvSpPr>
          <p:spPr>
            <a:xfrm>
              <a:off x="3450335" y="2243327"/>
              <a:ext cx="782320" cy="525780"/>
            </a:xfrm>
            <a:custGeom>
              <a:avLst/>
              <a:gdLst/>
              <a:ahLst/>
              <a:cxnLst/>
              <a:rect l="l" t="t" r="r" b="b"/>
              <a:pathLst>
                <a:path w="782320" h="525780">
                  <a:moveTo>
                    <a:pt x="781812" y="0"/>
                  </a:moveTo>
                  <a:lnTo>
                    <a:pt x="0" y="0"/>
                  </a:lnTo>
                  <a:lnTo>
                    <a:pt x="0" y="525779"/>
                  </a:lnTo>
                  <a:lnTo>
                    <a:pt x="781812" y="525779"/>
                  </a:lnTo>
                  <a:lnTo>
                    <a:pt x="781812" y="0"/>
                  </a:lnTo>
                  <a:close/>
                </a:path>
              </a:pathLst>
            </a:custGeom>
            <a:solidFill>
              <a:srgbClr val="F1F1F1"/>
            </a:solidFill>
          </p:spPr>
          <p:txBody>
            <a:bodyPr wrap="square" lIns="0" tIns="0" rIns="0" bIns="0" rtlCol="0">
              <a:prstTxWarp prst="textNoShape">
                <a:avLst/>
              </a:prstTxWarp>
              <a:noAutofit/>
            </a:bodyPr>
            <a:lstStyle/>
            <a:p>
              <a:endParaRPr lang="fr-FR"/>
            </a:p>
          </p:txBody>
        </p:sp>
        <p:sp>
          <p:nvSpPr>
            <p:cNvPr id="18" name="Graphic 25">
              <a:extLst>
                <a:ext uri="{FF2B5EF4-FFF2-40B4-BE49-F238E27FC236}">
                  <a16:creationId xmlns:a16="http://schemas.microsoft.com/office/drawing/2014/main" id="{B5AC76C7-C842-3DB1-5359-74F0BCC1D27B}"/>
                </a:ext>
              </a:extLst>
            </p:cNvPr>
            <p:cNvSpPr/>
            <p:nvPr/>
          </p:nvSpPr>
          <p:spPr>
            <a:xfrm>
              <a:off x="3450335" y="2243327"/>
              <a:ext cx="782320" cy="525780"/>
            </a:xfrm>
            <a:custGeom>
              <a:avLst/>
              <a:gdLst/>
              <a:ahLst/>
              <a:cxnLst/>
              <a:rect l="l" t="t" r="r" b="b"/>
              <a:pathLst>
                <a:path w="782320" h="525780">
                  <a:moveTo>
                    <a:pt x="0" y="525779"/>
                  </a:moveTo>
                  <a:lnTo>
                    <a:pt x="781812" y="525779"/>
                  </a:lnTo>
                  <a:lnTo>
                    <a:pt x="781812" y="0"/>
                  </a:lnTo>
                  <a:lnTo>
                    <a:pt x="0" y="0"/>
                  </a:lnTo>
                  <a:lnTo>
                    <a:pt x="0" y="525779"/>
                  </a:lnTo>
                  <a:close/>
                </a:path>
              </a:pathLst>
            </a:custGeom>
            <a:ln w="12192">
              <a:solidFill>
                <a:srgbClr val="FFFFFF"/>
              </a:solidFill>
              <a:prstDash val="solid"/>
            </a:ln>
          </p:spPr>
          <p:txBody>
            <a:bodyPr wrap="square" lIns="0" tIns="0" rIns="0" bIns="0" rtlCol="0">
              <a:prstTxWarp prst="textNoShape">
                <a:avLst/>
              </a:prstTxWarp>
              <a:noAutofit/>
            </a:bodyPr>
            <a:lstStyle/>
            <a:p>
              <a:endParaRPr lang="fr-FR"/>
            </a:p>
          </p:txBody>
        </p:sp>
        <p:sp>
          <p:nvSpPr>
            <p:cNvPr id="19" name="Graphic 26">
              <a:extLst>
                <a:ext uri="{FF2B5EF4-FFF2-40B4-BE49-F238E27FC236}">
                  <a16:creationId xmlns:a16="http://schemas.microsoft.com/office/drawing/2014/main" id="{2EAF5B9D-BD6F-03BA-AF92-E4217F1DD73D}"/>
                </a:ext>
              </a:extLst>
            </p:cNvPr>
            <p:cNvSpPr/>
            <p:nvPr/>
          </p:nvSpPr>
          <p:spPr>
            <a:xfrm>
              <a:off x="4396740" y="2235707"/>
              <a:ext cx="774700" cy="527685"/>
            </a:xfrm>
            <a:custGeom>
              <a:avLst/>
              <a:gdLst/>
              <a:ahLst/>
              <a:cxnLst/>
              <a:rect l="l" t="t" r="r" b="b"/>
              <a:pathLst>
                <a:path w="774700" h="527685">
                  <a:moveTo>
                    <a:pt x="774191" y="0"/>
                  </a:moveTo>
                  <a:lnTo>
                    <a:pt x="0" y="0"/>
                  </a:lnTo>
                  <a:lnTo>
                    <a:pt x="0" y="527303"/>
                  </a:lnTo>
                  <a:lnTo>
                    <a:pt x="774191" y="527303"/>
                  </a:lnTo>
                  <a:lnTo>
                    <a:pt x="774191" y="0"/>
                  </a:lnTo>
                  <a:close/>
                </a:path>
              </a:pathLst>
            </a:custGeom>
            <a:solidFill>
              <a:srgbClr val="F1F1F1"/>
            </a:solidFill>
          </p:spPr>
          <p:txBody>
            <a:bodyPr wrap="square" lIns="0" tIns="0" rIns="0" bIns="0" rtlCol="0">
              <a:prstTxWarp prst="textNoShape">
                <a:avLst/>
              </a:prstTxWarp>
              <a:noAutofit/>
            </a:bodyPr>
            <a:lstStyle/>
            <a:p>
              <a:endParaRPr lang="fr-FR"/>
            </a:p>
          </p:txBody>
        </p:sp>
        <p:sp>
          <p:nvSpPr>
            <p:cNvPr id="20" name="Graphic 27">
              <a:extLst>
                <a:ext uri="{FF2B5EF4-FFF2-40B4-BE49-F238E27FC236}">
                  <a16:creationId xmlns:a16="http://schemas.microsoft.com/office/drawing/2014/main" id="{A4F05C87-389E-C0E6-1923-99F5845B2258}"/>
                </a:ext>
              </a:extLst>
            </p:cNvPr>
            <p:cNvSpPr/>
            <p:nvPr/>
          </p:nvSpPr>
          <p:spPr>
            <a:xfrm>
              <a:off x="4396740" y="2235707"/>
              <a:ext cx="774700" cy="527685"/>
            </a:xfrm>
            <a:custGeom>
              <a:avLst/>
              <a:gdLst/>
              <a:ahLst/>
              <a:cxnLst/>
              <a:rect l="l" t="t" r="r" b="b"/>
              <a:pathLst>
                <a:path w="774700" h="527685">
                  <a:moveTo>
                    <a:pt x="0" y="527303"/>
                  </a:moveTo>
                  <a:lnTo>
                    <a:pt x="774191" y="527303"/>
                  </a:lnTo>
                  <a:lnTo>
                    <a:pt x="774191" y="0"/>
                  </a:lnTo>
                  <a:lnTo>
                    <a:pt x="0" y="0"/>
                  </a:lnTo>
                  <a:lnTo>
                    <a:pt x="0" y="527303"/>
                  </a:lnTo>
                  <a:close/>
                </a:path>
              </a:pathLst>
            </a:custGeom>
            <a:ln w="12192">
              <a:solidFill>
                <a:srgbClr val="FFFFFF"/>
              </a:solidFill>
              <a:prstDash val="solid"/>
            </a:ln>
          </p:spPr>
          <p:txBody>
            <a:bodyPr wrap="square" lIns="0" tIns="0" rIns="0" bIns="0" rtlCol="0">
              <a:prstTxWarp prst="textNoShape">
                <a:avLst/>
              </a:prstTxWarp>
              <a:noAutofit/>
            </a:bodyPr>
            <a:lstStyle/>
            <a:p>
              <a:endParaRPr lang="fr-FR"/>
            </a:p>
          </p:txBody>
        </p:sp>
        <p:sp>
          <p:nvSpPr>
            <p:cNvPr id="21" name="Graphic 28">
              <a:extLst>
                <a:ext uri="{FF2B5EF4-FFF2-40B4-BE49-F238E27FC236}">
                  <a16:creationId xmlns:a16="http://schemas.microsoft.com/office/drawing/2014/main" id="{F6FD57F2-9BC3-0F99-48B2-807E3D007AC2}"/>
                </a:ext>
              </a:extLst>
            </p:cNvPr>
            <p:cNvSpPr/>
            <p:nvPr/>
          </p:nvSpPr>
          <p:spPr>
            <a:xfrm>
              <a:off x="2896997" y="1940432"/>
              <a:ext cx="1923414" cy="297180"/>
            </a:xfrm>
            <a:custGeom>
              <a:avLst/>
              <a:gdLst/>
              <a:ahLst/>
              <a:cxnLst/>
              <a:rect l="l" t="t" r="r" b="b"/>
              <a:pathLst>
                <a:path w="1923414" h="297180">
                  <a:moveTo>
                    <a:pt x="52324" y="275717"/>
                  </a:moveTo>
                  <a:lnTo>
                    <a:pt x="48895" y="263398"/>
                  </a:lnTo>
                  <a:lnTo>
                    <a:pt x="0" y="276987"/>
                  </a:lnTo>
                  <a:lnTo>
                    <a:pt x="3302" y="289179"/>
                  </a:lnTo>
                  <a:lnTo>
                    <a:pt x="52324" y="275717"/>
                  </a:lnTo>
                  <a:close/>
                </a:path>
                <a:path w="1923414" h="297180">
                  <a:moveTo>
                    <a:pt x="138049" y="251968"/>
                  </a:moveTo>
                  <a:lnTo>
                    <a:pt x="134620" y="239776"/>
                  </a:lnTo>
                  <a:lnTo>
                    <a:pt x="85598" y="253238"/>
                  </a:lnTo>
                  <a:lnTo>
                    <a:pt x="89027" y="265557"/>
                  </a:lnTo>
                  <a:lnTo>
                    <a:pt x="138049" y="251968"/>
                  </a:lnTo>
                  <a:close/>
                </a:path>
                <a:path w="1923414" h="297180">
                  <a:moveTo>
                    <a:pt x="223647" y="228346"/>
                  </a:moveTo>
                  <a:lnTo>
                    <a:pt x="220345" y="216027"/>
                  </a:lnTo>
                  <a:lnTo>
                    <a:pt x="171323" y="229616"/>
                  </a:lnTo>
                  <a:lnTo>
                    <a:pt x="174752" y="241808"/>
                  </a:lnTo>
                  <a:lnTo>
                    <a:pt x="223647" y="228346"/>
                  </a:lnTo>
                  <a:close/>
                </a:path>
                <a:path w="1923414" h="297180">
                  <a:moveTo>
                    <a:pt x="309372" y="204597"/>
                  </a:moveTo>
                  <a:lnTo>
                    <a:pt x="305943" y="192405"/>
                  </a:lnTo>
                  <a:lnTo>
                    <a:pt x="257048" y="205994"/>
                  </a:lnTo>
                  <a:lnTo>
                    <a:pt x="260350" y="218186"/>
                  </a:lnTo>
                  <a:lnTo>
                    <a:pt x="309372" y="204597"/>
                  </a:lnTo>
                  <a:close/>
                </a:path>
                <a:path w="1923414" h="297180">
                  <a:moveTo>
                    <a:pt x="395097" y="180975"/>
                  </a:moveTo>
                  <a:lnTo>
                    <a:pt x="391668" y="168783"/>
                  </a:lnTo>
                  <a:lnTo>
                    <a:pt x="342773" y="182245"/>
                  </a:lnTo>
                  <a:lnTo>
                    <a:pt x="346075" y="194437"/>
                  </a:lnTo>
                  <a:lnTo>
                    <a:pt x="395097" y="180975"/>
                  </a:lnTo>
                  <a:close/>
                </a:path>
                <a:path w="1923414" h="297180">
                  <a:moveTo>
                    <a:pt x="480695" y="157226"/>
                  </a:moveTo>
                  <a:lnTo>
                    <a:pt x="477393" y="145034"/>
                  </a:lnTo>
                  <a:lnTo>
                    <a:pt x="428371" y="158623"/>
                  </a:lnTo>
                  <a:lnTo>
                    <a:pt x="431800" y="170815"/>
                  </a:lnTo>
                  <a:lnTo>
                    <a:pt x="480695" y="157226"/>
                  </a:lnTo>
                  <a:close/>
                </a:path>
                <a:path w="1923414" h="297180">
                  <a:moveTo>
                    <a:pt x="566420" y="133604"/>
                  </a:moveTo>
                  <a:lnTo>
                    <a:pt x="563118" y="121412"/>
                  </a:lnTo>
                  <a:lnTo>
                    <a:pt x="514096" y="134874"/>
                  </a:lnTo>
                  <a:lnTo>
                    <a:pt x="517525" y="147193"/>
                  </a:lnTo>
                  <a:lnTo>
                    <a:pt x="566420" y="133604"/>
                  </a:lnTo>
                  <a:close/>
                </a:path>
                <a:path w="1923414" h="297180">
                  <a:moveTo>
                    <a:pt x="652145" y="109982"/>
                  </a:moveTo>
                  <a:lnTo>
                    <a:pt x="648716" y="97663"/>
                  </a:lnTo>
                  <a:lnTo>
                    <a:pt x="599821" y="111252"/>
                  </a:lnTo>
                  <a:lnTo>
                    <a:pt x="603123" y="123444"/>
                  </a:lnTo>
                  <a:lnTo>
                    <a:pt x="652145" y="109982"/>
                  </a:lnTo>
                  <a:close/>
                </a:path>
                <a:path w="1923414" h="297180">
                  <a:moveTo>
                    <a:pt x="737870" y="86233"/>
                  </a:moveTo>
                  <a:lnTo>
                    <a:pt x="734441" y="74041"/>
                  </a:lnTo>
                  <a:lnTo>
                    <a:pt x="685419" y="87503"/>
                  </a:lnTo>
                  <a:lnTo>
                    <a:pt x="688848" y="99822"/>
                  </a:lnTo>
                  <a:lnTo>
                    <a:pt x="737870" y="86233"/>
                  </a:lnTo>
                  <a:close/>
                </a:path>
                <a:path w="1923414" h="297180">
                  <a:moveTo>
                    <a:pt x="823468" y="62611"/>
                  </a:moveTo>
                  <a:lnTo>
                    <a:pt x="820166" y="50292"/>
                  </a:lnTo>
                  <a:lnTo>
                    <a:pt x="771144" y="63881"/>
                  </a:lnTo>
                  <a:lnTo>
                    <a:pt x="774573" y="76073"/>
                  </a:lnTo>
                  <a:lnTo>
                    <a:pt x="823468" y="62611"/>
                  </a:lnTo>
                  <a:close/>
                </a:path>
                <a:path w="1923414" h="297180">
                  <a:moveTo>
                    <a:pt x="926338" y="247269"/>
                  </a:moveTo>
                  <a:lnTo>
                    <a:pt x="913892" y="244729"/>
                  </a:lnTo>
                  <a:lnTo>
                    <a:pt x="903732" y="294513"/>
                  </a:lnTo>
                  <a:lnTo>
                    <a:pt x="916178" y="297053"/>
                  </a:lnTo>
                  <a:lnTo>
                    <a:pt x="926338" y="247269"/>
                  </a:lnTo>
                  <a:close/>
                </a:path>
                <a:path w="1923414" h="297180">
                  <a:moveTo>
                    <a:pt x="944118" y="160147"/>
                  </a:moveTo>
                  <a:lnTo>
                    <a:pt x="931672" y="157607"/>
                  </a:lnTo>
                  <a:lnTo>
                    <a:pt x="921512" y="207391"/>
                  </a:lnTo>
                  <a:lnTo>
                    <a:pt x="933958" y="209931"/>
                  </a:lnTo>
                  <a:lnTo>
                    <a:pt x="944118" y="160147"/>
                  </a:lnTo>
                  <a:close/>
                </a:path>
                <a:path w="1923414" h="297180">
                  <a:moveTo>
                    <a:pt x="966851" y="16383"/>
                  </a:moveTo>
                  <a:lnTo>
                    <a:pt x="883285" y="0"/>
                  </a:lnTo>
                  <a:lnTo>
                    <a:pt x="891730" y="30556"/>
                  </a:lnTo>
                  <a:lnTo>
                    <a:pt x="856869" y="40132"/>
                  </a:lnTo>
                  <a:lnTo>
                    <a:pt x="860171" y="52451"/>
                  </a:lnTo>
                  <a:lnTo>
                    <a:pt x="895108" y="42760"/>
                  </a:lnTo>
                  <a:lnTo>
                    <a:pt x="903605" y="73406"/>
                  </a:lnTo>
                  <a:lnTo>
                    <a:pt x="954874" y="27178"/>
                  </a:lnTo>
                  <a:lnTo>
                    <a:pt x="966851" y="16383"/>
                  </a:lnTo>
                  <a:close/>
                </a:path>
                <a:path w="1923414" h="297180">
                  <a:moveTo>
                    <a:pt x="1062355" y="42164"/>
                  </a:moveTo>
                  <a:lnTo>
                    <a:pt x="1035621" y="35293"/>
                  </a:lnTo>
                  <a:lnTo>
                    <a:pt x="1036434" y="32131"/>
                  </a:lnTo>
                  <a:lnTo>
                    <a:pt x="1043559" y="4572"/>
                  </a:lnTo>
                  <a:lnTo>
                    <a:pt x="968273" y="20764"/>
                  </a:lnTo>
                  <a:lnTo>
                    <a:pt x="967105" y="16383"/>
                  </a:lnTo>
                  <a:lnTo>
                    <a:pt x="962736" y="21945"/>
                  </a:lnTo>
                  <a:lnTo>
                    <a:pt x="960247" y="22479"/>
                  </a:lnTo>
                  <a:lnTo>
                    <a:pt x="961478" y="23558"/>
                  </a:lnTo>
                  <a:lnTo>
                    <a:pt x="914527" y="83439"/>
                  </a:lnTo>
                  <a:lnTo>
                    <a:pt x="945629" y="89789"/>
                  </a:lnTo>
                  <a:lnTo>
                    <a:pt x="939419" y="120269"/>
                  </a:lnTo>
                  <a:lnTo>
                    <a:pt x="951865" y="122809"/>
                  </a:lnTo>
                  <a:lnTo>
                    <a:pt x="958075" y="92329"/>
                  </a:lnTo>
                  <a:lnTo>
                    <a:pt x="989203" y="98679"/>
                  </a:lnTo>
                  <a:lnTo>
                    <a:pt x="983462" y="77343"/>
                  </a:lnTo>
                  <a:lnTo>
                    <a:pt x="971321" y="32118"/>
                  </a:lnTo>
                  <a:lnTo>
                    <a:pt x="1024509" y="78359"/>
                  </a:lnTo>
                  <a:lnTo>
                    <a:pt x="1032446" y="47612"/>
                  </a:lnTo>
                  <a:lnTo>
                    <a:pt x="1059180" y="54483"/>
                  </a:lnTo>
                  <a:lnTo>
                    <a:pt x="1062355" y="42164"/>
                  </a:lnTo>
                  <a:close/>
                </a:path>
                <a:path w="1923414" h="297180">
                  <a:moveTo>
                    <a:pt x="1148461" y="64389"/>
                  </a:moveTo>
                  <a:lnTo>
                    <a:pt x="1099185" y="51689"/>
                  </a:lnTo>
                  <a:lnTo>
                    <a:pt x="1096010" y="64008"/>
                  </a:lnTo>
                  <a:lnTo>
                    <a:pt x="1145286" y="76708"/>
                  </a:lnTo>
                  <a:lnTo>
                    <a:pt x="1148461" y="64389"/>
                  </a:lnTo>
                  <a:close/>
                </a:path>
                <a:path w="1923414" h="297180">
                  <a:moveTo>
                    <a:pt x="1234567" y="86614"/>
                  </a:moveTo>
                  <a:lnTo>
                    <a:pt x="1185291" y="73914"/>
                  </a:lnTo>
                  <a:lnTo>
                    <a:pt x="1182116" y="86233"/>
                  </a:lnTo>
                  <a:lnTo>
                    <a:pt x="1231392" y="98806"/>
                  </a:lnTo>
                  <a:lnTo>
                    <a:pt x="1234567" y="86614"/>
                  </a:lnTo>
                  <a:close/>
                </a:path>
                <a:path w="1923414" h="297180">
                  <a:moveTo>
                    <a:pt x="1320546" y="108712"/>
                  </a:moveTo>
                  <a:lnTo>
                    <a:pt x="1271397" y="96012"/>
                  </a:lnTo>
                  <a:lnTo>
                    <a:pt x="1268222" y="108331"/>
                  </a:lnTo>
                  <a:lnTo>
                    <a:pt x="1317371" y="121031"/>
                  </a:lnTo>
                  <a:lnTo>
                    <a:pt x="1320546" y="108712"/>
                  </a:lnTo>
                  <a:close/>
                </a:path>
                <a:path w="1923414" h="297180">
                  <a:moveTo>
                    <a:pt x="1406652" y="130937"/>
                  </a:moveTo>
                  <a:lnTo>
                    <a:pt x="1357503" y="118237"/>
                  </a:lnTo>
                  <a:lnTo>
                    <a:pt x="1354328" y="130556"/>
                  </a:lnTo>
                  <a:lnTo>
                    <a:pt x="1403477" y="143256"/>
                  </a:lnTo>
                  <a:lnTo>
                    <a:pt x="1406652" y="130937"/>
                  </a:lnTo>
                  <a:close/>
                </a:path>
                <a:path w="1923414" h="297180">
                  <a:moveTo>
                    <a:pt x="1492758" y="153035"/>
                  </a:moveTo>
                  <a:lnTo>
                    <a:pt x="1443609" y="140462"/>
                  </a:lnTo>
                  <a:lnTo>
                    <a:pt x="1440434" y="152781"/>
                  </a:lnTo>
                  <a:lnTo>
                    <a:pt x="1489583" y="165354"/>
                  </a:lnTo>
                  <a:lnTo>
                    <a:pt x="1492758" y="153035"/>
                  </a:lnTo>
                  <a:close/>
                </a:path>
                <a:path w="1923414" h="297180">
                  <a:moveTo>
                    <a:pt x="1578864" y="175260"/>
                  </a:moveTo>
                  <a:lnTo>
                    <a:pt x="1529715" y="162560"/>
                  </a:lnTo>
                  <a:lnTo>
                    <a:pt x="1526540" y="174879"/>
                  </a:lnTo>
                  <a:lnTo>
                    <a:pt x="1575689" y="187579"/>
                  </a:lnTo>
                  <a:lnTo>
                    <a:pt x="1578864" y="175260"/>
                  </a:lnTo>
                  <a:close/>
                </a:path>
                <a:path w="1923414" h="297180">
                  <a:moveTo>
                    <a:pt x="1664970" y="197485"/>
                  </a:moveTo>
                  <a:lnTo>
                    <a:pt x="1615694" y="184785"/>
                  </a:lnTo>
                  <a:lnTo>
                    <a:pt x="1612646" y="197104"/>
                  </a:lnTo>
                  <a:lnTo>
                    <a:pt x="1661795" y="209804"/>
                  </a:lnTo>
                  <a:lnTo>
                    <a:pt x="1664970" y="197485"/>
                  </a:lnTo>
                  <a:close/>
                </a:path>
                <a:path w="1923414" h="297180">
                  <a:moveTo>
                    <a:pt x="1751076" y="219583"/>
                  </a:moveTo>
                  <a:lnTo>
                    <a:pt x="1701800" y="207010"/>
                  </a:lnTo>
                  <a:lnTo>
                    <a:pt x="1698625" y="219202"/>
                  </a:lnTo>
                  <a:lnTo>
                    <a:pt x="1747901" y="231902"/>
                  </a:lnTo>
                  <a:lnTo>
                    <a:pt x="1751076" y="219583"/>
                  </a:lnTo>
                  <a:close/>
                </a:path>
                <a:path w="1923414" h="297180">
                  <a:moveTo>
                    <a:pt x="1837182" y="241808"/>
                  </a:moveTo>
                  <a:lnTo>
                    <a:pt x="1787906" y="229108"/>
                  </a:lnTo>
                  <a:lnTo>
                    <a:pt x="1784731" y="241427"/>
                  </a:lnTo>
                  <a:lnTo>
                    <a:pt x="1834007" y="254127"/>
                  </a:lnTo>
                  <a:lnTo>
                    <a:pt x="1837182" y="241808"/>
                  </a:lnTo>
                  <a:close/>
                </a:path>
                <a:path w="1923414" h="297180">
                  <a:moveTo>
                    <a:pt x="1923161" y="264033"/>
                  </a:moveTo>
                  <a:lnTo>
                    <a:pt x="1874012" y="251333"/>
                  </a:lnTo>
                  <a:lnTo>
                    <a:pt x="1870837" y="263652"/>
                  </a:lnTo>
                  <a:lnTo>
                    <a:pt x="1920113" y="276225"/>
                  </a:lnTo>
                  <a:lnTo>
                    <a:pt x="1923161" y="264033"/>
                  </a:lnTo>
                  <a:close/>
                </a:path>
              </a:pathLst>
            </a:custGeom>
            <a:solidFill>
              <a:srgbClr val="000000"/>
            </a:solidFill>
          </p:spPr>
          <p:txBody>
            <a:bodyPr wrap="square" lIns="0" tIns="0" rIns="0" bIns="0" rtlCol="0">
              <a:prstTxWarp prst="textNoShape">
                <a:avLst/>
              </a:prstTxWarp>
              <a:noAutofit/>
            </a:bodyPr>
            <a:lstStyle/>
            <a:p>
              <a:endParaRPr lang="fr-FR"/>
            </a:p>
          </p:txBody>
        </p:sp>
        <p:sp>
          <p:nvSpPr>
            <p:cNvPr id="22" name="Textbox 29">
              <a:extLst>
                <a:ext uri="{FF2B5EF4-FFF2-40B4-BE49-F238E27FC236}">
                  <a16:creationId xmlns:a16="http://schemas.microsoft.com/office/drawing/2014/main" id="{033F3115-AEC0-CD30-7F58-257A36BF5E3D}"/>
                </a:ext>
              </a:extLst>
            </p:cNvPr>
            <p:cNvSpPr txBox="1"/>
            <p:nvPr/>
          </p:nvSpPr>
          <p:spPr>
            <a:xfrm>
              <a:off x="3666109" y="136495"/>
              <a:ext cx="625475" cy="166018"/>
            </a:xfrm>
            <a:prstGeom prst="rect">
              <a:avLst/>
            </a:prstGeom>
          </p:spPr>
          <p:txBody>
            <a:bodyPr wrap="square" lIns="0" tIns="0" rIns="0" bIns="0" rtlCol="0">
              <a:noAutofit/>
            </a:bodyPr>
            <a:lstStyle/>
            <a:p>
              <a:pPr>
                <a:lnSpc>
                  <a:spcPts val="1105"/>
                </a:lnSpc>
              </a:pPr>
              <a:r>
                <a:rPr lang="fr-FR" sz="1400" spc="-10">
                  <a:effectLst/>
                  <a:latin typeface="Calibri" panose="020F0502020204030204" pitchFamily="34" charset="0"/>
                  <a:ea typeface="Calibri" panose="020F0502020204030204" pitchFamily="34" charset="0"/>
                </a:rPr>
                <a:t>Index.html</a:t>
              </a:r>
              <a:endParaRPr lang="fr-FR" sz="1400">
                <a:effectLst/>
                <a:latin typeface="Calibri" panose="020F0502020204030204" pitchFamily="34" charset="0"/>
                <a:ea typeface="Calibri" panose="020F0502020204030204" pitchFamily="34" charset="0"/>
              </a:endParaRPr>
            </a:p>
          </p:txBody>
        </p:sp>
        <p:sp>
          <p:nvSpPr>
            <p:cNvPr id="23" name="Textbox 30">
              <a:extLst>
                <a:ext uri="{FF2B5EF4-FFF2-40B4-BE49-F238E27FC236}">
                  <a16:creationId xmlns:a16="http://schemas.microsoft.com/office/drawing/2014/main" id="{008364EC-F92A-D5AA-8C52-9A2899FD1CC0}"/>
                </a:ext>
              </a:extLst>
            </p:cNvPr>
            <p:cNvSpPr txBox="1"/>
            <p:nvPr/>
          </p:nvSpPr>
          <p:spPr>
            <a:xfrm>
              <a:off x="154178" y="302514"/>
              <a:ext cx="1821179" cy="757262"/>
            </a:xfrm>
            <a:prstGeom prst="rect">
              <a:avLst/>
            </a:prstGeom>
          </p:spPr>
          <p:txBody>
            <a:bodyPr wrap="square" lIns="0" tIns="0" rIns="0" bIns="0" rtlCol="0">
              <a:noAutofit/>
            </a:bodyPr>
            <a:lstStyle/>
            <a:p>
              <a:pPr>
                <a:lnSpc>
                  <a:spcPts val="1125"/>
                </a:lnSpc>
              </a:pPr>
              <a:endParaRPr lang="fr-FR" sz="1400" u="none" strike="noStrike" spc="-10" dirty="0">
                <a:effectLst/>
                <a:latin typeface="Calibri" panose="020F0502020204030204" pitchFamily="34" charset="0"/>
                <a:ea typeface="Calibri" panose="020F0502020204030204" pitchFamily="34" charset="0"/>
                <a:hlinkClick r:id="rId3"/>
              </a:endParaRPr>
            </a:p>
            <a:p>
              <a:pPr>
                <a:lnSpc>
                  <a:spcPts val="1125"/>
                </a:lnSpc>
              </a:pPr>
              <a:r>
                <a:rPr lang="fr-FR" sz="1400" u="none" strike="noStrike" spc="-10" dirty="0">
                  <a:effectLst/>
                  <a:latin typeface="Calibri" panose="020F0502020204030204" pitchFamily="34" charset="0"/>
                  <a:ea typeface="Calibri" panose="020F0502020204030204" pitchFamily="34" charset="0"/>
                  <a:hlinkClick r:id="rId3"/>
                </a:rPr>
                <a:t>http://localhost:3000/</a:t>
              </a:r>
              <a:endParaRPr lang="fr-FR" sz="1400" dirty="0">
                <a:effectLst/>
                <a:latin typeface="Calibri" panose="020F0502020204030204" pitchFamily="34" charset="0"/>
                <a:ea typeface="Calibri" panose="020F0502020204030204" pitchFamily="34" charset="0"/>
              </a:endParaRPr>
            </a:p>
            <a:p>
              <a:pPr>
                <a:lnSpc>
                  <a:spcPct val="107000"/>
                </a:lnSpc>
              </a:pPr>
              <a:r>
                <a:rPr lang="fr-FR" sz="1400" u="none" strike="noStrike" spc="-10" dirty="0">
                  <a:effectLst/>
                  <a:latin typeface="Calibri" panose="020F0502020204030204" pitchFamily="34" charset="0"/>
                  <a:ea typeface="Calibri" panose="020F0502020204030204" pitchFamily="34" charset="0"/>
                  <a:hlinkClick r:id="rId4"/>
                </a:rPr>
                <a:t>http://localhost:3000/about</a:t>
              </a:r>
              <a:r>
                <a:rPr lang="fr-FR" sz="1400" spc="-10" dirty="0">
                  <a:effectLst/>
                  <a:latin typeface="Calibri" panose="020F0502020204030204" pitchFamily="34" charset="0"/>
                  <a:ea typeface="Calibri" panose="020F0502020204030204" pitchFamily="34" charset="0"/>
                </a:rPr>
                <a:t> </a:t>
              </a:r>
              <a:r>
                <a:rPr lang="fr-FR" sz="1400" u="none" strike="noStrike" spc="-10" dirty="0">
                  <a:effectLst/>
                  <a:latin typeface="Calibri" panose="020F0502020204030204" pitchFamily="34" charset="0"/>
                  <a:ea typeface="Calibri" panose="020F0502020204030204" pitchFamily="34" charset="0"/>
                  <a:hlinkClick r:id="rId5"/>
                </a:rPr>
                <a:t>http://localhost:3000/blog</a:t>
              </a:r>
              <a:endParaRPr lang="fr-FR" sz="1400" dirty="0">
                <a:effectLst/>
                <a:latin typeface="Calibri" panose="020F0502020204030204" pitchFamily="34" charset="0"/>
                <a:ea typeface="Calibri" panose="020F0502020204030204" pitchFamily="34" charset="0"/>
              </a:endParaRPr>
            </a:p>
          </p:txBody>
        </p:sp>
        <p:sp>
          <p:nvSpPr>
            <p:cNvPr id="25" name="Textbox 32">
              <a:extLst>
                <a:ext uri="{FF2B5EF4-FFF2-40B4-BE49-F238E27FC236}">
                  <a16:creationId xmlns:a16="http://schemas.microsoft.com/office/drawing/2014/main" id="{05DC4413-64D7-1E8A-4E4C-881BBE1C894B}"/>
                </a:ext>
              </a:extLst>
            </p:cNvPr>
            <p:cNvSpPr txBox="1"/>
            <p:nvPr/>
          </p:nvSpPr>
          <p:spPr>
            <a:xfrm>
              <a:off x="2437503" y="2071450"/>
              <a:ext cx="905536" cy="664845"/>
            </a:xfrm>
            <a:prstGeom prst="rect">
              <a:avLst/>
            </a:prstGeom>
          </p:spPr>
          <p:txBody>
            <a:bodyPr wrap="square" lIns="0" tIns="0" rIns="0" bIns="0" rtlCol="0">
              <a:noAutofit/>
            </a:bodyPr>
            <a:lstStyle/>
            <a:p>
              <a:pPr marL="536575">
                <a:lnSpc>
                  <a:spcPts val="1015"/>
                </a:lnSpc>
              </a:pPr>
              <a:r>
                <a:rPr lang="fr-FR" sz="1200" spc="-50" dirty="0">
                  <a:solidFill>
                    <a:srgbClr val="FF0000"/>
                  </a:solidFill>
                  <a:effectLst/>
                  <a:latin typeface="Calibri" panose="020F0502020204030204" pitchFamily="34" charset="0"/>
                  <a:ea typeface="Calibri" panose="020F0502020204030204" pitchFamily="34" charset="0"/>
                </a:rPr>
                <a:t>/</a:t>
              </a:r>
              <a:endParaRPr lang="fr-FR" sz="1200" dirty="0">
                <a:effectLst/>
                <a:latin typeface="Calibri" panose="020F0502020204030204" pitchFamily="34" charset="0"/>
                <a:ea typeface="Calibri" panose="020F0502020204030204" pitchFamily="34" charset="0"/>
              </a:endParaRPr>
            </a:p>
            <a:p>
              <a:pPr marR="9525" indent="139700">
                <a:lnSpc>
                  <a:spcPct val="107000"/>
                </a:lnSpc>
                <a:spcBef>
                  <a:spcPts val="375"/>
                </a:spcBef>
                <a:spcAft>
                  <a:spcPts val="0"/>
                </a:spcAft>
              </a:pPr>
              <a:endParaRPr lang="fr-FR" sz="1200" spc="-20" dirty="0">
                <a:latin typeface="Calibri" panose="020F0502020204030204" pitchFamily="34" charset="0"/>
                <a:ea typeface="Calibri" panose="020F0502020204030204" pitchFamily="34" charset="0"/>
              </a:endParaRPr>
            </a:p>
            <a:p>
              <a:pPr marR="9525" indent="139700">
                <a:lnSpc>
                  <a:spcPct val="107000"/>
                </a:lnSpc>
                <a:spcBef>
                  <a:spcPts val="375"/>
                </a:spcBef>
                <a:spcAft>
                  <a:spcPts val="0"/>
                </a:spcAft>
              </a:pPr>
              <a:r>
                <a:rPr lang="fr-FR" sz="1200" spc="-20" dirty="0">
                  <a:effectLst/>
                  <a:latin typeface="Calibri" panose="020F0502020204030204" pitchFamily="34" charset="0"/>
                  <a:ea typeface="Calibri" panose="020F0502020204030204" pitchFamily="34" charset="0"/>
                </a:rPr>
                <a:t>Home </a:t>
              </a:r>
              <a:r>
                <a:rPr lang="fr-FR" sz="1200" spc="-10" dirty="0">
                  <a:effectLst/>
                  <a:latin typeface="Calibri" panose="020F0502020204030204" pitchFamily="34" charset="0"/>
                  <a:ea typeface="Calibri" panose="020F0502020204030204" pitchFamily="34" charset="0"/>
                </a:rPr>
                <a:t>Composant</a:t>
              </a:r>
              <a:endParaRPr lang="fr-FR" sz="1200" dirty="0">
                <a:effectLst/>
                <a:latin typeface="Calibri" panose="020F0502020204030204" pitchFamily="34" charset="0"/>
                <a:ea typeface="Calibri" panose="020F0502020204030204" pitchFamily="34" charset="0"/>
              </a:endParaRPr>
            </a:p>
            <a:p>
              <a:pPr marL="77470">
                <a:lnSpc>
                  <a:spcPts val="1200"/>
                </a:lnSpc>
                <a:spcBef>
                  <a:spcPts val="5"/>
                </a:spcBef>
                <a:spcAft>
                  <a:spcPts val="0"/>
                </a:spcAft>
              </a:pPr>
              <a:r>
                <a:rPr lang="fr-FR" sz="1200" spc="-10" dirty="0">
                  <a:solidFill>
                    <a:srgbClr val="FF0000"/>
                  </a:solidFill>
                  <a:effectLst/>
                  <a:latin typeface="Calibri" panose="020F0502020204030204" pitchFamily="34" charset="0"/>
                  <a:ea typeface="Calibri" panose="020F0502020204030204" pitchFamily="34" charset="0"/>
                </a:rPr>
                <a:t>&lt;Route&gt;</a:t>
              </a:r>
              <a:endParaRPr lang="fr-FR" sz="1200" dirty="0">
                <a:effectLst/>
                <a:latin typeface="Calibri" panose="020F0502020204030204" pitchFamily="34" charset="0"/>
                <a:ea typeface="Calibri" panose="020F0502020204030204" pitchFamily="34" charset="0"/>
              </a:endParaRPr>
            </a:p>
          </p:txBody>
        </p:sp>
        <p:sp>
          <p:nvSpPr>
            <p:cNvPr id="26" name="Textbox 33">
              <a:extLst>
                <a:ext uri="{FF2B5EF4-FFF2-40B4-BE49-F238E27FC236}">
                  <a16:creationId xmlns:a16="http://schemas.microsoft.com/office/drawing/2014/main" id="{A4504410-6BF0-7C27-534A-092B70BA2FF4}"/>
                </a:ext>
              </a:extLst>
            </p:cNvPr>
            <p:cNvSpPr txBox="1"/>
            <p:nvPr/>
          </p:nvSpPr>
          <p:spPr>
            <a:xfrm>
              <a:off x="3334172" y="2108737"/>
              <a:ext cx="991037" cy="638273"/>
            </a:xfrm>
            <a:prstGeom prst="rect">
              <a:avLst/>
            </a:prstGeom>
          </p:spPr>
          <p:txBody>
            <a:bodyPr wrap="square" lIns="0" tIns="0" rIns="0" bIns="0" rtlCol="0">
              <a:noAutofit/>
            </a:bodyPr>
            <a:lstStyle/>
            <a:p>
              <a:pPr marL="318135">
                <a:lnSpc>
                  <a:spcPts val="1015"/>
                </a:lnSpc>
              </a:pPr>
              <a:r>
                <a:rPr lang="fr-FR" sz="1000" spc="-10" dirty="0">
                  <a:solidFill>
                    <a:srgbClr val="FF0000"/>
                  </a:solidFill>
                  <a:effectLst/>
                  <a:latin typeface="Calibri" panose="020F0502020204030204" pitchFamily="34" charset="0"/>
                  <a:ea typeface="Calibri" panose="020F0502020204030204" pitchFamily="34" charset="0"/>
                </a:rPr>
                <a:t>/about</a:t>
              </a:r>
              <a:endParaRPr lang="fr-FR" sz="1100" dirty="0">
                <a:effectLst/>
                <a:latin typeface="Calibri" panose="020F0502020204030204" pitchFamily="34" charset="0"/>
                <a:ea typeface="Calibri" panose="020F0502020204030204" pitchFamily="34" charset="0"/>
              </a:endParaRPr>
            </a:p>
            <a:p>
              <a:pPr marR="93345" indent="137160">
                <a:lnSpc>
                  <a:spcPct val="106000"/>
                </a:lnSpc>
                <a:spcBef>
                  <a:spcPts val="180"/>
                </a:spcBef>
                <a:spcAft>
                  <a:spcPts val="0"/>
                </a:spcAft>
              </a:pPr>
              <a:endParaRPr lang="fr-FR" sz="1200" spc="-20" dirty="0">
                <a:effectLst/>
                <a:latin typeface="Calibri" panose="020F0502020204030204" pitchFamily="34" charset="0"/>
                <a:ea typeface="Calibri" panose="020F0502020204030204" pitchFamily="34" charset="0"/>
              </a:endParaRPr>
            </a:p>
            <a:p>
              <a:pPr marR="93345" indent="137160">
                <a:lnSpc>
                  <a:spcPct val="106000"/>
                </a:lnSpc>
                <a:spcBef>
                  <a:spcPts val="180"/>
                </a:spcBef>
                <a:spcAft>
                  <a:spcPts val="0"/>
                </a:spcAft>
              </a:pPr>
              <a:r>
                <a:rPr lang="fr-FR" sz="1200" spc="-20" dirty="0">
                  <a:effectLst/>
                  <a:latin typeface="Calibri" panose="020F0502020204030204" pitchFamily="34" charset="0"/>
                  <a:ea typeface="Calibri" panose="020F0502020204030204" pitchFamily="34" charset="0"/>
                </a:rPr>
                <a:t>About </a:t>
              </a:r>
              <a:r>
                <a:rPr lang="fr-FR" sz="1200" spc="-10" dirty="0">
                  <a:effectLst/>
                  <a:latin typeface="Calibri" panose="020F0502020204030204" pitchFamily="34" charset="0"/>
                  <a:ea typeface="Calibri" panose="020F0502020204030204" pitchFamily="34" charset="0"/>
                </a:rPr>
                <a:t>Composant</a:t>
              </a:r>
              <a:endParaRPr lang="fr-FR" sz="1200" dirty="0">
                <a:effectLst/>
                <a:latin typeface="Calibri" panose="020F0502020204030204" pitchFamily="34" charset="0"/>
                <a:ea typeface="Calibri" panose="020F0502020204030204" pitchFamily="34" charset="0"/>
              </a:endParaRPr>
            </a:p>
            <a:p>
              <a:pPr marL="77470">
                <a:lnSpc>
                  <a:spcPts val="1200"/>
                </a:lnSpc>
                <a:spcBef>
                  <a:spcPts val="15"/>
                </a:spcBef>
                <a:spcAft>
                  <a:spcPts val="0"/>
                </a:spcAft>
              </a:pPr>
              <a:r>
                <a:rPr lang="fr-FR" sz="1200" spc="-10" dirty="0">
                  <a:solidFill>
                    <a:srgbClr val="FF0000"/>
                  </a:solidFill>
                  <a:effectLst/>
                  <a:latin typeface="Calibri" panose="020F0502020204030204" pitchFamily="34" charset="0"/>
                  <a:ea typeface="Calibri" panose="020F0502020204030204" pitchFamily="34" charset="0"/>
                </a:rPr>
                <a:t>&lt;Route&gt;</a:t>
              </a:r>
              <a:endParaRPr lang="fr-FR" sz="1200" dirty="0">
                <a:effectLst/>
                <a:latin typeface="Calibri" panose="020F0502020204030204" pitchFamily="34" charset="0"/>
                <a:ea typeface="Calibri" panose="020F0502020204030204" pitchFamily="34" charset="0"/>
              </a:endParaRPr>
            </a:p>
          </p:txBody>
        </p:sp>
        <p:sp>
          <p:nvSpPr>
            <p:cNvPr id="27" name="Textbox 34">
              <a:extLst>
                <a:ext uri="{FF2B5EF4-FFF2-40B4-BE49-F238E27FC236}">
                  <a16:creationId xmlns:a16="http://schemas.microsoft.com/office/drawing/2014/main" id="{286DA6A0-19C7-35C1-090E-E10F183885A4}"/>
                </a:ext>
              </a:extLst>
            </p:cNvPr>
            <p:cNvSpPr txBox="1"/>
            <p:nvPr/>
          </p:nvSpPr>
          <p:spPr>
            <a:xfrm>
              <a:off x="4377079" y="2076195"/>
              <a:ext cx="816990" cy="662940"/>
            </a:xfrm>
            <a:prstGeom prst="rect">
              <a:avLst/>
            </a:prstGeom>
          </p:spPr>
          <p:txBody>
            <a:bodyPr wrap="square" lIns="0" tIns="0" rIns="0" bIns="0" rtlCol="0">
              <a:noAutofit/>
            </a:bodyPr>
            <a:lstStyle/>
            <a:p>
              <a:pPr marL="159385" marR="10160" algn="ctr">
                <a:lnSpc>
                  <a:spcPts val="1015"/>
                </a:lnSpc>
                <a:spcAft>
                  <a:spcPts val="0"/>
                </a:spcAft>
              </a:pPr>
              <a:r>
                <a:rPr lang="fr-FR" sz="1000" spc="-10" dirty="0">
                  <a:solidFill>
                    <a:srgbClr val="FF0000"/>
                  </a:solidFill>
                  <a:effectLst/>
                  <a:latin typeface="Calibri" panose="020F0502020204030204" pitchFamily="34" charset="0"/>
                  <a:ea typeface="Calibri" panose="020F0502020204030204" pitchFamily="34" charset="0"/>
                </a:rPr>
                <a:t>/blog</a:t>
              </a:r>
              <a:endParaRPr lang="fr-FR" sz="1100" dirty="0">
                <a:effectLst/>
                <a:latin typeface="Calibri" panose="020F0502020204030204" pitchFamily="34" charset="0"/>
                <a:ea typeface="Calibri" panose="020F0502020204030204" pitchFamily="34" charset="0"/>
              </a:endParaRPr>
            </a:p>
            <a:p>
              <a:pPr marR="11430" indent="1905" algn="ctr">
                <a:lnSpc>
                  <a:spcPct val="106000"/>
                </a:lnSpc>
                <a:spcBef>
                  <a:spcPts val="375"/>
                </a:spcBef>
                <a:spcAft>
                  <a:spcPts val="0"/>
                </a:spcAft>
              </a:pPr>
              <a:endParaRPr lang="fr-FR" sz="1200" spc="-20" dirty="0">
                <a:effectLst/>
                <a:latin typeface="Calibri" panose="020F0502020204030204" pitchFamily="34" charset="0"/>
                <a:ea typeface="Calibri" panose="020F0502020204030204" pitchFamily="34" charset="0"/>
              </a:endParaRPr>
            </a:p>
            <a:p>
              <a:pPr marR="11430" indent="1905" algn="ctr">
                <a:lnSpc>
                  <a:spcPct val="106000"/>
                </a:lnSpc>
                <a:spcBef>
                  <a:spcPts val="375"/>
                </a:spcBef>
                <a:spcAft>
                  <a:spcPts val="0"/>
                </a:spcAft>
              </a:pPr>
              <a:r>
                <a:rPr lang="fr-FR" sz="1200" spc="-20" dirty="0">
                  <a:effectLst/>
                  <a:latin typeface="Calibri" panose="020F0502020204030204" pitchFamily="34" charset="0"/>
                  <a:ea typeface="Calibri" panose="020F0502020204030204" pitchFamily="34" charset="0"/>
                </a:rPr>
                <a:t>Blog </a:t>
              </a:r>
              <a:r>
                <a:rPr lang="fr-FR" sz="1200" spc="-10" dirty="0">
                  <a:effectLst/>
                  <a:latin typeface="Calibri" panose="020F0502020204030204" pitchFamily="34" charset="0"/>
                  <a:ea typeface="Calibri" panose="020F0502020204030204" pitchFamily="34" charset="0"/>
                </a:rPr>
                <a:t>Composant</a:t>
              </a:r>
              <a:endParaRPr lang="fr-FR" sz="1200" dirty="0">
                <a:effectLst/>
                <a:latin typeface="Calibri" panose="020F0502020204030204" pitchFamily="34" charset="0"/>
                <a:ea typeface="Calibri" panose="020F0502020204030204" pitchFamily="34" charset="0"/>
              </a:endParaRPr>
            </a:p>
            <a:p>
              <a:pPr marR="10160" algn="ctr">
                <a:lnSpc>
                  <a:spcPts val="1200"/>
                </a:lnSpc>
                <a:spcBef>
                  <a:spcPts val="15"/>
                </a:spcBef>
                <a:spcAft>
                  <a:spcPts val="0"/>
                </a:spcAft>
              </a:pPr>
              <a:r>
                <a:rPr lang="fr-FR" sz="1200" spc="-10" dirty="0">
                  <a:solidFill>
                    <a:srgbClr val="FF0000"/>
                  </a:solidFill>
                  <a:effectLst/>
                  <a:latin typeface="Calibri" panose="020F0502020204030204" pitchFamily="34" charset="0"/>
                  <a:ea typeface="Calibri" panose="020F0502020204030204" pitchFamily="34" charset="0"/>
                </a:rPr>
                <a:t>&lt;Route&gt;</a:t>
              </a:r>
              <a:endParaRPr lang="fr-FR" sz="1200" dirty="0">
                <a:effectLst/>
                <a:latin typeface="Calibri" panose="020F0502020204030204" pitchFamily="34" charset="0"/>
                <a:ea typeface="Calibri" panose="020F0502020204030204" pitchFamily="34" charset="0"/>
              </a:endParaRPr>
            </a:p>
          </p:txBody>
        </p:sp>
        <p:sp>
          <p:nvSpPr>
            <p:cNvPr id="28" name="Textbox 35">
              <a:extLst>
                <a:ext uri="{FF2B5EF4-FFF2-40B4-BE49-F238E27FC236}">
                  <a16:creationId xmlns:a16="http://schemas.microsoft.com/office/drawing/2014/main" id="{53967B72-3BB5-C665-4A16-B0D2F4DF46FA}"/>
                </a:ext>
              </a:extLst>
            </p:cNvPr>
            <p:cNvSpPr txBox="1"/>
            <p:nvPr/>
          </p:nvSpPr>
          <p:spPr>
            <a:xfrm>
              <a:off x="3166168" y="725423"/>
              <a:ext cx="1460500" cy="527685"/>
            </a:xfrm>
            <a:prstGeom prst="rect">
              <a:avLst/>
            </a:prstGeom>
            <a:solidFill>
              <a:srgbClr val="F1F1F1"/>
            </a:solidFill>
            <a:ln w="12192">
              <a:solidFill>
                <a:srgbClr val="FFFFFF"/>
              </a:solidFill>
              <a:prstDash val="solid"/>
            </a:ln>
          </p:spPr>
          <p:txBody>
            <a:bodyPr wrap="square" lIns="0" tIns="0" rIns="0" bIns="0" rtlCol="0">
              <a:noAutofit/>
            </a:bodyPr>
            <a:lstStyle/>
            <a:p>
              <a:pPr>
                <a:spcBef>
                  <a:spcPts val="145"/>
                </a:spcBef>
                <a:spcAft>
                  <a:spcPts val="0"/>
                </a:spcAft>
              </a:pPr>
              <a:r>
                <a:rPr lang="fr-FR" sz="1400" spc="-10" dirty="0">
                  <a:solidFill>
                    <a:srgbClr val="FF0000"/>
                  </a:solidFill>
                  <a:effectLst/>
                  <a:latin typeface="Calibri" panose="020F0502020204030204" pitchFamily="34" charset="0"/>
                  <a:ea typeface="Calibri" panose="020F0502020204030204" pitchFamily="34" charset="0"/>
                </a:rPr>
                <a:t>&lt;</a:t>
              </a:r>
              <a:r>
                <a:rPr lang="fr-FR" sz="1400" spc="-10" dirty="0" err="1">
                  <a:solidFill>
                    <a:srgbClr val="FF0000"/>
                  </a:solidFill>
                  <a:effectLst/>
                  <a:latin typeface="Calibri" panose="020F0502020204030204" pitchFamily="34" charset="0"/>
                  <a:ea typeface="Calibri" panose="020F0502020204030204" pitchFamily="34" charset="0"/>
                </a:rPr>
                <a:t>BrowserRouter</a:t>
              </a:r>
              <a:r>
                <a:rPr lang="fr-FR" sz="1400" spc="-10" dirty="0">
                  <a:solidFill>
                    <a:srgbClr val="FF0000"/>
                  </a:solidFill>
                  <a:effectLst/>
                  <a:latin typeface="Calibri" panose="020F0502020204030204" pitchFamily="34" charset="0"/>
                  <a:ea typeface="Calibri" panose="020F0502020204030204" pitchFamily="34" charset="0"/>
                </a:rPr>
                <a:t>&gt;</a:t>
              </a:r>
              <a:endParaRPr lang="fr-FR" sz="1400" dirty="0">
                <a:effectLst/>
                <a:latin typeface="Calibri" panose="020F0502020204030204" pitchFamily="34" charset="0"/>
                <a:ea typeface="Calibri" panose="020F0502020204030204" pitchFamily="34" charset="0"/>
              </a:endParaRPr>
            </a:p>
          </p:txBody>
        </p:sp>
      </p:grpSp>
      <p:sp>
        <p:nvSpPr>
          <p:cNvPr id="2" name="Losange 1">
            <a:extLst>
              <a:ext uri="{FF2B5EF4-FFF2-40B4-BE49-F238E27FC236}">
                <a16:creationId xmlns:a16="http://schemas.microsoft.com/office/drawing/2014/main" id="{81AB98B1-983E-F76A-0442-D1E83A730C95}"/>
              </a:ext>
            </a:extLst>
          </p:cNvPr>
          <p:cNvSpPr/>
          <p:nvPr/>
        </p:nvSpPr>
        <p:spPr>
          <a:xfrm>
            <a:off x="5722478" y="3918443"/>
            <a:ext cx="694370" cy="486606"/>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a:t>
            </a:r>
          </a:p>
        </p:txBody>
      </p:sp>
      <p:cxnSp>
        <p:nvCxnSpPr>
          <p:cNvPr id="31" name="Connecteur droit avec flèche 30">
            <a:extLst>
              <a:ext uri="{FF2B5EF4-FFF2-40B4-BE49-F238E27FC236}">
                <a16:creationId xmlns:a16="http://schemas.microsoft.com/office/drawing/2014/main" id="{069D9EC8-A487-0E36-B86E-ED382CB97DDF}"/>
              </a:ext>
            </a:extLst>
          </p:cNvPr>
          <p:cNvCxnSpPr>
            <a:stCxn id="2" idx="0"/>
            <a:endCxn id="28" idx="2"/>
          </p:cNvCxnSpPr>
          <p:nvPr/>
        </p:nvCxnSpPr>
        <p:spPr>
          <a:xfrm flipH="1" flipV="1">
            <a:off x="6064289" y="3559179"/>
            <a:ext cx="5374" cy="359264"/>
          </a:xfrm>
          <a:prstGeom prst="straightConnector1">
            <a:avLst/>
          </a:prstGeom>
          <a:ln w="28575">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7665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Routing</a:t>
            </a:r>
            <a:r>
              <a:rPr lang="fr-FR" sz="2400" b="1" dirty="0">
                <a:solidFill>
                  <a:schemeClr val="accent1">
                    <a:lumMod val="75000"/>
                  </a:schemeClr>
                </a:solidFill>
              </a:rPr>
              <a:t> avec </a:t>
            </a:r>
            <a:r>
              <a:rPr lang="fr-FR" sz="2400" b="1" dirty="0" err="1">
                <a:solidFill>
                  <a:schemeClr val="accent1">
                    <a:lumMod val="75000"/>
                  </a:schemeClr>
                </a:solidFill>
              </a:rPr>
              <a:t>React</a:t>
            </a:r>
            <a:r>
              <a:rPr lang="fr-FR" sz="2400" b="1" dirty="0">
                <a:solidFill>
                  <a:schemeClr val="accent1">
                    <a:lumMod val="75000"/>
                  </a:schemeClr>
                </a:solidFill>
              </a:rPr>
              <a:t> Router</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4" y="872148"/>
            <a:ext cx="8815065" cy="5324919"/>
          </a:xfrm>
          <a:prstGeom prst="rect">
            <a:avLst/>
          </a:prstGeom>
          <a:noFill/>
        </p:spPr>
        <p:txBody>
          <a:bodyPr wrap="square">
            <a:spAutoFit/>
          </a:bodyPr>
          <a:lstStyle/>
          <a:p>
            <a:pPr marL="0" lvl="1" algn="l" rtl="0">
              <a:spcBef>
                <a:spcPts val="605"/>
              </a:spcBef>
              <a:spcAft>
                <a:spcPts val="0"/>
              </a:spcAft>
              <a:buClr>
                <a:srgbClr val="1F3863"/>
              </a:buClr>
              <a:buSzPts val="1200"/>
              <a:tabLst>
                <a:tab pos="539115" algn="l"/>
              </a:tabLst>
            </a:pPr>
            <a:r>
              <a:rPr lang="fr-FR" b="1" dirty="0">
                <a:solidFill>
                  <a:schemeClr val="accent1">
                    <a:lumMod val="75000"/>
                  </a:schemeClr>
                </a:solidFill>
                <a:latin typeface="+mn-lt"/>
                <a:ea typeface="+mj-ea"/>
                <a:cs typeface="+mj-cs"/>
              </a:rPr>
              <a:t>&lt;</a:t>
            </a:r>
            <a:r>
              <a:rPr lang="fr-FR" b="1" dirty="0" err="1">
                <a:solidFill>
                  <a:schemeClr val="accent1">
                    <a:lumMod val="75000"/>
                  </a:schemeClr>
                </a:solidFill>
                <a:latin typeface="+mn-lt"/>
                <a:ea typeface="+mj-ea"/>
                <a:cs typeface="+mj-cs"/>
              </a:rPr>
              <a:t>BrowserRouter</a:t>
            </a:r>
            <a:r>
              <a:rPr lang="fr-FR" b="1" dirty="0">
                <a:solidFill>
                  <a:schemeClr val="accent1">
                    <a:lumMod val="75000"/>
                  </a:schemeClr>
                </a:solidFill>
                <a:latin typeface="+mn-lt"/>
                <a:ea typeface="+mj-ea"/>
                <a:cs typeface="+mj-cs"/>
              </a:rPr>
              <a:t>&gt; vs &lt;</a:t>
            </a:r>
            <a:r>
              <a:rPr lang="fr-FR" b="1" dirty="0" err="1">
                <a:solidFill>
                  <a:schemeClr val="accent1">
                    <a:lumMod val="75000"/>
                  </a:schemeClr>
                </a:solidFill>
                <a:latin typeface="+mn-lt"/>
                <a:ea typeface="+mj-ea"/>
                <a:cs typeface="+mj-cs"/>
              </a:rPr>
              <a:t>HashRouter</a:t>
            </a:r>
            <a:r>
              <a:rPr lang="fr-FR" b="1" dirty="0">
                <a:solidFill>
                  <a:schemeClr val="accent1">
                    <a:lumMod val="75000"/>
                  </a:schemeClr>
                </a:solidFill>
                <a:latin typeface="+mn-lt"/>
                <a:ea typeface="+mj-ea"/>
                <a:cs typeface="+mj-cs"/>
              </a:rPr>
              <a:t>&gt;</a:t>
            </a:r>
          </a:p>
          <a:p>
            <a:pPr algn="l">
              <a:spcBef>
                <a:spcPts val="600"/>
              </a:spcBef>
            </a:pPr>
            <a:r>
              <a:rPr lang="fr-FR" sz="1400" dirty="0">
                <a:effectLst/>
                <a:latin typeface="Calibri" panose="020F0502020204030204" pitchFamily="34" charset="0"/>
                <a:ea typeface="Calibri" panose="020F0502020204030204" pitchFamily="34" charset="0"/>
              </a:rPr>
              <a:t>Le</a:t>
            </a:r>
            <a:r>
              <a:rPr lang="fr-FR" sz="1400" spc="-15" dirty="0">
                <a:effectLst/>
                <a:latin typeface="Calibri" panose="020F0502020204030204" pitchFamily="34" charset="0"/>
                <a:ea typeface="Calibri" panose="020F0502020204030204" pitchFamily="34" charset="0"/>
              </a:rPr>
              <a:t> </a:t>
            </a:r>
            <a:r>
              <a:rPr lang="fr-FR" sz="1400" dirty="0" err="1">
                <a:effectLst/>
                <a:latin typeface="Calibri" panose="020F0502020204030204" pitchFamily="34" charset="0"/>
                <a:ea typeface="Calibri" panose="020F0502020204030204" pitchFamily="34" charset="0"/>
              </a:rPr>
              <a:t>React</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Router</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fournit</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deux</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composants</a:t>
            </a:r>
            <a:r>
              <a:rPr lang="fr-FR" sz="1400" spc="-15" dirty="0">
                <a:effectLst/>
                <a:latin typeface="Calibri" panose="020F0502020204030204" pitchFamily="34" charset="0"/>
                <a:ea typeface="Calibri" panose="020F0502020204030204" pitchFamily="34" charset="0"/>
              </a:rPr>
              <a:t> :</a:t>
            </a:r>
          </a:p>
          <a:p>
            <a:pPr marL="627063" indent="-285750" algn="l">
              <a:spcBef>
                <a:spcPts val="0"/>
              </a:spcBef>
              <a:buFont typeface="Wingdings" panose="05000000000000000000" pitchFamily="2" charset="2"/>
              <a:buChar char="§"/>
            </a:pPr>
            <a:r>
              <a:rPr lang="fr-FR" sz="1400" dirty="0">
                <a:effectLst/>
                <a:latin typeface="Calibri" panose="020F0502020204030204" pitchFamily="34" charset="0"/>
                <a:ea typeface="Calibri" panose="020F0502020204030204" pitchFamily="34" charset="0"/>
              </a:rPr>
              <a:t> &lt;</a:t>
            </a:r>
            <a:r>
              <a:rPr lang="fr-FR" sz="1400" dirty="0" err="1">
                <a:effectLst/>
                <a:latin typeface="Calibri" panose="020F0502020204030204" pitchFamily="34" charset="0"/>
                <a:ea typeface="Calibri" panose="020F0502020204030204" pitchFamily="34" charset="0"/>
              </a:rPr>
              <a:t>BrowserRouter</a:t>
            </a:r>
            <a:r>
              <a:rPr lang="fr-FR" sz="1400" dirty="0">
                <a:effectLst/>
                <a:latin typeface="Calibri" panose="020F0502020204030204" pitchFamily="34" charset="0"/>
                <a:ea typeface="Calibri" panose="020F0502020204030204" pitchFamily="34" charset="0"/>
              </a:rPr>
              <a:t>&gt;</a:t>
            </a:r>
            <a:r>
              <a:rPr lang="fr-FR" sz="1400" spc="-30" dirty="0">
                <a:effectLst/>
                <a:latin typeface="Calibri" panose="020F0502020204030204" pitchFamily="34" charset="0"/>
                <a:ea typeface="Calibri" panose="020F0502020204030204" pitchFamily="34" charset="0"/>
              </a:rPr>
              <a:t> </a:t>
            </a:r>
            <a:endParaRPr lang="fr-FR" sz="1400" spc="-50" dirty="0">
              <a:latin typeface="Calibri" panose="020F0502020204030204" pitchFamily="34" charset="0"/>
              <a:ea typeface="Calibri" panose="020F0502020204030204" pitchFamily="34" charset="0"/>
            </a:endParaRPr>
          </a:p>
          <a:p>
            <a:pPr marL="627063" indent="-285750" algn="l">
              <a:spcBef>
                <a:spcPts val="0"/>
              </a:spcBef>
              <a:buFont typeface="Wingdings" panose="05000000000000000000" pitchFamily="2" charset="2"/>
              <a:buChar char="§"/>
            </a:pPr>
            <a:r>
              <a:rPr lang="fr-FR" sz="1400" dirty="0">
                <a:effectLst/>
                <a:latin typeface="Calibri" panose="020F0502020204030204" pitchFamily="34" charset="0"/>
                <a:ea typeface="Calibri" panose="020F0502020204030204" pitchFamily="34" charset="0"/>
              </a:rPr>
              <a:t>&lt;</a:t>
            </a:r>
            <a:r>
              <a:rPr lang="fr-FR" sz="1400" dirty="0" err="1">
                <a:effectLst/>
                <a:latin typeface="Calibri" panose="020F0502020204030204" pitchFamily="34" charset="0"/>
                <a:ea typeface="Calibri" panose="020F0502020204030204" pitchFamily="34" charset="0"/>
              </a:rPr>
              <a:t>HashRouter</a:t>
            </a:r>
            <a:r>
              <a:rPr lang="fr-FR" sz="1400" dirty="0">
                <a:effectLst/>
                <a:latin typeface="Calibri" panose="020F0502020204030204" pitchFamily="34" charset="0"/>
                <a:ea typeface="Calibri" panose="020F0502020204030204" pitchFamily="34" charset="0"/>
              </a:rPr>
              <a:t>&gt;</a:t>
            </a:r>
            <a:endParaRPr lang="fr-FR" sz="1400" spc="-15" dirty="0">
              <a:effectLst/>
              <a:latin typeface="Calibri" panose="020F0502020204030204" pitchFamily="34" charset="0"/>
              <a:ea typeface="Calibri" panose="020F0502020204030204" pitchFamily="34" charset="0"/>
            </a:endParaRPr>
          </a:p>
          <a:p>
            <a:pPr algn="l">
              <a:spcBef>
                <a:spcPts val="600"/>
              </a:spcBef>
            </a:pPr>
            <a:r>
              <a:rPr lang="fr-FR" sz="1400" dirty="0">
                <a:effectLst/>
                <a:latin typeface="Calibri" panose="020F0502020204030204" pitchFamily="34" charset="0"/>
                <a:ea typeface="Calibri" panose="020F0502020204030204" pitchFamily="34" charset="0"/>
              </a:rPr>
              <a:t>Ces</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deux</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composants</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sont</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différents</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dans</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le</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type</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 l’URL qu'ils</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créent</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et synchronisent avec :</a:t>
            </a:r>
            <a:endParaRPr lang="en-US" sz="1400" i="1" dirty="0">
              <a:latin typeface="Calibri" panose="020F0502020204030204" pitchFamily="34" charset="0"/>
              <a:ea typeface="Calibri" panose="020F0502020204030204" pitchFamily="34" charset="0"/>
            </a:endParaRPr>
          </a:p>
          <a:p>
            <a:pPr marL="285750" indent="-285750" algn="l">
              <a:spcBef>
                <a:spcPts val="205"/>
              </a:spcBef>
              <a:buFont typeface="Wingdings" panose="05000000000000000000" pitchFamily="2" charset="2"/>
              <a:buChar char="§"/>
            </a:pPr>
            <a:r>
              <a:rPr lang="fr-FR" sz="1400" dirty="0">
                <a:effectLst/>
                <a:latin typeface="Calibri" panose="020F0502020204030204" pitchFamily="34" charset="0"/>
                <a:ea typeface="Calibri" panose="020F0502020204030204" pitchFamily="34" charset="0"/>
              </a:rPr>
              <a:t>&lt;</a:t>
            </a:r>
            <a:r>
              <a:rPr lang="fr-FR" sz="1400" b="1" dirty="0" err="1">
                <a:effectLst/>
                <a:latin typeface="Calibri" panose="020F0502020204030204" pitchFamily="34" charset="0"/>
                <a:ea typeface="Calibri" panose="020F0502020204030204" pitchFamily="34" charset="0"/>
              </a:rPr>
              <a:t>BrowserRouter</a:t>
            </a:r>
            <a:r>
              <a:rPr lang="fr-FR" sz="1400" dirty="0">
                <a:effectLst/>
                <a:latin typeface="Calibri" panose="020F0502020204030204" pitchFamily="34" charset="0"/>
                <a:ea typeface="Calibri" panose="020F0502020204030204" pitchFamily="34" charset="0"/>
              </a:rPr>
              <a:t>&gt;</a:t>
            </a:r>
            <a:r>
              <a:rPr lang="fr-FR" sz="1400" spc="-25" dirty="0">
                <a:effectLst/>
                <a:latin typeface="Calibri" panose="020F0502020204030204" pitchFamily="34" charset="0"/>
                <a:ea typeface="Calibri" panose="020F0502020204030204" pitchFamily="34" charset="0"/>
              </a:rPr>
              <a:t> </a:t>
            </a:r>
            <a:r>
              <a:rPr lang="en-US" sz="1400" i="1" u="none" strike="noStrike" spc="-10" dirty="0">
                <a:effectLst/>
                <a:latin typeface="Calibri" panose="020F0502020204030204" pitchFamily="34" charset="0"/>
                <a:ea typeface="Calibri" panose="020F0502020204030204" pitchFamily="34" charset="0"/>
                <a:hlinkClick r:id="rId3"/>
              </a:rPr>
              <a:t>http://example.com/about</a:t>
            </a:r>
            <a:endParaRPr lang="fr-FR" sz="1400" i="1" u="none" strike="noStrike" spc="-10" dirty="0">
              <a:latin typeface="Calibri" panose="020F0502020204030204" pitchFamily="34" charset="0"/>
              <a:ea typeface="Calibri" panose="020F0502020204030204" pitchFamily="34" charset="0"/>
            </a:endParaRPr>
          </a:p>
          <a:p>
            <a:pPr marL="742950" lvl="1" indent="-285750" algn="l">
              <a:spcBef>
                <a:spcPts val="205"/>
              </a:spcBef>
              <a:buFont typeface="Courier New" panose="02070309020205020404" pitchFamily="49" charset="0"/>
              <a:buChar char="o"/>
            </a:pPr>
            <a:r>
              <a:rPr lang="fr-FR" sz="1400" dirty="0">
                <a:effectLst/>
                <a:latin typeface="Calibri" panose="020F0502020204030204" pitchFamily="34" charset="0"/>
                <a:ea typeface="Calibri" panose="020F0502020204030204" pitchFamily="34" charset="0"/>
              </a:rPr>
              <a:t>Il est</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utilisé</a:t>
            </a:r>
            <a:r>
              <a:rPr lang="fr-FR" sz="1400" spc="-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plus</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couramment,</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il</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utilise</a:t>
            </a:r>
            <a:r>
              <a:rPr lang="fr-FR" sz="1400" spc="-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le</a:t>
            </a:r>
            <a:r>
              <a:rPr lang="fr-FR" sz="1400" spc="5" dirty="0">
                <a:effectLst/>
                <a:latin typeface="Calibri" panose="020F0502020204030204" pitchFamily="34" charset="0"/>
                <a:ea typeface="Calibri" panose="020F0502020204030204" pitchFamily="34" charset="0"/>
              </a:rPr>
              <a:t> </a:t>
            </a:r>
            <a:r>
              <a:rPr lang="fr-FR" sz="1400" dirty="0" err="1">
                <a:effectLst/>
                <a:latin typeface="Calibri" panose="020F0502020204030204" pitchFamily="34" charset="0"/>
                <a:ea typeface="Calibri" panose="020F0502020204030204" pitchFamily="34" charset="0"/>
              </a:rPr>
              <a:t>History</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API</a:t>
            </a:r>
            <a:r>
              <a:rPr lang="fr-FR" sz="1400" spc="-5" dirty="0">
                <a:effectLst/>
                <a:latin typeface="Calibri" panose="020F0502020204030204" pitchFamily="34" charset="0"/>
                <a:ea typeface="Calibri" panose="020F0502020204030204" pitchFamily="34" charset="0"/>
              </a:rPr>
              <a:t> </a:t>
            </a:r>
            <a:r>
              <a:rPr lang="fr-FR" sz="1400" spc="-10" dirty="0">
                <a:effectLst/>
                <a:latin typeface="Calibri" panose="020F0502020204030204" pitchFamily="34" charset="0"/>
                <a:ea typeface="Calibri" panose="020F0502020204030204" pitchFamily="34" charset="0"/>
              </a:rPr>
              <a:t>incluse</a:t>
            </a:r>
            <a:r>
              <a:rPr lang="fr-FR" sz="1400" spc="-10" dirty="0">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dans</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HTML5</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pour</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surveiller</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l’historique</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de</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routeur;</a:t>
            </a:r>
          </a:p>
          <a:p>
            <a:pPr marL="742950" lvl="1" indent="-285750" algn="l">
              <a:spcBef>
                <a:spcPts val="205"/>
              </a:spcBef>
              <a:buFont typeface="Courier New" panose="02070309020205020404" pitchFamily="49" charset="0"/>
              <a:buChar char="o"/>
            </a:pPr>
            <a:r>
              <a:rPr lang="fr-FR" sz="1400" dirty="0"/>
              <a:t>il est idéal pour les applications modernes avec serveur configuré,</a:t>
            </a:r>
            <a:endParaRPr lang="fr-FR" sz="1400" spc="-10" dirty="0">
              <a:latin typeface="Calibri" panose="020F0502020204030204" pitchFamily="34" charset="0"/>
              <a:ea typeface="Calibri" panose="020F0502020204030204" pitchFamily="34" charset="0"/>
            </a:endParaRPr>
          </a:p>
          <a:p>
            <a:pPr algn="l">
              <a:spcBef>
                <a:spcPts val="205"/>
              </a:spcBef>
            </a:pPr>
            <a:endParaRPr lang="fr-FR" sz="1400" spc="-10" dirty="0">
              <a:effectLst/>
              <a:latin typeface="Calibri" panose="020F0502020204030204" pitchFamily="34" charset="0"/>
              <a:ea typeface="Calibri" panose="020F0502020204030204" pitchFamily="34" charset="0"/>
            </a:endParaRPr>
          </a:p>
          <a:p>
            <a:pPr algn="l">
              <a:spcBef>
                <a:spcPts val="205"/>
              </a:spcBef>
            </a:pPr>
            <a:endParaRPr lang="fr-FR" sz="1400" spc="-10" dirty="0">
              <a:latin typeface="Calibri" panose="020F0502020204030204" pitchFamily="34" charset="0"/>
              <a:ea typeface="Calibri" panose="020F0502020204030204" pitchFamily="34" charset="0"/>
            </a:endParaRPr>
          </a:p>
          <a:p>
            <a:pPr algn="l">
              <a:spcBef>
                <a:spcPts val="205"/>
              </a:spcBef>
            </a:pPr>
            <a:endParaRPr lang="fr-FR" sz="1400" spc="-10" dirty="0">
              <a:effectLst/>
              <a:latin typeface="Calibri" panose="020F0502020204030204" pitchFamily="34" charset="0"/>
              <a:ea typeface="Calibri" panose="020F0502020204030204" pitchFamily="34" charset="0"/>
            </a:endParaRPr>
          </a:p>
          <a:p>
            <a:pPr algn="l">
              <a:spcBef>
                <a:spcPts val="205"/>
              </a:spcBef>
            </a:pPr>
            <a:endParaRPr lang="fr-FR" sz="1400" spc="-10" dirty="0">
              <a:effectLst/>
              <a:latin typeface="Calibri" panose="020F0502020204030204" pitchFamily="34" charset="0"/>
              <a:ea typeface="Calibri" panose="020F0502020204030204" pitchFamily="34" charset="0"/>
            </a:endParaRPr>
          </a:p>
          <a:p>
            <a:pPr algn="l">
              <a:spcBef>
                <a:spcPts val="205"/>
              </a:spcBef>
            </a:pPr>
            <a:endParaRPr lang="fr-FR" sz="1400" spc="-10" dirty="0">
              <a:effectLst/>
              <a:latin typeface="Calibri" panose="020F0502020204030204" pitchFamily="34" charset="0"/>
              <a:ea typeface="Calibri" panose="020F0502020204030204" pitchFamily="34" charset="0"/>
            </a:endParaRPr>
          </a:p>
          <a:p>
            <a:pPr algn="l">
              <a:spcBef>
                <a:spcPts val="205"/>
              </a:spcBef>
            </a:pPr>
            <a:endParaRPr lang="fr-FR" sz="1400" spc="-10" dirty="0">
              <a:effectLst/>
              <a:latin typeface="Calibri" panose="020F0502020204030204" pitchFamily="34" charset="0"/>
              <a:ea typeface="Calibri" panose="020F0502020204030204" pitchFamily="34" charset="0"/>
            </a:endParaRPr>
          </a:p>
          <a:p>
            <a:pPr marL="285750" indent="-285750" algn="l">
              <a:spcBef>
                <a:spcPts val="205"/>
              </a:spcBef>
              <a:buFont typeface="Wingdings" panose="05000000000000000000" pitchFamily="2" charset="2"/>
              <a:buChar char="§"/>
            </a:pPr>
            <a:r>
              <a:rPr lang="fr-FR" sz="1400" dirty="0">
                <a:effectLst/>
                <a:latin typeface="Calibri" panose="020F0502020204030204" pitchFamily="34" charset="0"/>
                <a:ea typeface="Calibri" panose="020F0502020204030204" pitchFamily="34" charset="0"/>
              </a:rPr>
              <a:t>&lt;</a:t>
            </a:r>
            <a:r>
              <a:rPr lang="fr-FR" sz="1400" b="1" dirty="0" err="1">
                <a:effectLst/>
                <a:latin typeface="Calibri" panose="020F0502020204030204" pitchFamily="34" charset="0"/>
                <a:ea typeface="Calibri" panose="020F0502020204030204" pitchFamily="34" charset="0"/>
              </a:rPr>
              <a:t>HashRouter</a:t>
            </a:r>
            <a:r>
              <a:rPr lang="fr-FR" sz="1400" dirty="0">
                <a:effectLst/>
                <a:latin typeface="Calibri" panose="020F0502020204030204" pitchFamily="34" charset="0"/>
                <a:ea typeface="Calibri" panose="020F0502020204030204" pitchFamily="34" charset="0"/>
              </a:rPr>
              <a:t>&gt;</a:t>
            </a:r>
            <a:r>
              <a:rPr lang="fr-FR" sz="1400" spc="-15" dirty="0">
                <a:effectLst/>
                <a:latin typeface="Calibri" panose="020F0502020204030204" pitchFamily="34" charset="0"/>
                <a:ea typeface="Calibri" panose="020F0502020204030204" pitchFamily="34" charset="0"/>
              </a:rPr>
              <a:t> </a:t>
            </a:r>
            <a:r>
              <a:rPr lang="en-US" sz="1400" i="1" dirty="0">
                <a:effectLst/>
                <a:latin typeface="Calibri" panose="020F0502020204030204" pitchFamily="34" charset="0"/>
                <a:ea typeface="Calibri" panose="020F0502020204030204" pitchFamily="34" charset="0"/>
              </a:rPr>
              <a:t>&gt; </a:t>
            </a:r>
            <a:r>
              <a:rPr lang="en-US" sz="1400" i="1" u="none" strike="noStrike" spc="-10" dirty="0">
                <a:effectLst/>
                <a:latin typeface="Calibri" panose="020F0502020204030204" pitchFamily="34" charset="0"/>
                <a:ea typeface="Calibri" panose="020F0502020204030204" pitchFamily="34" charset="0"/>
                <a:hlinkClick r:id="rId4"/>
              </a:rPr>
              <a:t>http://example.com/#/about </a:t>
            </a:r>
            <a:endParaRPr lang="en-US" sz="1400" i="1" spc="-10" dirty="0">
              <a:latin typeface="Calibri" panose="020F0502020204030204" pitchFamily="34" charset="0"/>
              <a:ea typeface="Calibri" panose="020F0502020204030204" pitchFamily="34" charset="0"/>
            </a:endParaRPr>
          </a:p>
          <a:p>
            <a:pPr marL="742950" lvl="1" indent="-285750" algn="l">
              <a:spcBef>
                <a:spcPts val="205"/>
              </a:spcBef>
              <a:buFont typeface="Courier New" panose="02070309020205020404" pitchFamily="49" charset="0"/>
              <a:buChar char="o"/>
            </a:pPr>
            <a:r>
              <a:rPr lang="fr-FR" sz="1400" dirty="0">
                <a:latin typeface="Calibri" panose="020F0502020204030204" pitchFamily="34" charset="0"/>
                <a:ea typeface="Calibri" panose="020F0502020204030204" pitchFamily="34" charset="0"/>
              </a:rPr>
              <a:t>Il U</a:t>
            </a:r>
            <a:r>
              <a:rPr lang="fr-FR" sz="1400" dirty="0">
                <a:effectLst/>
                <a:latin typeface="Calibri" panose="020F0502020204030204" pitchFamily="34" charset="0"/>
                <a:ea typeface="Calibri" panose="020F0502020204030204" pitchFamily="34" charset="0"/>
              </a:rPr>
              <a:t>tilise</a:t>
            </a:r>
            <a:r>
              <a:rPr kumimoji="0" lang="fr-FR" altLang="fr-FR" sz="1400" b="1" i="0" u="none" strike="noStrike" cap="none" normalizeH="0" baseline="0" dirty="0">
                <a:ln>
                  <a:noFill/>
                </a:ln>
                <a:solidFill>
                  <a:schemeClr val="tx1"/>
                </a:solidFill>
                <a:effectLst/>
                <a:latin typeface="Arial" panose="020B0604020202020204" pitchFamily="34" charset="0"/>
              </a:rPr>
              <a:t> </a:t>
            </a:r>
            <a:r>
              <a:rPr lang="fr-FR" altLang="fr-FR" sz="1400" dirty="0">
                <a:latin typeface="Calibri" panose="020F0502020204030204" pitchFamily="34" charset="0"/>
                <a:ea typeface="Calibri" panose="020F0502020204030204" pitchFamily="34" charset="0"/>
              </a:rPr>
              <a:t>le fragment d’URL après le </a:t>
            </a:r>
            <a:r>
              <a:rPr lang="fr-FR" altLang="fr-FR" sz="1400" b="1" dirty="0">
                <a:latin typeface="Calibri" panose="020F0502020204030204" pitchFamily="34" charset="0"/>
                <a:ea typeface="Calibri" panose="020F0502020204030204" pitchFamily="34" charset="0"/>
              </a:rPr>
              <a:t>#, </a:t>
            </a:r>
          </a:p>
          <a:p>
            <a:pPr marL="742950" lvl="1" indent="-285750" algn="l">
              <a:spcBef>
                <a:spcPts val="205"/>
              </a:spcBef>
              <a:buFont typeface="Courier New" panose="02070309020205020404" pitchFamily="49" charset="0"/>
              <a:buChar char="o"/>
            </a:pPr>
            <a:r>
              <a:rPr lang="fr-FR" sz="1400" dirty="0"/>
              <a:t>il est plus simple pour des déploiements statiques sans configuration serveur</a:t>
            </a:r>
            <a:endParaRPr lang="fr-FR" sz="1400" dirty="0">
              <a:effectLst/>
              <a:latin typeface="Calibri" panose="020F0502020204030204" pitchFamily="34" charset="0"/>
              <a:ea typeface="Calibri" panose="020F0502020204030204" pitchFamily="34" charset="0"/>
            </a:endParaRPr>
          </a:p>
          <a:p>
            <a:pPr algn="l">
              <a:spcBef>
                <a:spcPts val="205"/>
              </a:spcBef>
            </a:pPr>
            <a:endParaRPr lang="fr-FR" sz="1400" dirty="0">
              <a:effectLst/>
              <a:latin typeface="Calibri" panose="020F0502020204030204" pitchFamily="34" charset="0"/>
              <a:ea typeface="Calibri" panose="020F0502020204030204" pitchFamily="34" charset="0"/>
            </a:endParaRPr>
          </a:p>
          <a:p>
            <a:pPr marL="85725" lvl="1" algn="l">
              <a:spcBef>
                <a:spcPts val="600"/>
              </a:spcBef>
            </a:pPr>
            <a:endParaRPr lang="fr-FR" sz="1400" dirty="0">
              <a:effectLst/>
              <a:latin typeface="Calibri" panose="020F0502020204030204" pitchFamily="34" charset="0"/>
              <a:ea typeface="Calibri" panose="020F0502020204030204" pitchFamily="34" charset="0"/>
            </a:endParaRPr>
          </a:p>
          <a:p>
            <a:pPr marR="526415" algn="l">
              <a:lnSpc>
                <a:spcPct val="107000"/>
              </a:lnSpc>
              <a:spcBef>
                <a:spcPts val="580"/>
              </a:spcBef>
              <a:spcAft>
                <a:spcPts val="0"/>
              </a:spcAft>
            </a:pPr>
            <a:endParaRPr lang="fr-FR" b="1" dirty="0">
              <a:solidFill>
                <a:schemeClr val="accent1">
                  <a:lumMod val="75000"/>
                </a:schemeClr>
              </a:solidFill>
              <a:latin typeface="+mn-lt"/>
              <a:ea typeface="+mj-ea"/>
              <a:cs typeface="+mj-cs"/>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12" name="Image 11" descr="Une image contenant texte, capture d’écran, Police&#10;&#10;Description générée automatiquement">
            <a:extLst>
              <a:ext uri="{FF2B5EF4-FFF2-40B4-BE49-F238E27FC236}">
                <a16:creationId xmlns:a16="http://schemas.microsoft.com/office/drawing/2014/main" id="{D9C0CA73-FA70-54BE-17A8-501F88DAD6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4148" y="3195262"/>
            <a:ext cx="4661140" cy="1163363"/>
          </a:xfrm>
          <a:prstGeom prst="rect">
            <a:avLst/>
          </a:prstGeom>
        </p:spPr>
      </p:pic>
      <p:pic>
        <p:nvPicPr>
          <p:cNvPr id="14" name="Image 13" descr="Une image contenant texte, Police, blanc, typographie&#10;&#10;Description générée automatiquement">
            <a:extLst>
              <a:ext uri="{FF2B5EF4-FFF2-40B4-BE49-F238E27FC236}">
                <a16:creationId xmlns:a16="http://schemas.microsoft.com/office/drawing/2014/main" id="{7337C3E2-EA50-0505-9148-3CDC1D55E4C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81595" y="3511490"/>
            <a:ext cx="2552831" cy="368319"/>
          </a:xfrm>
          <a:prstGeom prst="rect">
            <a:avLst/>
          </a:prstGeom>
        </p:spPr>
      </p:pic>
      <p:sp>
        <p:nvSpPr>
          <p:cNvPr id="15" name="ZoneTexte 14">
            <a:extLst>
              <a:ext uri="{FF2B5EF4-FFF2-40B4-BE49-F238E27FC236}">
                <a16:creationId xmlns:a16="http://schemas.microsoft.com/office/drawing/2014/main" id="{5A7526FF-D908-0FB6-D5F6-A5E228640C17}"/>
              </a:ext>
            </a:extLst>
          </p:cNvPr>
          <p:cNvSpPr txBox="1"/>
          <p:nvPr/>
        </p:nvSpPr>
        <p:spPr>
          <a:xfrm>
            <a:off x="6034756" y="3195262"/>
            <a:ext cx="1280444" cy="307777"/>
          </a:xfrm>
          <a:prstGeom prst="rect">
            <a:avLst/>
          </a:prstGeom>
          <a:noFill/>
        </p:spPr>
        <p:txBody>
          <a:bodyPr wrap="square" rtlCol="0">
            <a:spAutoFit/>
          </a:bodyPr>
          <a:lstStyle/>
          <a:p>
            <a:r>
              <a:rPr lang="fr-FR" sz="1400" b="1" dirty="0">
                <a:latin typeface="+mn-lt"/>
              </a:rPr>
              <a:t>Url retournée</a:t>
            </a:r>
          </a:p>
        </p:txBody>
      </p:sp>
      <p:sp>
        <p:nvSpPr>
          <p:cNvPr id="16" name="ZoneTexte 15">
            <a:extLst>
              <a:ext uri="{FF2B5EF4-FFF2-40B4-BE49-F238E27FC236}">
                <a16:creationId xmlns:a16="http://schemas.microsoft.com/office/drawing/2014/main" id="{577AE446-FC27-7F44-A40C-E2707935ECD5}"/>
              </a:ext>
            </a:extLst>
          </p:cNvPr>
          <p:cNvSpPr txBox="1"/>
          <p:nvPr/>
        </p:nvSpPr>
        <p:spPr>
          <a:xfrm>
            <a:off x="6002224" y="5371663"/>
            <a:ext cx="1280444" cy="307777"/>
          </a:xfrm>
          <a:prstGeom prst="rect">
            <a:avLst/>
          </a:prstGeom>
          <a:noFill/>
        </p:spPr>
        <p:txBody>
          <a:bodyPr wrap="square" rtlCol="0">
            <a:spAutoFit/>
          </a:bodyPr>
          <a:lstStyle/>
          <a:p>
            <a:r>
              <a:rPr lang="fr-FR" sz="1400" b="1" dirty="0">
                <a:latin typeface="+mn-lt"/>
              </a:rPr>
              <a:t>Url retournée</a:t>
            </a:r>
          </a:p>
        </p:txBody>
      </p:sp>
      <p:pic>
        <p:nvPicPr>
          <p:cNvPr id="18" name="Image 17" descr="Une image contenant texte, capture d’écran, Police&#10;&#10;Description générée automatiquement">
            <a:extLst>
              <a:ext uri="{FF2B5EF4-FFF2-40B4-BE49-F238E27FC236}">
                <a16:creationId xmlns:a16="http://schemas.microsoft.com/office/drawing/2014/main" id="{40DC5700-D4F6-96B8-542F-4774BF4131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73110" y="5320293"/>
            <a:ext cx="4661139" cy="1163363"/>
          </a:xfrm>
          <a:prstGeom prst="rect">
            <a:avLst/>
          </a:prstGeom>
        </p:spPr>
      </p:pic>
      <p:pic>
        <p:nvPicPr>
          <p:cNvPr id="20" name="Image 19">
            <a:extLst>
              <a:ext uri="{FF2B5EF4-FFF2-40B4-BE49-F238E27FC236}">
                <a16:creationId xmlns:a16="http://schemas.microsoft.com/office/drawing/2014/main" id="{C907FB9D-684D-C7F3-B53D-B7145826DE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881595" y="5908508"/>
            <a:ext cx="2686188" cy="311166"/>
          </a:xfrm>
          <a:prstGeom prst="rect">
            <a:avLst/>
          </a:prstGeom>
        </p:spPr>
      </p:pic>
    </p:spTree>
    <p:extLst>
      <p:ext uri="{BB962C8B-B14F-4D97-AF65-F5344CB8AC3E}">
        <p14:creationId xmlns:p14="http://schemas.microsoft.com/office/powerpoint/2010/main" val="75564746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Routing</a:t>
            </a:r>
            <a:r>
              <a:rPr lang="fr-FR" sz="2400" b="1" dirty="0">
                <a:solidFill>
                  <a:schemeClr val="accent1">
                    <a:lumMod val="75000"/>
                  </a:schemeClr>
                </a:solidFill>
              </a:rPr>
              <a:t> avec </a:t>
            </a:r>
            <a:r>
              <a:rPr lang="fr-FR" sz="2400" b="1" dirty="0" err="1">
                <a:solidFill>
                  <a:schemeClr val="accent1">
                    <a:lumMod val="75000"/>
                  </a:schemeClr>
                </a:solidFill>
              </a:rPr>
              <a:t>React</a:t>
            </a:r>
            <a:r>
              <a:rPr lang="fr-FR" sz="2400" b="1" dirty="0">
                <a:solidFill>
                  <a:schemeClr val="accent1">
                    <a:lumMod val="75000"/>
                  </a:schemeClr>
                </a:solidFill>
              </a:rPr>
              <a:t> Router</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6597062"/>
          </a:xfrm>
          <a:prstGeom prst="rect">
            <a:avLst/>
          </a:prstGeom>
          <a:noFill/>
        </p:spPr>
        <p:txBody>
          <a:bodyPr wrap="square">
            <a:spAutoFit/>
          </a:bodyPr>
          <a:lstStyle/>
          <a:p>
            <a:pPr marL="0" lvl="1" algn="l" rtl="0">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&lt;Route&gt;</a:t>
            </a:r>
          </a:p>
          <a:p>
            <a:pPr marR="200660" algn="l">
              <a:spcBef>
                <a:spcPts val="600"/>
              </a:spcBef>
              <a:spcAft>
                <a:spcPts val="0"/>
              </a:spcAft>
            </a:pPr>
            <a:r>
              <a:rPr lang="fr-FR" sz="1400" dirty="0">
                <a:effectLst/>
                <a:latin typeface="+mn-lt"/>
                <a:ea typeface="Calibri" panose="020F0502020204030204" pitchFamily="34" charset="0"/>
              </a:rPr>
              <a:t>Le</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composant</a:t>
            </a:r>
            <a:r>
              <a:rPr lang="fr-FR" sz="1400" spc="-15" dirty="0">
                <a:effectLst/>
                <a:latin typeface="+mn-lt"/>
                <a:ea typeface="Calibri" panose="020F0502020204030204" pitchFamily="34" charset="0"/>
              </a:rPr>
              <a:t> </a:t>
            </a:r>
            <a:r>
              <a:rPr lang="fr-FR" sz="1400" dirty="0">
                <a:effectLst/>
                <a:latin typeface="+mn-lt"/>
                <a:ea typeface="Calibri" panose="020F0502020204030204" pitchFamily="34" charset="0"/>
              </a:rPr>
              <a:t>&lt;Route&gt;</a:t>
            </a:r>
            <a:r>
              <a:rPr lang="fr-FR" sz="1400" spc="-15" dirty="0">
                <a:effectLst/>
                <a:latin typeface="+mn-lt"/>
                <a:ea typeface="Calibri" panose="020F0502020204030204" pitchFamily="34" charset="0"/>
              </a:rPr>
              <a:t> </a:t>
            </a:r>
            <a:r>
              <a:rPr lang="fr-FR" sz="1400" dirty="0">
                <a:effectLst/>
                <a:latin typeface="+mn-lt"/>
                <a:ea typeface="Calibri" panose="020F0502020204030204" pitchFamily="34" charset="0"/>
              </a:rPr>
              <a:t>définit</a:t>
            </a:r>
            <a:r>
              <a:rPr lang="fr-FR" sz="1400" spc="-20" dirty="0">
                <a:effectLst/>
                <a:latin typeface="+mn-lt"/>
                <a:ea typeface="Calibri" panose="020F0502020204030204" pitchFamily="34" charset="0"/>
              </a:rPr>
              <a:t> </a:t>
            </a:r>
            <a:r>
              <a:rPr lang="fr-FR" sz="1400" dirty="0">
                <a:effectLst/>
                <a:latin typeface="+mn-lt"/>
                <a:ea typeface="Calibri" panose="020F0502020204030204" pitchFamily="34" charset="0"/>
              </a:rPr>
              <a:t>une</a:t>
            </a:r>
            <a:r>
              <a:rPr lang="fr-FR" sz="1400" spc="-25" dirty="0">
                <a:effectLst/>
                <a:latin typeface="+mn-lt"/>
                <a:ea typeface="Calibri" panose="020F0502020204030204" pitchFamily="34" charset="0"/>
              </a:rPr>
              <a:t> </a:t>
            </a:r>
            <a:r>
              <a:rPr lang="fr-FR" sz="1400" dirty="0">
                <a:effectLst/>
                <a:latin typeface="+mn-lt"/>
                <a:ea typeface="Calibri" panose="020F0502020204030204" pitchFamily="34" charset="0"/>
              </a:rPr>
              <a:t>relation</a:t>
            </a:r>
            <a:r>
              <a:rPr lang="fr-FR" sz="1400" spc="-20" dirty="0">
                <a:effectLst/>
                <a:latin typeface="+mn-lt"/>
                <a:ea typeface="Calibri" panose="020F0502020204030204" pitchFamily="34" charset="0"/>
              </a:rPr>
              <a:t> </a:t>
            </a:r>
            <a:r>
              <a:rPr lang="fr-FR" sz="1400" dirty="0">
                <a:effectLst/>
                <a:latin typeface="+mn-lt"/>
                <a:ea typeface="Calibri" panose="020F0502020204030204" pitchFamily="34" charset="0"/>
              </a:rPr>
              <a:t>(mapping)</a:t>
            </a:r>
            <a:r>
              <a:rPr lang="fr-FR" sz="1400" spc="-20" dirty="0">
                <a:effectLst/>
                <a:latin typeface="+mn-lt"/>
                <a:ea typeface="Calibri" panose="020F0502020204030204" pitchFamily="34" charset="0"/>
              </a:rPr>
              <a:t> </a:t>
            </a:r>
            <a:r>
              <a:rPr lang="fr-FR" sz="1400" dirty="0">
                <a:effectLst/>
                <a:latin typeface="+mn-lt"/>
                <a:ea typeface="Calibri" panose="020F0502020204030204" pitchFamily="34" charset="0"/>
              </a:rPr>
              <a:t>entre</a:t>
            </a:r>
            <a:r>
              <a:rPr lang="fr-FR" sz="1400" spc="-20" dirty="0">
                <a:effectLst/>
                <a:latin typeface="+mn-lt"/>
                <a:ea typeface="Calibri" panose="020F0502020204030204" pitchFamily="34" charset="0"/>
              </a:rPr>
              <a:t> </a:t>
            </a:r>
            <a:r>
              <a:rPr lang="fr-FR" sz="1400" dirty="0">
                <a:effectLst/>
                <a:latin typeface="+mn-lt"/>
                <a:ea typeface="Calibri" panose="020F0502020204030204" pitchFamily="34" charset="0"/>
              </a:rPr>
              <a:t>une URL</a:t>
            </a:r>
            <a:r>
              <a:rPr lang="fr-FR" sz="1400" spc="-15" dirty="0">
                <a:effectLst/>
                <a:latin typeface="+mn-lt"/>
                <a:ea typeface="Calibri" panose="020F0502020204030204" pitchFamily="34" charset="0"/>
              </a:rPr>
              <a:t> </a:t>
            </a:r>
            <a:r>
              <a:rPr lang="fr-FR" sz="1400" dirty="0">
                <a:effectLst/>
                <a:latin typeface="+mn-lt"/>
                <a:ea typeface="Calibri" panose="020F0502020204030204" pitchFamily="34" charset="0"/>
              </a:rPr>
              <a:t>et</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un</a:t>
            </a:r>
            <a:r>
              <a:rPr lang="fr-FR" sz="1400" spc="-15" dirty="0">
                <a:effectLst/>
                <a:latin typeface="+mn-lt"/>
                <a:ea typeface="Calibri" panose="020F0502020204030204" pitchFamily="34" charset="0"/>
              </a:rPr>
              <a:t> </a:t>
            </a:r>
            <a:r>
              <a:rPr lang="fr-FR" sz="1400" dirty="0">
                <a:effectLst/>
                <a:latin typeface="+mn-lt"/>
                <a:ea typeface="Calibri" panose="020F0502020204030204" pitchFamily="34" charset="0"/>
              </a:rPr>
              <a:t>Component. Cela signifie que lorsque l'utilisateur visite une URL sur le navigateur, un</a:t>
            </a:r>
            <a:r>
              <a:rPr lang="fr-FR" sz="1400" spc="-15" dirty="0">
                <a:effectLst/>
                <a:latin typeface="+mn-lt"/>
                <a:ea typeface="Calibri" panose="020F0502020204030204" pitchFamily="34" charset="0"/>
              </a:rPr>
              <a:t> </a:t>
            </a:r>
            <a:r>
              <a:rPr lang="fr-FR" sz="1400" dirty="0">
                <a:effectLst/>
                <a:latin typeface="+mn-lt"/>
                <a:ea typeface="Calibri" panose="020F0502020204030204" pitchFamily="34" charset="0"/>
              </a:rPr>
              <a:t>Component</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correspondant</a:t>
            </a:r>
            <a:r>
              <a:rPr lang="fr-FR" sz="1400" spc="-20" dirty="0">
                <a:effectLst/>
                <a:latin typeface="+mn-lt"/>
                <a:ea typeface="Calibri" panose="020F0502020204030204" pitchFamily="34" charset="0"/>
              </a:rPr>
              <a:t> </a:t>
            </a:r>
            <a:r>
              <a:rPr lang="fr-FR" sz="1400" dirty="0">
                <a:effectLst/>
                <a:latin typeface="+mn-lt"/>
                <a:ea typeface="Calibri" panose="020F0502020204030204" pitchFamily="34" charset="0"/>
              </a:rPr>
              <a:t>doit</a:t>
            </a:r>
            <a:r>
              <a:rPr lang="fr-FR" sz="1400" spc="-15" dirty="0">
                <a:effectLst/>
                <a:latin typeface="+mn-lt"/>
                <a:ea typeface="Calibri" panose="020F0502020204030204" pitchFamily="34" charset="0"/>
              </a:rPr>
              <a:t> </a:t>
            </a:r>
            <a:r>
              <a:rPr lang="fr-FR" sz="1400" dirty="0">
                <a:effectLst/>
                <a:latin typeface="+mn-lt"/>
                <a:ea typeface="Calibri" panose="020F0502020204030204" pitchFamily="34" charset="0"/>
              </a:rPr>
              <a:t>être</a:t>
            </a:r>
            <a:r>
              <a:rPr lang="fr-FR" sz="1400" spc="-5" dirty="0">
                <a:effectLst/>
                <a:latin typeface="+mn-lt"/>
                <a:ea typeface="Calibri" panose="020F0502020204030204" pitchFamily="34" charset="0"/>
              </a:rPr>
              <a:t> </a:t>
            </a:r>
            <a:r>
              <a:rPr lang="fr-FR" sz="1400" dirty="0">
                <a:effectLst/>
                <a:latin typeface="+mn-lt"/>
                <a:ea typeface="Calibri" panose="020F0502020204030204" pitchFamily="34" charset="0"/>
              </a:rPr>
              <a:t>rendu</a:t>
            </a:r>
            <a:r>
              <a:rPr lang="fr-FR" sz="1400" spc="-25" dirty="0">
                <a:effectLst/>
                <a:latin typeface="+mn-lt"/>
                <a:ea typeface="Calibri" panose="020F0502020204030204" pitchFamily="34" charset="0"/>
              </a:rPr>
              <a:t> </a:t>
            </a:r>
            <a:r>
              <a:rPr lang="fr-FR" sz="1400" dirty="0">
                <a:effectLst/>
                <a:latin typeface="+mn-lt"/>
                <a:ea typeface="Calibri" panose="020F0502020204030204" pitchFamily="34" charset="0"/>
              </a:rPr>
              <a:t>sur</a:t>
            </a:r>
            <a:r>
              <a:rPr lang="fr-FR" sz="1400" spc="-10" dirty="0">
                <a:effectLst/>
                <a:latin typeface="+mn-lt"/>
                <a:ea typeface="Calibri" panose="020F0502020204030204" pitchFamily="34" charset="0"/>
              </a:rPr>
              <a:t> l'interface.</a:t>
            </a:r>
            <a:r>
              <a:rPr lang="fr-FR" sz="1400" dirty="0">
                <a:latin typeface="+mn-lt"/>
                <a:ea typeface="Calibri" panose="020F0502020204030204" pitchFamily="34" charset="0"/>
              </a:rPr>
              <a:t>        </a:t>
            </a:r>
            <a:r>
              <a:rPr lang="en-US" sz="1400" spc="-10" dirty="0">
                <a:solidFill>
                  <a:srgbClr val="800000"/>
                </a:solidFill>
                <a:effectLst/>
                <a:latin typeface="+mn-lt"/>
                <a:ea typeface="Calibri" panose="020F0502020204030204" pitchFamily="34" charset="0"/>
              </a:rPr>
              <a:t>&lt;</a:t>
            </a:r>
            <a:r>
              <a:rPr lang="en-US" sz="1400" spc="-10" dirty="0" err="1">
                <a:solidFill>
                  <a:srgbClr val="800000"/>
                </a:solidFill>
                <a:effectLst/>
                <a:latin typeface="+mn-lt"/>
                <a:ea typeface="Calibri" panose="020F0502020204030204" pitchFamily="34" charset="0"/>
              </a:rPr>
              <a:t>BrowserRouter</a:t>
            </a:r>
            <a:r>
              <a:rPr lang="en-US" sz="1400" spc="-10" dirty="0">
                <a:solidFill>
                  <a:srgbClr val="80000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1073150" algn="l">
              <a:spcBef>
                <a:spcPts val="140"/>
              </a:spcBef>
              <a:spcAft>
                <a:spcPts val="0"/>
              </a:spcAft>
            </a:pPr>
            <a:r>
              <a:rPr lang="en-US" sz="1400" dirty="0">
                <a:solidFill>
                  <a:srgbClr val="800000"/>
                </a:solidFill>
                <a:effectLst/>
                <a:latin typeface="+mn-lt"/>
                <a:ea typeface="Calibri" panose="020F0502020204030204" pitchFamily="34" charset="0"/>
              </a:rPr>
              <a:t>          &lt;</a:t>
            </a:r>
            <a:r>
              <a:rPr lang="en-US" sz="1400" dirty="0">
                <a:solidFill>
                  <a:srgbClr val="0070C0"/>
                </a:solidFill>
                <a:effectLst/>
                <a:latin typeface="+mn-lt"/>
                <a:ea typeface="Calibri" panose="020F0502020204030204" pitchFamily="34" charset="0"/>
              </a:rPr>
              <a:t>Route</a:t>
            </a:r>
            <a:r>
              <a:rPr lang="en-US" sz="1400" spc="-30" dirty="0">
                <a:solidFill>
                  <a:srgbClr val="800000"/>
                </a:solidFill>
                <a:effectLst/>
                <a:latin typeface="+mn-lt"/>
                <a:ea typeface="Calibri" panose="020F0502020204030204" pitchFamily="34" charset="0"/>
              </a:rPr>
              <a:t> </a:t>
            </a:r>
            <a:r>
              <a:rPr lang="en-US" sz="1400" dirty="0">
                <a:solidFill>
                  <a:srgbClr val="FF0000"/>
                </a:solidFill>
                <a:effectLst/>
                <a:highlight>
                  <a:srgbClr val="FFFF00"/>
                </a:highlight>
                <a:latin typeface="+mn-lt"/>
                <a:ea typeface="Calibri" panose="020F0502020204030204" pitchFamily="34" charset="0"/>
              </a:rPr>
              <a:t>exact</a:t>
            </a:r>
            <a:r>
              <a:rPr lang="en-US" sz="1400" spc="-40" dirty="0">
                <a:solidFill>
                  <a:srgbClr val="FF0000"/>
                </a:solidFill>
                <a:effectLst/>
                <a:latin typeface="+mn-lt"/>
                <a:ea typeface="Calibri" panose="020F0502020204030204" pitchFamily="34" charset="0"/>
              </a:rPr>
              <a:t> </a:t>
            </a:r>
            <a:r>
              <a:rPr lang="en-US" sz="1400" dirty="0">
                <a:solidFill>
                  <a:srgbClr val="FF0000"/>
                </a:solidFill>
                <a:effectLst/>
                <a:latin typeface="+mn-lt"/>
                <a:ea typeface="Calibri" panose="020F0502020204030204" pitchFamily="34" charset="0"/>
              </a:rPr>
              <a:t>path</a:t>
            </a:r>
            <a:r>
              <a:rPr lang="en-US" sz="1400" dirty="0">
                <a:effectLst/>
                <a:latin typeface="+mn-lt"/>
                <a:ea typeface="Calibri" panose="020F0502020204030204" pitchFamily="34" charset="0"/>
              </a:rPr>
              <a:t>=</a:t>
            </a:r>
            <a:r>
              <a:rPr lang="en-US" sz="1400" dirty="0">
                <a:solidFill>
                  <a:srgbClr val="A21515"/>
                </a:solidFill>
                <a:effectLst/>
                <a:latin typeface="+mn-lt"/>
                <a:ea typeface="Calibri" panose="020F0502020204030204" pitchFamily="34" charset="0"/>
              </a:rPr>
              <a:t>"/"</a:t>
            </a:r>
            <a:r>
              <a:rPr lang="en-US" sz="1400" spc="-25" dirty="0">
                <a:solidFill>
                  <a:srgbClr val="A21515"/>
                </a:solidFill>
                <a:effectLst/>
                <a:latin typeface="+mn-lt"/>
                <a:ea typeface="Calibri" panose="020F0502020204030204" pitchFamily="34" charset="0"/>
              </a:rPr>
              <a:t> </a:t>
            </a:r>
            <a:r>
              <a:rPr lang="en-US" sz="1400" spc="-10" dirty="0">
                <a:solidFill>
                  <a:srgbClr val="FF0000"/>
                </a:solidFill>
                <a:effectLst/>
                <a:latin typeface="+mn-lt"/>
                <a:ea typeface="Calibri" panose="020F0502020204030204" pitchFamily="34" charset="0"/>
              </a:rPr>
              <a:t>component</a:t>
            </a:r>
            <a:r>
              <a:rPr lang="en-US" sz="1400" spc="-10" dirty="0">
                <a:effectLst/>
                <a:latin typeface="+mn-lt"/>
                <a:ea typeface="Calibri" panose="020F0502020204030204" pitchFamily="34" charset="0"/>
              </a:rPr>
              <a:t>=</a:t>
            </a:r>
            <a:r>
              <a:rPr lang="en-US" sz="1400" spc="-10" dirty="0">
                <a:solidFill>
                  <a:srgbClr val="0000FF"/>
                </a:solidFill>
                <a:effectLst/>
                <a:latin typeface="+mn-lt"/>
                <a:ea typeface="Calibri" panose="020F0502020204030204" pitchFamily="34" charset="0"/>
              </a:rPr>
              <a:t>{</a:t>
            </a:r>
            <a:r>
              <a:rPr lang="en-US" sz="1400" spc="-10" dirty="0">
                <a:effectLst/>
                <a:latin typeface="+mn-lt"/>
                <a:ea typeface="Calibri" panose="020F0502020204030204" pitchFamily="34" charset="0"/>
              </a:rPr>
              <a:t>Home</a:t>
            </a:r>
            <a:r>
              <a:rPr lang="en-US" sz="1400" spc="-10" dirty="0">
                <a:solidFill>
                  <a:srgbClr val="0000FF"/>
                </a:solidFill>
                <a:effectLst/>
                <a:latin typeface="+mn-lt"/>
                <a:ea typeface="Calibri" panose="020F0502020204030204" pitchFamily="34" charset="0"/>
              </a:rPr>
              <a:t>}</a:t>
            </a:r>
            <a:r>
              <a:rPr lang="en-US" sz="1400" spc="-10" dirty="0">
                <a:solidFill>
                  <a:srgbClr val="80000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1073150" algn="l">
              <a:spcBef>
                <a:spcPts val="140"/>
              </a:spcBef>
              <a:spcAft>
                <a:spcPts val="0"/>
              </a:spcAft>
            </a:pPr>
            <a:r>
              <a:rPr lang="en-US" sz="1400" dirty="0">
                <a:solidFill>
                  <a:srgbClr val="800000"/>
                </a:solidFill>
                <a:effectLst/>
                <a:latin typeface="+mn-lt"/>
                <a:ea typeface="Calibri" panose="020F0502020204030204" pitchFamily="34" charset="0"/>
              </a:rPr>
              <a:t>          &lt;</a:t>
            </a:r>
            <a:r>
              <a:rPr lang="en-US" sz="1400" dirty="0">
                <a:solidFill>
                  <a:srgbClr val="0070C0"/>
                </a:solidFill>
                <a:latin typeface="+mn-lt"/>
                <a:ea typeface="Calibri" panose="020F0502020204030204" pitchFamily="34" charset="0"/>
              </a:rPr>
              <a:t>Route</a:t>
            </a:r>
            <a:r>
              <a:rPr lang="en-US" sz="1400" spc="-50" dirty="0">
                <a:solidFill>
                  <a:srgbClr val="800000"/>
                </a:solidFill>
                <a:effectLst/>
                <a:latin typeface="+mn-lt"/>
                <a:ea typeface="Calibri" panose="020F0502020204030204" pitchFamily="34" charset="0"/>
              </a:rPr>
              <a:t> </a:t>
            </a:r>
            <a:r>
              <a:rPr lang="en-US" sz="1400" dirty="0">
                <a:solidFill>
                  <a:srgbClr val="FF0000"/>
                </a:solidFill>
                <a:effectLst/>
                <a:latin typeface="+mn-lt"/>
                <a:ea typeface="Calibri" panose="020F0502020204030204" pitchFamily="34" charset="0"/>
              </a:rPr>
              <a:t>path</a:t>
            </a:r>
            <a:r>
              <a:rPr lang="en-US" sz="1400" dirty="0">
                <a:effectLst/>
                <a:latin typeface="+mn-lt"/>
                <a:ea typeface="Calibri" panose="020F0502020204030204" pitchFamily="34" charset="0"/>
              </a:rPr>
              <a:t>=</a:t>
            </a:r>
            <a:r>
              <a:rPr lang="en-US" sz="1400" dirty="0">
                <a:solidFill>
                  <a:srgbClr val="A21515"/>
                </a:solidFill>
                <a:effectLst/>
                <a:latin typeface="+mn-lt"/>
                <a:ea typeface="Calibri" panose="020F0502020204030204" pitchFamily="34" charset="0"/>
              </a:rPr>
              <a:t>"/about"</a:t>
            </a:r>
            <a:r>
              <a:rPr lang="en-US" sz="1400" spc="-40" dirty="0">
                <a:solidFill>
                  <a:srgbClr val="A21515"/>
                </a:solidFill>
                <a:effectLst/>
                <a:latin typeface="+mn-lt"/>
                <a:ea typeface="Calibri" panose="020F0502020204030204" pitchFamily="34" charset="0"/>
              </a:rPr>
              <a:t> </a:t>
            </a:r>
            <a:r>
              <a:rPr lang="en-US" sz="1400" spc="-10" dirty="0">
                <a:solidFill>
                  <a:srgbClr val="FF0000"/>
                </a:solidFill>
                <a:effectLst/>
                <a:latin typeface="+mn-lt"/>
                <a:ea typeface="Calibri" panose="020F0502020204030204" pitchFamily="34" charset="0"/>
              </a:rPr>
              <a:t>component</a:t>
            </a:r>
            <a:r>
              <a:rPr lang="en-US" sz="1400" spc="-10" dirty="0">
                <a:effectLst/>
                <a:latin typeface="+mn-lt"/>
                <a:ea typeface="Calibri" panose="020F0502020204030204" pitchFamily="34" charset="0"/>
              </a:rPr>
              <a:t>=</a:t>
            </a:r>
            <a:r>
              <a:rPr lang="en-US" sz="1400" spc="-10" dirty="0">
                <a:solidFill>
                  <a:srgbClr val="0000FF"/>
                </a:solidFill>
                <a:effectLst/>
                <a:latin typeface="+mn-lt"/>
                <a:ea typeface="Calibri" panose="020F0502020204030204" pitchFamily="34" charset="0"/>
              </a:rPr>
              <a:t>{</a:t>
            </a:r>
            <a:r>
              <a:rPr lang="en-US" sz="1400" spc="-10" dirty="0">
                <a:effectLst/>
                <a:latin typeface="+mn-lt"/>
                <a:ea typeface="Calibri" panose="020F0502020204030204" pitchFamily="34" charset="0"/>
              </a:rPr>
              <a:t>About</a:t>
            </a:r>
            <a:r>
              <a:rPr lang="en-US" sz="1400" spc="-10" dirty="0">
                <a:solidFill>
                  <a:srgbClr val="0000FF"/>
                </a:solidFill>
                <a:effectLst/>
                <a:latin typeface="+mn-lt"/>
                <a:ea typeface="Calibri" panose="020F0502020204030204" pitchFamily="34" charset="0"/>
              </a:rPr>
              <a:t>}</a:t>
            </a:r>
            <a:r>
              <a:rPr lang="en-US" sz="1400" spc="-10" dirty="0">
                <a:solidFill>
                  <a:srgbClr val="80000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1073150" algn="l">
              <a:spcBef>
                <a:spcPts val="130"/>
              </a:spcBef>
              <a:spcAft>
                <a:spcPts val="0"/>
              </a:spcAft>
            </a:pPr>
            <a:r>
              <a:rPr lang="fr-FR" sz="1400" dirty="0">
                <a:solidFill>
                  <a:srgbClr val="800000"/>
                </a:solidFill>
                <a:effectLst/>
                <a:latin typeface="+mn-lt"/>
                <a:ea typeface="Calibri" panose="020F0502020204030204" pitchFamily="34" charset="0"/>
              </a:rPr>
              <a:t>          &lt;</a:t>
            </a:r>
            <a:r>
              <a:rPr lang="fr-FR" sz="1400" dirty="0">
                <a:solidFill>
                  <a:srgbClr val="0070C0"/>
                </a:solidFill>
                <a:latin typeface="+mn-lt"/>
                <a:ea typeface="Calibri" panose="020F0502020204030204" pitchFamily="34" charset="0"/>
              </a:rPr>
              <a:t>Route</a:t>
            </a:r>
            <a:r>
              <a:rPr lang="fr-FR" sz="1400" spc="-55" dirty="0">
                <a:solidFill>
                  <a:srgbClr val="800000"/>
                </a:solidFill>
                <a:effectLst/>
                <a:latin typeface="+mn-lt"/>
                <a:ea typeface="Calibri" panose="020F0502020204030204" pitchFamily="34" charset="0"/>
              </a:rPr>
              <a:t> </a:t>
            </a:r>
            <a:r>
              <a:rPr lang="fr-FR" sz="1400" dirty="0" err="1">
                <a:solidFill>
                  <a:srgbClr val="FF0000"/>
                </a:solidFill>
                <a:effectLst/>
                <a:latin typeface="+mn-lt"/>
                <a:ea typeface="Calibri" panose="020F0502020204030204" pitchFamily="34" charset="0"/>
              </a:rPr>
              <a:t>path</a:t>
            </a:r>
            <a:r>
              <a:rPr lang="fr-FR" sz="1400" dirty="0">
                <a:effectLst/>
                <a:latin typeface="+mn-lt"/>
                <a:ea typeface="Calibri" panose="020F0502020204030204" pitchFamily="34" charset="0"/>
              </a:rPr>
              <a:t>=</a:t>
            </a:r>
            <a:r>
              <a:rPr lang="fr-FR" sz="1400" dirty="0">
                <a:solidFill>
                  <a:srgbClr val="A21515"/>
                </a:solidFill>
                <a:effectLst/>
                <a:latin typeface="+mn-lt"/>
                <a:ea typeface="Calibri" panose="020F0502020204030204" pitchFamily="34" charset="0"/>
              </a:rPr>
              <a:t>"/topics"</a:t>
            </a:r>
            <a:r>
              <a:rPr lang="fr-FR" sz="1400" spc="-40" dirty="0">
                <a:solidFill>
                  <a:srgbClr val="A21515"/>
                </a:solidFill>
                <a:effectLst/>
                <a:latin typeface="+mn-lt"/>
                <a:ea typeface="Calibri" panose="020F0502020204030204" pitchFamily="34" charset="0"/>
              </a:rPr>
              <a:t> </a:t>
            </a:r>
            <a:r>
              <a:rPr lang="fr-FR" sz="1400" spc="-10" dirty="0">
                <a:solidFill>
                  <a:srgbClr val="FF0000"/>
                </a:solidFill>
                <a:effectLst/>
                <a:latin typeface="+mn-lt"/>
                <a:ea typeface="Calibri" panose="020F0502020204030204" pitchFamily="34" charset="0"/>
              </a:rPr>
              <a:t>component</a:t>
            </a:r>
            <a:r>
              <a:rPr lang="fr-FR" sz="1400" spc="-10" dirty="0">
                <a:effectLst/>
                <a:latin typeface="+mn-lt"/>
                <a:ea typeface="Calibri" panose="020F0502020204030204" pitchFamily="34" charset="0"/>
              </a:rPr>
              <a:t>=</a:t>
            </a:r>
            <a:r>
              <a:rPr lang="fr-FR" sz="1400" spc="-10" dirty="0">
                <a:solidFill>
                  <a:srgbClr val="0000FF"/>
                </a:solidFill>
                <a:effectLst/>
                <a:latin typeface="+mn-lt"/>
                <a:ea typeface="Calibri" panose="020F0502020204030204" pitchFamily="34" charset="0"/>
              </a:rPr>
              <a:t>{</a:t>
            </a:r>
            <a:r>
              <a:rPr lang="fr-FR" sz="1400" spc="-10" dirty="0">
                <a:effectLst/>
                <a:latin typeface="+mn-lt"/>
                <a:ea typeface="Calibri" panose="020F0502020204030204" pitchFamily="34" charset="0"/>
              </a:rPr>
              <a:t>Topics</a:t>
            </a:r>
            <a:r>
              <a:rPr lang="fr-FR" sz="1400" spc="-10" dirty="0">
                <a:solidFill>
                  <a:srgbClr val="0000FF"/>
                </a:solidFill>
                <a:effectLst/>
                <a:latin typeface="+mn-lt"/>
                <a:ea typeface="Calibri" panose="020F0502020204030204" pitchFamily="34" charset="0"/>
              </a:rPr>
              <a:t>}</a:t>
            </a:r>
            <a:r>
              <a:rPr lang="fr-FR" sz="1400" spc="-10" dirty="0">
                <a:solidFill>
                  <a:srgbClr val="80000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1073150" algn="l">
              <a:spcBef>
                <a:spcPts val="140"/>
              </a:spcBef>
              <a:spcAft>
                <a:spcPts val="0"/>
              </a:spcAft>
            </a:pPr>
            <a:r>
              <a:rPr lang="fr-FR" sz="1400" spc="-10" dirty="0">
                <a:solidFill>
                  <a:srgbClr val="800000"/>
                </a:solidFill>
                <a:effectLst/>
                <a:latin typeface="+mn-lt"/>
                <a:ea typeface="Calibri" panose="020F0502020204030204" pitchFamily="34" charset="0"/>
              </a:rPr>
              <a:t>&lt;/</a:t>
            </a:r>
            <a:r>
              <a:rPr lang="fr-FR" sz="1400" spc="-10" dirty="0" err="1">
                <a:solidFill>
                  <a:srgbClr val="800000"/>
                </a:solidFill>
                <a:effectLst/>
                <a:latin typeface="+mn-lt"/>
                <a:ea typeface="Calibri" panose="020F0502020204030204" pitchFamily="34" charset="0"/>
              </a:rPr>
              <a:t>BrowserRouter</a:t>
            </a:r>
            <a:r>
              <a:rPr lang="fr-FR" sz="1400" spc="-10" dirty="0">
                <a:solidFill>
                  <a:srgbClr val="80000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R="200660" algn="l">
              <a:spcBef>
                <a:spcPts val="835"/>
              </a:spcBef>
              <a:spcAft>
                <a:spcPts val="0"/>
              </a:spcAft>
            </a:pPr>
            <a:r>
              <a:rPr lang="fr-FR" sz="1400" dirty="0">
                <a:effectLst/>
                <a:latin typeface="+mn-lt"/>
                <a:ea typeface="Calibri" panose="020F0502020204030204" pitchFamily="34" charset="0"/>
              </a:rPr>
              <a:t>L'attribut </a:t>
            </a:r>
            <a:r>
              <a:rPr lang="fr-FR" sz="1400" b="1" dirty="0">
                <a:solidFill>
                  <a:srgbClr val="C00000"/>
                </a:solidFill>
                <a:effectLst/>
                <a:highlight>
                  <a:srgbClr val="FFFF00"/>
                </a:highlight>
                <a:latin typeface="+mn-lt"/>
                <a:ea typeface="Calibri" panose="020F0502020204030204" pitchFamily="34" charset="0"/>
              </a:rPr>
              <a:t>exact</a:t>
            </a:r>
            <a:r>
              <a:rPr lang="fr-FR" sz="1400" dirty="0">
                <a:effectLst/>
                <a:latin typeface="+mn-lt"/>
                <a:ea typeface="Calibri" panose="020F0502020204030204" pitchFamily="34" charset="0"/>
              </a:rPr>
              <a:t> est utilisé dans le &lt;Route&gt; afin de dire que ce &lt;Route&gt; ne</a:t>
            </a:r>
            <a:r>
              <a:rPr lang="fr-FR" sz="1400" spc="-5" dirty="0">
                <a:effectLst/>
                <a:latin typeface="+mn-lt"/>
                <a:ea typeface="Calibri" panose="020F0502020204030204" pitchFamily="34" charset="0"/>
              </a:rPr>
              <a:t> </a:t>
            </a:r>
            <a:r>
              <a:rPr lang="fr-FR" sz="1400" dirty="0">
                <a:effectLst/>
                <a:latin typeface="+mn-lt"/>
                <a:ea typeface="Calibri" panose="020F0502020204030204" pitchFamily="34" charset="0"/>
              </a:rPr>
              <a:t>fonctionne que</a:t>
            </a:r>
            <a:r>
              <a:rPr lang="fr-FR" sz="1400" spc="-25" dirty="0">
                <a:effectLst/>
                <a:latin typeface="+mn-lt"/>
                <a:ea typeface="Calibri" panose="020F0502020204030204" pitchFamily="34" charset="0"/>
              </a:rPr>
              <a:t> </a:t>
            </a:r>
            <a:r>
              <a:rPr lang="fr-FR" sz="1400" dirty="0">
                <a:effectLst/>
                <a:latin typeface="+mn-lt"/>
                <a:ea typeface="Calibri" panose="020F0502020204030204" pitchFamily="34" charset="0"/>
              </a:rPr>
              <a:t>si</a:t>
            </a:r>
            <a:r>
              <a:rPr lang="fr-FR" sz="1400" spc="-15" dirty="0">
                <a:effectLst/>
                <a:latin typeface="+mn-lt"/>
                <a:ea typeface="Calibri" panose="020F0502020204030204" pitchFamily="34" charset="0"/>
              </a:rPr>
              <a:t> </a:t>
            </a:r>
            <a:r>
              <a:rPr lang="fr-FR" sz="1400" dirty="0">
                <a:effectLst/>
                <a:latin typeface="+mn-lt"/>
                <a:ea typeface="Calibri" panose="020F0502020204030204" pitchFamily="34" charset="0"/>
              </a:rPr>
              <a:t>la</a:t>
            </a:r>
            <a:r>
              <a:rPr lang="fr-FR" sz="1400" spc="-5" dirty="0">
                <a:effectLst/>
                <a:latin typeface="+mn-lt"/>
                <a:ea typeface="Calibri" panose="020F0502020204030204" pitchFamily="34" charset="0"/>
              </a:rPr>
              <a:t> </a:t>
            </a:r>
            <a:r>
              <a:rPr lang="fr-FR" sz="1400" dirty="0">
                <a:effectLst/>
                <a:latin typeface="+mn-lt"/>
                <a:ea typeface="Calibri" panose="020F0502020204030204" pitchFamily="34" charset="0"/>
              </a:rPr>
              <a:t>URL</a:t>
            </a:r>
            <a:r>
              <a:rPr lang="fr-FR" sz="1400" spc="-15" dirty="0">
                <a:effectLst/>
                <a:latin typeface="+mn-lt"/>
                <a:ea typeface="Calibri" panose="020F0502020204030204" pitchFamily="34" charset="0"/>
              </a:rPr>
              <a:t> </a:t>
            </a:r>
            <a:r>
              <a:rPr lang="fr-FR" sz="1400" dirty="0">
                <a:effectLst/>
                <a:latin typeface="+mn-lt"/>
                <a:ea typeface="Calibri" panose="020F0502020204030204" pitchFamily="34" charset="0"/>
              </a:rPr>
              <a:t>sur</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le</a:t>
            </a:r>
            <a:r>
              <a:rPr lang="fr-FR" sz="1400" spc="-25" dirty="0">
                <a:effectLst/>
                <a:latin typeface="+mn-lt"/>
                <a:ea typeface="Calibri" panose="020F0502020204030204" pitchFamily="34" charset="0"/>
              </a:rPr>
              <a:t> </a:t>
            </a:r>
            <a:r>
              <a:rPr lang="fr-FR" sz="1400" dirty="0">
                <a:effectLst/>
                <a:latin typeface="+mn-lt"/>
                <a:ea typeface="Calibri" panose="020F0502020204030204" pitchFamily="34" charset="0"/>
              </a:rPr>
              <a:t>navigateur</a:t>
            </a:r>
            <a:r>
              <a:rPr lang="fr-FR" sz="1400" spc="-25" dirty="0">
                <a:effectLst/>
                <a:latin typeface="+mn-lt"/>
                <a:ea typeface="Calibri" panose="020F0502020204030204" pitchFamily="34" charset="0"/>
              </a:rPr>
              <a:t> </a:t>
            </a:r>
            <a:r>
              <a:rPr lang="fr-FR" sz="1400" dirty="0">
                <a:effectLst/>
                <a:latin typeface="+mn-lt"/>
                <a:ea typeface="Calibri" panose="020F0502020204030204" pitchFamily="34" charset="0"/>
              </a:rPr>
              <a:t>correspond</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absolument</a:t>
            </a:r>
            <a:r>
              <a:rPr lang="fr-FR" sz="1400" spc="-20" dirty="0">
                <a:effectLst/>
                <a:latin typeface="+mn-lt"/>
                <a:ea typeface="Calibri" panose="020F0502020204030204" pitchFamily="34" charset="0"/>
              </a:rPr>
              <a:t> </a:t>
            </a:r>
            <a:r>
              <a:rPr lang="fr-FR" sz="1400" dirty="0">
                <a:effectLst/>
                <a:latin typeface="+mn-lt"/>
                <a:ea typeface="Calibri" panose="020F0502020204030204" pitchFamily="34" charset="0"/>
              </a:rPr>
              <a:t>à</a:t>
            </a:r>
            <a:r>
              <a:rPr lang="fr-FR" sz="1400" spc="-15" dirty="0">
                <a:effectLst/>
                <a:latin typeface="+mn-lt"/>
                <a:ea typeface="Calibri" panose="020F0502020204030204" pitchFamily="34" charset="0"/>
              </a:rPr>
              <a:t> </a:t>
            </a:r>
            <a:r>
              <a:rPr lang="fr-FR" sz="1400" dirty="0">
                <a:effectLst/>
                <a:latin typeface="+mn-lt"/>
                <a:ea typeface="Calibri" panose="020F0502020204030204" pitchFamily="34" charset="0"/>
              </a:rPr>
              <a:t>la</a:t>
            </a:r>
            <a:r>
              <a:rPr lang="fr-FR" sz="1400" spc="-25" dirty="0">
                <a:effectLst/>
                <a:latin typeface="+mn-lt"/>
                <a:ea typeface="Calibri" panose="020F0502020204030204" pitchFamily="34" charset="0"/>
              </a:rPr>
              <a:t> </a:t>
            </a:r>
            <a:r>
              <a:rPr lang="fr-FR" sz="1400" dirty="0">
                <a:effectLst/>
                <a:latin typeface="+mn-lt"/>
                <a:ea typeface="Calibri" panose="020F0502020204030204" pitchFamily="34" charset="0"/>
              </a:rPr>
              <a:t>valeur</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de</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son</a:t>
            </a:r>
            <a:r>
              <a:rPr lang="fr-FR" sz="1400" spc="-10" dirty="0">
                <a:effectLst/>
                <a:latin typeface="+mn-lt"/>
                <a:ea typeface="Calibri" panose="020F0502020204030204" pitchFamily="34" charset="0"/>
              </a:rPr>
              <a:t> </a:t>
            </a:r>
            <a:r>
              <a:rPr lang="fr-FR" sz="1400" dirty="0">
                <a:effectLst/>
                <a:latin typeface="+mn-lt"/>
                <a:ea typeface="Calibri" panose="020F0502020204030204" pitchFamily="34" charset="0"/>
              </a:rPr>
              <a:t>attribut </a:t>
            </a:r>
            <a:r>
              <a:rPr lang="fr-FR" sz="1400" dirty="0" err="1">
                <a:effectLst/>
                <a:latin typeface="+mn-lt"/>
                <a:ea typeface="Calibri" panose="020F0502020204030204" pitchFamily="34" charset="0"/>
              </a:rPr>
              <a:t>path</a:t>
            </a:r>
            <a:r>
              <a:rPr lang="fr-FR" sz="1400" dirty="0">
                <a:effectLst/>
                <a:latin typeface="+mn-lt"/>
                <a:ea typeface="Calibri" panose="020F0502020204030204" pitchFamily="34" charset="0"/>
              </a:rPr>
              <a:t>.</a:t>
            </a:r>
            <a:endParaRPr lang="fr-FR" sz="1400" dirty="0">
              <a:effectLst/>
              <a:latin typeface="Calibri" panose="020F0502020204030204" pitchFamily="34" charset="0"/>
              <a:ea typeface="Calibri" panose="020F0502020204030204" pitchFamily="34" charset="0"/>
            </a:endParaRPr>
          </a:p>
          <a:p>
            <a:pPr marL="85725" lvl="1" algn="l">
              <a:spcBef>
                <a:spcPts val="600"/>
              </a:spcBef>
            </a:pPr>
            <a:r>
              <a:rPr lang="fr-FR" sz="1800" b="1" dirty="0">
                <a:solidFill>
                  <a:schemeClr val="accent1">
                    <a:lumMod val="75000"/>
                  </a:schemeClr>
                </a:solidFill>
                <a:latin typeface="+mn-lt"/>
                <a:ea typeface="+mj-ea"/>
                <a:cs typeface="+mj-cs"/>
              </a:rPr>
              <a:t>&lt;Routes&gt;</a:t>
            </a:r>
          </a:p>
          <a:p>
            <a:pPr marL="0" marR="0" lvl="0" indent="0" algn="l" defTabSz="914400" rtl="0" eaLnBrk="0" fontAlgn="base" latinLnBrk="0" hangingPunct="0">
              <a:lnSpc>
                <a:spcPct val="100000"/>
              </a:lnSpc>
              <a:spcBef>
                <a:spcPct val="0"/>
              </a:spcBef>
              <a:spcAft>
                <a:spcPct val="0"/>
              </a:spcAft>
              <a:buClrTx/>
              <a:buSzTx/>
              <a:buFontTx/>
              <a:buNone/>
              <a:tabLst/>
            </a:pPr>
            <a:r>
              <a:rPr lang="fr-FR" altLang="fr-FR" sz="1400" dirty="0">
                <a:latin typeface="+mn-lt"/>
                <a:ea typeface="Calibri" panose="020F0502020204030204" pitchFamily="34" charset="0"/>
              </a:rPr>
              <a:t>En </a:t>
            </a:r>
            <a:r>
              <a:rPr lang="fr-FR" altLang="fr-FR" sz="1400" dirty="0" err="1">
                <a:latin typeface="+mn-lt"/>
                <a:ea typeface="Calibri" panose="020F0502020204030204" pitchFamily="34" charset="0"/>
              </a:rPr>
              <a:t>React</a:t>
            </a:r>
            <a:r>
              <a:rPr lang="fr-FR" altLang="fr-FR" sz="1400" dirty="0">
                <a:latin typeface="+mn-lt"/>
                <a:ea typeface="Calibri" panose="020F0502020204030204" pitchFamily="34" charset="0"/>
              </a:rPr>
              <a:t> Router v6, le composant &lt;Routes&gt; est un conteneur de navigation. Elle sert à regrouper toutes les balises &lt;Route&gt; et à déterminer quel composant doit être affiché en fonction de l’URL actuelle.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fr-FR" altLang="fr-FR" sz="1400" b="1" dirty="0">
                <a:latin typeface="+mn-lt"/>
                <a:ea typeface="Calibri" panose="020F0502020204030204" pitchFamily="34" charset="0"/>
              </a:rPr>
              <a:t>Rôle principal </a:t>
            </a:r>
            <a:r>
              <a:rPr lang="fr-FR" altLang="fr-FR" sz="1400" dirty="0">
                <a:latin typeface="+mn-lt"/>
                <a:ea typeface="Calibri" panose="020F0502020204030204" pitchFamily="34" charset="0"/>
              </a:rPr>
              <a:t>: analyser l’URL et rendre le premier &lt;Route&gt; qui correspond.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fr-FR" altLang="fr-FR" sz="1400" b="1" dirty="0">
                <a:latin typeface="+mn-lt"/>
                <a:ea typeface="Calibri" panose="020F0502020204030204" pitchFamily="34" charset="0"/>
              </a:rPr>
              <a:t>Comparaison</a:t>
            </a:r>
            <a:r>
              <a:rPr lang="fr-FR" altLang="fr-FR" sz="1400" dirty="0">
                <a:latin typeface="+mn-lt"/>
                <a:ea typeface="Calibri" panose="020F0502020204030204" pitchFamily="34" charset="0"/>
              </a:rPr>
              <a:t> : avant v6, on utilisait &lt;Switch&gt; pour ce rôle.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fr-FR" altLang="fr-FR" sz="1400" b="1" dirty="0">
                <a:latin typeface="+mn-lt"/>
                <a:ea typeface="Calibri" panose="020F0502020204030204" pitchFamily="34" charset="0"/>
              </a:rPr>
              <a:t>Obligation</a:t>
            </a:r>
            <a:r>
              <a:rPr lang="fr-FR" altLang="fr-FR" sz="1400" dirty="0">
                <a:latin typeface="+mn-lt"/>
                <a:ea typeface="Calibri" panose="020F0502020204030204" pitchFamily="34" charset="0"/>
              </a:rPr>
              <a:t> : en v6, toutes les &lt;Route&gt; doivent être placées à l’intérieur de &lt;Routes&gt; pour fonctionner correctement.       &lt; </a:t>
            </a:r>
            <a:r>
              <a:rPr lang="en-US" sz="1400" spc="-10" dirty="0" err="1">
                <a:solidFill>
                  <a:srgbClr val="800000"/>
                </a:solidFill>
                <a:latin typeface="+mn-lt"/>
                <a:ea typeface="Calibri" panose="020F0502020204030204" pitchFamily="34" charset="0"/>
              </a:rPr>
              <a:t>BrowserRouter</a:t>
            </a:r>
            <a:r>
              <a:rPr lang="en-US" sz="1400" spc="-10" dirty="0">
                <a:solidFill>
                  <a:srgbClr val="800000"/>
                </a:solidFill>
                <a:latin typeface="+mn-lt"/>
                <a:ea typeface="Calibri" panose="020F0502020204030204" pitchFamily="34" charset="0"/>
              </a:rPr>
              <a:t>&gt;</a:t>
            </a:r>
          </a:p>
          <a:p>
            <a:pPr marR="200660" algn="l">
              <a:spcBef>
                <a:spcPts val="600"/>
              </a:spcBef>
              <a:spcAft>
                <a:spcPts val="0"/>
              </a:spcAft>
            </a:pPr>
            <a:r>
              <a:rPr lang="en-US" sz="1400" spc="-10" dirty="0">
                <a:solidFill>
                  <a:srgbClr val="800000"/>
                </a:solidFill>
                <a:latin typeface="+mn-lt"/>
                <a:ea typeface="Calibri" panose="020F0502020204030204" pitchFamily="34" charset="0"/>
              </a:rPr>
              <a:t>                                                    &lt;</a:t>
            </a:r>
            <a:r>
              <a:rPr lang="en-US" sz="1400" spc="-10" dirty="0">
                <a:solidFill>
                  <a:schemeClr val="accent6">
                    <a:lumMod val="75000"/>
                  </a:schemeClr>
                </a:solidFill>
                <a:latin typeface="+mn-lt"/>
                <a:ea typeface="Calibri" panose="020F0502020204030204" pitchFamily="34" charset="0"/>
              </a:rPr>
              <a:t>Routes</a:t>
            </a:r>
            <a:r>
              <a:rPr lang="en-US" sz="1400" spc="-10" dirty="0">
                <a:solidFill>
                  <a:srgbClr val="800000"/>
                </a:solidFill>
                <a:latin typeface="+mn-lt"/>
                <a:ea typeface="Calibri" panose="020F0502020204030204" pitchFamily="34" charset="0"/>
              </a:rPr>
              <a:t>&gt;</a:t>
            </a:r>
            <a:endParaRPr lang="fr-FR" sz="1400" dirty="0">
              <a:latin typeface="+mn-lt"/>
              <a:ea typeface="Calibri" panose="020F0502020204030204" pitchFamily="34" charset="0"/>
            </a:endParaRPr>
          </a:p>
          <a:p>
            <a:pPr marR="200660" algn="l">
              <a:spcBef>
                <a:spcPts val="600"/>
              </a:spcBef>
              <a:spcAft>
                <a:spcPts val="0"/>
              </a:spcAft>
            </a:pPr>
            <a:r>
              <a:rPr lang="fr-FR" sz="1400" dirty="0">
                <a:solidFill>
                  <a:srgbClr val="800000"/>
                </a:solidFill>
                <a:latin typeface="+mn-lt"/>
                <a:ea typeface="Calibri" panose="020F0502020204030204" pitchFamily="34" charset="0"/>
              </a:rPr>
              <a:t>                                                               </a:t>
            </a:r>
            <a:r>
              <a:rPr lang="en-US" sz="1400" dirty="0">
                <a:solidFill>
                  <a:srgbClr val="800000"/>
                </a:solidFill>
                <a:latin typeface="+mn-lt"/>
                <a:ea typeface="Calibri" panose="020F0502020204030204" pitchFamily="34" charset="0"/>
              </a:rPr>
              <a:t>&lt;</a:t>
            </a:r>
            <a:r>
              <a:rPr lang="en-US" sz="1400" dirty="0">
                <a:solidFill>
                  <a:srgbClr val="0070C0"/>
                </a:solidFill>
                <a:latin typeface="+mn-lt"/>
                <a:ea typeface="Calibri" panose="020F0502020204030204" pitchFamily="34" charset="0"/>
              </a:rPr>
              <a:t>Route</a:t>
            </a:r>
            <a:r>
              <a:rPr lang="en-US" sz="1400" spc="-30" dirty="0">
                <a:solidFill>
                  <a:srgbClr val="800000"/>
                </a:solidFill>
                <a:latin typeface="+mn-lt"/>
                <a:ea typeface="Calibri" panose="020F0502020204030204" pitchFamily="34" charset="0"/>
              </a:rPr>
              <a:t> </a:t>
            </a:r>
            <a:r>
              <a:rPr lang="en-US" sz="1400" dirty="0">
                <a:solidFill>
                  <a:srgbClr val="FF0000"/>
                </a:solidFill>
                <a:highlight>
                  <a:srgbClr val="FFFF00"/>
                </a:highlight>
                <a:latin typeface="+mn-lt"/>
                <a:ea typeface="Calibri" panose="020F0502020204030204" pitchFamily="34" charset="0"/>
              </a:rPr>
              <a:t>exact</a:t>
            </a:r>
            <a:r>
              <a:rPr lang="en-US" sz="1400" spc="-40" dirty="0">
                <a:solidFill>
                  <a:srgbClr val="FF0000"/>
                </a:solidFill>
                <a:latin typeface="+mn-lt"/>
                <a:ea typeface="Calibri" panose="020F0502020204030204" pitchFamily="34" charset="0"/>
              </a:rPr>
              <a:t> </a:t>
            </a:r>
            <a:r>
              <a:rPr lang="en-US" sz="1400" dirty="0">
                <a:solidFill>
                  <a:srgbClr val="FF0000"/>
                </a:solidFill>
                <a:latin typeface="+mn-lt"/>
                <a:ea typeface="Calibri" panose="020F0502020204030204" pitchFamily="34" charset="0"/>
              </a:rPr>
              <a:t>path</a:t>
            </a:r>
            <a:r>
              <a:rPr lang="en-US" sz="1400" dirty="0">
                <a:latin typeface="+mn-lt"/>
                <a:ea typeface="Calibri" panose="020F0502020204030204" pitchFamily="34" charset="0"/>
              </a:rPr>
              <a:t>=</a:t>
            </a:r>
            <a:r>
              <a:rPr lang="en-US" sz="1400" dirty="0">
                <a:solidFill>
                  <a:srgbClr val="A21515"/>
                </a:solidFill>
                <a:latin typeface="+mn-lt"/>
                <a:ea typeface="Calibri" panose="020F0502020204030204" pitchFamily="34" charset="0"/>
              </a:rPr>
              <a:t>"/"</a:t>
            </a:r>
            <a:r>
              <a:rPr lang="en-US" sz="1400" spc="-25" dirty="0">
                <a:solidFill>
                  <a:srgbClr val="A21515"/>
                </a:solidFill>
                <a:latin typeface="+mn-lt"/>
                <a:ea typeface="Calibri" panose="020F0502020204030204" pitchFamily="34" charset="0"/>
              </a:rPr>
              <a:t> </a:t>
            </a:r>
            <a:r>
              <a:rPr lang="en-US" sz="1400" spc="-10" dirty="0">
                <a:solidFill>
                  <a:srgbClr val="FF0000"/>
                </a:solidFill>
                <a:latin typeface="+mn-lt"/>
                <a:ea typeface="Calibri" panose="020F0502020204030204" pitchFamily="34" charset="0"/>
              </a:rPr>
              <a:t>component</a:t>
            </a:r>
            <a:r>
              <a:rPr lang="en-US" sz="1400" spc="-10" dirty="0">
                <a:latin typeface="+mn-lt"/>
                <a:ea typeface="Calibri" panose="020F0502020204030204" pitchFamily="34" charset="0"/>
              </a:rPr>
              <a:t>=</a:t>
            </a:r>
            <a:r>
              <a:rPr lang="en-US" sz="1400" spc="-10" dirty="0">
                <a:solidFill>
                  <a:srgbClr val="0000FF"/>
                </a:solidFill>
                <a:latin typeface="+mn-lt"/>
                <a:ea typeface="Calibri" panose="020F0502020204030204" pitchFamily="34" charset="0"/>
              </a:rPr>
              <a:t>{</a:t>
            </a:r>
            <a:r>
              <a:rPr lang="en-US" sz="1400" spc="-10" dirty="0">
                <a:latin typeface="+mn-lt"/>
                <a:ea typeface="Calibri" panose="020F0502020204030204" pitchFamily="34" charset="0"/>
              </a:rPr>
              <a:t>Home</a:t>
            </a:r>
            <a:r>
              <a:rPr lang="en-US" sz="1400" spc="-10" dirty="0">
                <a:solidFill>
                  <a:srgbClr val="0000FF"/>
                </a:solidFill>
                <a:latin typeface="+mn-lt"/>
                <a:ea typeface="Calibri" panose="020F0502020204030204" pitchFamily="34" charset="0"/>
              </a:rPr>
              <a:t>}</a:t>
            </a:r>
            <a:r>
              <a:rPr lang="en-US" sz="1400" spc="-10" dirty="0">
                <a:solidFill>
                  <a:srgbClr val="800000"/>
                </a:solidFill>
                <a:latin typeface="+mn-lt"/>
                <a:ea typeface="Calibri" panose="020F0502020204030204" pitchFamily="34" charset="0"/>
              </a:rPr>
              <a:t>/&gt;</a:t>
            </a:r>
            <a:endParaRPr lang="fr-FR" sz="1400" dirty="0">
              <a:latin typeface="+mn-lt"/>
              <a:ea typeface="Calibri" panose="020F0502020204030204" pitchFamily="34" charset="0"/>
            </a:endParaRPr>
          </a:p>
          <a:p>
            <a:pPr marL="1073150" algn="l">
              <a:spcBef>
                <a:spcPts val="140"/>
              </a:spcBef>
              <a:spcAft>
                <a:spcPts val="0"/>
              </a:spcAft>
            </a:pPr>
            <a:r>
              <a:rPr lang="en-US" sz="1400" dirty="0">
                <a:solidFill>
                  <a:srgbClr val="800000"/>
                </a:solidFill>
                <a:latin typeface="+mn-lt"/>
                <a:ea typeface="Calibri" panose="020F0502020204030204" pitchFamily="34" charset="0"/>
              </a:rPr>
              <a:t>                                    &lt;</a:t>
            </a:r>
            <a:r>
              <a:rPr lang="en-US" sz="1400" dirty="0">
                <a:solidFill>
                  <a:srgbClr val="0070C0"/>
                </a:solidFill>
                <a:latin typeface="+mn-lt"/>
                <a:ea typeface="Calibri" panose="020F0502020204030204" pitchFamily="34" charset="0"/>
              </a:rPr>
              <a:t>Route</a:t>
            </a:r>
            <a:r>
              <a:rPr lang="en-US" sz="1400" spc="-50" dirty="0">
                <a:solidFill>
                  <a:srgbClr val="800000"/>
                </a:solidFill>
                <a:latin typeface="+mn-lt"/>
                <a:ea typeface="Calibri" panose="020F0502020204030204" pitchFamily="34" charset="0"/>
              </a:rPr>
              <a:t> </a:t>
            </a:r>
            <a:r>
              <a:rPr lang="en-US" sz="1400" dirty="0">
                <a:solidFill>
                  <a:srgbClr val="FF0000"/>
                </a:solidFill>
                <a:latin typeface="+mn-lt"/>
                <a:ea typeface="Calibri" panose="020F0502020204030204" pitchFamily="34" charset="0"/>
              </a:rPr>
              <a:t>path</a:t>
            </a:r>
            <a:r>
              <a:rPr lang="en-US" sz="1400" dirty="0">
                <a:latin typeface="+mn-lt"/>
                <a:ea typeface="Calibri" panose="020F0502020204030204" pitchFamily="34" charset="0"/>
              </a:rPr>
              <a:t>=</a:t>
            </a:r>
            <a:r>
              <a:rPr lang="en-US" sz="1400" dirty="0">
                <a:solidFill>
                  <a:srgbClr val="A21515"/>
                </a:solidFill>
                <a:latin typeface="+mn-lt"/>
                <a:ea typeface="Calibri" panose="020F0502020204030204" pitchFamily="34" charset="0"/>
              </a:rPr>
              <a:t>"/about"</a:t>
            </a:r>
            <a:r>
              <a:rPr lang="en-US" sz="1400" spc="-40" dirty="0">
                <a:solidFill>
                  <a:srgbClr val="A21515"/>
                </a:solidFill>
                <a:latin typeface="+mn-lt"/>
                <a:ea typeface="Calibri" panose="020F0502020204030204" pitchFamily="34" charset="0"/>
              </a:rPr>
              <a:t> </a:t>
            </a:r>
            <a:r>
              <a:rPr lang="en-US" sz="1400" spc="-10" dirty="0">
                <a:solidFill>
                  <a:srgbClr val="FF0000"/>
                </a:solidFill>
                <a:latin typeface="+mn-lt"/>
                <a:ea typeface="Calibri" panose="020F0502020204030204" pitchFamily="34" charset="0"/>
              </a:rPr>
              <a:t>component</a:t>
            </a:r>
            <a:r>
              <a:rPr lang="en-US" sz="1400" spc="-10" dirty="0">
                <a:latin typeface="+mn-lt"/>
                <a:ea typeface="Calibri" panose="020F0502020204030204" pitchFamily="34" charset="0"/>
              </a:rPr>
              <a:t>=</a:t>
            </a:r>
            <a:r>
              <a:rPr lang="en-US" sz="1400" spc="-10" dirty="0">
                <a:solidFill>
                  <a:srgbClr val="0000FF"/>
                </a:solidFill>
                <a:latin typeface="+mn-lt"/>
                <a:ea typeface="Calibri" panose="020F0502020204030204" pitchFamily="34" charset="0"/>
              </a:rPr>
              <a:t>{</a:t>
            </a:r>
            <a:r>
              <a:rPr lang="en-US" sz="1400" spc="-10" dirty="0">
                <a:latin typeface="+mn-lt"/>
                <a:ea typeface="Calibri" panose="020F0502020204030204" pitchFamily="34" charset="0"/>
              </a:rPr>
              <a:t>About</a:t>
            </a:r>
            <a:r>
              <a:rPr lang="en-US" sz="1400" spc="-10" dirty="0">
                <a:solidFill>
                  <a:srgbClr val="0000FF"/>
                </a:solidFill>
                <a:latin typeface="+mn-lt"/>
                <a:ea typeface="Calibri" panose="020F0502020204030204" pitchFamily="34" charset="0"/>
              </a:rPr>
              <a:t>}</a:t>
            </a:r>
            <a:r>
              <a:rPr lang="en-US" sz="1400" spc="-10" dirty="0">
                <a:solidFill>
                  <a:srgbClr val="800000"/>
                </a:solidFill>
                <a:latin typeface="+mn-lt"/>
                <a:ea typeface="Calibri" panose="020F0502020204030204" pitchFamily="34" charset="0"/>
              </a:rPr>
              <a:t>/&gt;</a:t>
            </a:r>
            <a:endParaRPr lang="fr-FR" sz="1400" dirty="0">
              <a:latin typeface="+mn-lt"/>
              <a:ea typeface="Calibri" panose="020F0502020204030204" pitchFamily="34" charset="0"/>
            </a:endParaRPr>
          </a:p>
          <a:p>
            <a:pPr marL="1073150" algn="l">
              <a:spcBef>
                <a:spcPts val="130"/>
              </a:spcBef>
              <a:spcAft>
                <a:spcPts val="0"/>
              </a:spcAft>
            </a:pPr>
            <a:r>
              <a:rPr lang="fr-FR" sz="1400" dirty="0">
                <a:solidFill>
                  <a:srgbClr val="800000"/>
                </a:solidFill>
                <a:latin typeface="+mn-lt"/>
                <a:ea typeface="Calibri" panose="020F0502020204030204" pitchFamily="34" charset="0"/>
              </a:rPr>
              <a:t>                                    &lt;</a:t>
            </a:r>
            <a:r>
              <a:rPr lang="fr-FR" sz="1400" dirty="0">
                <a:solidFill>
                  <a:srgbClr val="0070C0"/>
                </a:solidFill>
                <a:latin typeface="+mn-lt"/>
                <a:ea typeface="Calibri" panose="020F0502020204030204" pitchFamily="34" charset="0"/>
              </a:rPr>
              <a:t>Route</a:t>
            </a:r>
            <a:r>
              <a:rPr lang="fr-FR" sz="1400" spc="-55" dirty="0">
                <a:solidFill>
                  <a:srgbClr val="800000"/>
                </a:solidFill>
                <a:latin typeface="+mn-lt"/>
                <a:ea typeface="Calibri" panose="020F0502020204030204" pitchFamily="34" charset="0"/>
              </a:rPr>
              <a:t> </a:t>
            </a:r>
            <a:r>
              <a:rPr lang="fr-FR" sz="1400" dirty="0" err="1">
                <a:solidFill>
                  <a:srgbClr val="FF0000"/>
                </a:solidFill>
                <a:latin typeface="+mn-lt"/>
                <a:ea typeface="Calibri" panose="020F0502020204030204" pitchFamily="34" charset="0"/>
              </a:rPr>
              <a:t>path</a:t>
            </a:r>
            <a:r>
              <a:rPr lang="fr-FR" sz="1400" dirty="0">
                <a:latin typeface="+mn-lt"/>
                <a:ea typeface="Calibri" panose="020F0502020204030204" pitchFamily="34" charset="0"/>
              </a:rPr>
              <a:t>=</a:t>
            </a:r>
            <a:r>
              <a:rPr lang="fr-FR" sz="1400" dirty="0">
                <a:solidFill>
                  <a:srgbClr val="A21515"/>
                </a:solidFill>
                <a:latin typeface="+mn-lt"/>
                <a:ea typeface="Calibri" panose="020F0502020204030204" pitchFamily="34" charset="0"/>
              </a:rPr>
              <a:t>"/topics"</a:t>
            </a:r>
            <a:r>
              <a:rPr lang="fr-FR" sz="1400" spc="-40" dirty="0">
                <a:solidFill>
                  <a:srgbClr val="A21515"/>
                </a:solidFill>
                <a:latin typeface="+mn-lt"/>
                <a:ea typeface="Calibri" panose="020F0502020204030204" pitchFamily="34" charset="0"/>
              </a:rPr>
              <a:t> </a:t>
            </a:r>
            <a:r>
              <a:rPr lang="fr-FR" sz="1400" spc="-10" dirty="0">
                <a:solidFill>
                  <a:srgbClr val="FF0000"/>
                </a:solidFill>
                <a:latin typeface="+mn-lt"/>
                <a:ea typeface="Calibri" panose="020F0502020204030204" pitchFamily="34" charset="0"/>
              </a:rPr>
              <a:t>component</a:t>
            </a:r>
            <a:r>
              <a:rPr lang="fr-FR" sz="1400" spc="-10" dirty="0">
                <a:latin typeface="+mn-lt"/>
                <a:ea typeface="Calibri" panose="020F0502020204030204" pitchFamily="34" charset="0"/>
              </a:rPr>
              <a:t>=</a:t>
            </a:r>
            <a:r>
              <a:rPr lang="fr-FR" sz="1400" spc="-10" dirty="0">
                <a:solidFill>
                  <a:srgbClr val="0000FF"/>
                </a:solidFill>
                <a:latin typeface="+mn-lt"/>
                <a:ea typeface="Calibri" panose="020F0502020204030204" pitchFamily="34" charset="0"/>
              </a:rPr>
              <a:t>{</a:t>
            </a:r>
            <a:r>
              <a:rPr lang="fr-FR" sz="1400" spc="-10" dirty="0">
                <a:latin typeface="+mn-lt"/>
                <a:ea typeface="Calibri" panose="020F0502020204030204" pitchFamily="34" charset="0"/>
              </a:rPr>
              <a:t>Topics</a:t>
            </a:r>
            <a:r>
              <a:rPr lang="fr-FR" sz="1400" spc="-10" dirty="0">
                <a:solidFill>
                  <a:srgbClr val="0000FF"/>
                </a:solidFill>
                <a:latin typeface="+mn-lt"/>
                <a:ea typeface="Calibri" panose="020F0502020204030204" pitchFamily="34" charset="0"/>
              </a:rPr>
              <a:t>}</a:t>
            </a:r>
            <a:r>
              <a:rPr lang="fr-FR" sz="1400" spc="-10" dirty="0">
                <a:solidFill>
                  <a:srgbClr val="800000"/>
                </a:solidFill>
                <a:latin typeface="+mn-lt"/>
                <a:ea typeface="Calibri" panose="020F0502020204030204" pitchFamily="34" charset="0"/>
              </a:rPr>
              <a:t>/&gt;</a:t>
            </a:r>
          </a:p>
          <a:p>
            <a:pPr marL="1073150" algn="l">
              <a:spcBef>
                <a:spcPts val="130"/>
              </a:spcBef>
              <a:spcAft>
                <a:spcPts val="0"/>
              </a:spcAft>
            </a:pPr>
            <a:r>
              <a:rPr lang="en-US" sz="1400" spc="-10" dirty="0">
                <a:solidFill>
                  <a:srgbClr val="800000"/>
                </a:solidFill>
                <a:ea typeface="Calibri" panose="020F0502020204030204" pitchFamily="34" charset="0"/>
              </a:rPr>
              <a:t>                   &lt;/</a:t>
            </a:r>
            <a:r>
              <a:rPr lang="en-US" sz="1400" spc="-10" dirty="0">
                <a:solidFill>
                  <a:schemeClr val="accent6">
                    <a:lumMod val="75000"/>
                  </a:schemeClr>
                </a:solidFill>
                <a:latin typeface="+mn-lt"/>
                <a:ea typeface="Calibri" panose="020F0502020204030204" pitchFamily="34" charset="0"/>
              </a:rPr>
              <a:t>Routes</a:t>
            </a:r>
            <a:r>
              <a:rPr lang="en-US" sz="1400" spc="-10" dirty="0">
                <a:solidFill>
                  <a:srgbClr val="800000"/>
                </a:solidFill>
                <a:ea typeface="Calibri" panose="020F0502020204030204" pitchFamily="34" charset="0"/>
              </a:rPr>
              <a:t>&gt;</a:t>
            </a:r>
            <a:endParaRPr lang="fr-FR" sz="1400" dirty="0">
              <a:latin typeface="+mn-lt"/>
              <a:ea typeface="Calibri" panose="020F0502020204030204" pitchFamily="34" charset="0"/>
            </a:endParaRPr>
          </a:p>
          <a:p>
            <a:pPr marL="1073150" algn="l">
              <a:spcBef>
                <a:spcPts val="140"/>
              </a:spcBef>
              <a:spcAft>
                <a:spcPts val="0"/>
              </a:spcAft>
            </a:pPr>
            <a:r>
              <a:rPr lang="fr-FR" sz="1400" spc="-10" dirty="0">
                <a:solidFill>
                  <a:srgbClr val="800000"/>
                </a:solidFill>
                <a:latin typeface="+mn-lt"/>
                <a:ea typeface="Calibri" panose="020F0502020204030204" pitchFamily="34" charset="0"/>
              </a:rPr>
              <a:t>              &lt;/</a:t>
            </a:r>
            <a:r>
              <a:rPr lang="fr-FR" sz="1400" spc="-10" dirty="0" err="1">
                <a:solidFill>
                  <a:srgbClr val="800000"/>
                </a:solidFill>
                <a:latin typeface="+mn-lt"/>
                <a:ea typeface="Calibri" panose="020F0502020204030204" pitchFamily="34" charset="0"/>
              </a:rPr>
              <a:t>BrowserRouter</a:t>
            </a:r>
            <a:r>
              <a:rPr lang="fr-FR" sz="1400" spc="-10" dirty="0">
                <a:solidFill>
                  <a:srgbClr val="800000"/>
                </a:solidFill>
                <a:latin typeface="+mn-lt"/>
                <a:ea typeface="Calibri" panose="020F0502020204030204" pitchFamily="34" charset="0"/>
              </a:rPr>
              <a:t>&gt;</a:t>
            </a:r>
            <a:endParaRPr lang="fr-FR" sz="1400" dirty="0">
              <a:latin typeface="+mn-lt"/>
              <a:ea typeface="Calibri" panose="020F0502020204030204" pitchFamily="34" charset="0"/>
            </a:endParaRPr>
          </a:p>
          <a:p>
            <a:pPr marR="200660" algn="l">
              <a:spcBef>
                <a:spcPts val="600"/>
              </a:spcBef>
              <a:spcAft>
                <a:spcPts val="0"/>
              </a:spcAft>
            </a:pPr>
            <a:r>
              <a:rPr lang="fr-FR" altLang="fr-FR" sz="1400" dirty="0">
                <a:latin typeface="+mn-lt"/>
                <a:ea typeface="Calibri" panose="020F0502020204030204" pitchFamily="34" charset="0"/>
              </a:rPr>
              <a:t> </a:t>
            </a:r>
          </a:p>
          <a:p>
            <a:pPr marL="85725" lvl="1" algn="l">
              <a:spcBef>
                <a:spcPts val="600"/>
              </a:spcBef>
            </a:pPr>
            <a:endParaRPr lang="fr-FR" sz="1400" dirty="0">
              <a:effectLst/>
              <a:latin typeface="Calibri" panose="020F0502020204030204" pitchFamily="34" charset="0"/>
              <a:ea typeface="Calibri" panose="020F0502020204030204" pitchFamily="34" charset="0"/>
            </a:endParaRPr>
          </a:p>
          <a:p>
            <a:pPr marR="526415" algn="l">
              <a:lnSpc>
                <a:spcPct val="107000"/>
              </a:lnSpc>
              <a:spcBef>
                <a:spcPts val="580"/>
              </a:spcBef>
              <a:spcAft>
                <a:spcPts val="0"/>
              </a:spcAft>
            </a:pPr>
            <a:endParaRPr lang="fr-FR" b="1" dirty="0">
              <a:solidFill>
                <a:schemeClr val="accent1">
                  <a:lumMod val="75000"/>
                </a:schemeClr>
              </a:solidFill>
              <a:latin typeface="+mn-lt"/>
              <a:ea typeface="+mj-ea"/>
              <a:cs typeface="+mj-cs"/>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004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0" end="1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7" end="1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Routing</a:t>
            </a:r>
            <a:r>
              <a:rPr lang="fr-FR" sz="2400" b="1" dirty="0">
                <a:solidFill>
                  <a:schemeClr val="accent1">
                    <a:lumMod val="75000"/>
                  </a:schemeClr>
                </a:solidFill>
              </a:rPr>
              <a:t> avec </a:t>
            </a:r>
            <a:r>
              <a:rPr lang="fr-FR" sz="2400" b="1" dirty="0" err="1">
                <a:solidFill>
                  <a:schemeClr val="accent1">
                    <a:lumMod val="75000"/>
                  </a:schemeClr>
                </a:solidFill>
              </a:rPr>
              <a:t>React</a:t>
            </a:r>
            <a:r>
              <a:rPr lang="fr-FR" sz="2400" b="1" dirty="0">
                <a:solidFill>
                  <a:schemeClr val="accent1">
                    <a:lumMod val="75000"/>
                  </a:schemeClr>
                </a:solidFill>
              </a:rPr>
              <a:t> Router</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877163"/>
          </a:xfrm>
          <a:prstGeom prst="rect">
            <a:avLst/>
          </a:prstGeom>
          <a:noFill/>
        </p:spPr>
        <p:txBody>
          <a:bodyPr wrap="square">
            <a:spAutoFit/>
          </a:bodyPr>
          <a:lstStyle/>
          <a:p>
            <a:pPr marL="0" lvl="1" algn="l" rtl="0">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Exemple</a:t>
            </a:r>
          </a:p>
          <a:p>
            <a:pPr marR="200660" algn="l">
              <a:spcBef>
                <a:spcPts val="600"/>
              </a:spcBef>
              <a:spcAft>
                <a:spcPts val="0"/>
              </a:spcAft>
            </a:pPr>
            <a:r>
              <a:rPr lang="fr-FR" sz="1400" dirty="0">
                <a:effectLst/>
                <a:latin typeface="+mn-lt"/>
                <a:ea typeface="Calibri" panose="020F0502020204030204" pitchFamily="34" charset="0"/>
              </a:rPr>
              <a:t>On va créer un projet avec trois composants </a:t>
            </a:r>
            <a:r>
              <a:rPr lang="fr-FR" sz="1400" b="1" dirty="0">
                <a:effectLst/>
                <a:latin typeface="+mn-lt"/>
                <a:ea typeface="Calibri" panose="020F0502020204030204" pitchFamily="34" charset="0"/>
              </a:rPr>
              <a:t>Home</a:t>
            </a:r>
            <a:r>
              <a:rPr lang="fr-FR" sz="1400" dirty="0">
                <a:effectLst/>
                <a:latin typeface="+mn-lt"/>
                <a:ea typeface="Calibri" panose="020F0502020204030204" pitchFamily="34" charset="0"/>
              </a:rPr>
              <a:t>, </a:t>
            </a:r>
            <a:r>
              <a:rPr lang="fr-FR" sz="1400" b="1" dirty="0">
                <a:effectLst/>
                <a:latin typeface="+mn-lt"/>
                <a:ea typeface="Calibri" panose="020F0502020204030204" pitchFamily="34" charset="0"/>
              </a:rPr>
              <a:t>About</a:t>
            </a:r>
            <a:r>
              <a:rPr lang="fr-FR" sz="1400" dirty="0">
                <a:effectLst/>
                <a:latin typeface="+mn-lt"/>
                <a:ea typeface="Calibri" panose="020F0502020204030204" pitchFamily="34" charset="0"/>
              </a:rPr>
              <a:t> et </a:t>
            </a:r>
            <a:r>
              <a:rPr lang="fr-FR" sz="1400" b="1" dirty="0">
                <a:effectLst/>
                <a:latin typeface="+mn-lt"/>
                <a:ea typeface="Calibri" panose="020F0502020204030204" pitchFamily="34" charset="0"/>
              </a:rPr>
              <a:t>Blog</a:t>
            </a:r>
            <a:r>
              <a:rPr lang="fr-FR" sz="1400" dirty="0">
                <a:effectLst/>
                <a:latin typeface="+mn-lt"/>
                <a:ea typeface="Calibri" panose="020F0502020204030204" pitchFamily="34" charset="0"/>
              </a:rPr>
              <a:t>, chaque composant à un routage comme présenté ci-dessous </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2" name="Image 1">
            <a:extLst>
              <a:ext uri="{FF2B5EF4-FFF2-40B4-BE49-F238E27FC236}">
                <a16:creationId xmlns:a16="http://schemas.microsoft.com/office/drawing/2014/main" id="{2676B1CC-EFC4-E048-26AF-3DB302D4B064}"/>
              </a:ext>
            </a:extLst>
          </p:cNvPr>
          <p:cNvPicPr>
            <a:picLocks/>
          </p:cNvPicPr>
          <p:nvPr/>
        </p:nvPicPr>
        <p:blipFill>
          <a:blip r:embed="rId3" cstate="print"/>
          <a:stretch>
            <a:fillRect/>
          </a:stretch>
        </p:blipFill>
        <p:spPr>
          <a:xfrm>
            <a:off x="6082619" y="1791741"/>
            <a:ext cx="2807210" cy="1845312"/>
          </a:xfrm>
          <a:prstGeom prst="rect">
            <a:avLst/>
          </a:prstGeom>
        </p:spPr>
      </p:pic>
      <p:grpSp>
        <p:nvGrpSpPr>
          <p:cNvPr id="5" name="Group 14">
            <a:extLst>
              <a:ext uri="{FF2B5EF4-FFF2-40B4-BE49-F238E27FC236}">
                <a16:creationId xmlns:a16="http://schemas.microsoft.com/office/drawing/2014/main" id="{E18962A0-94C1-D30C-0A9C-2B985B41B7AD}"/>
              </a:ext>
            </a:extLst>
          </p:cNvPr>
          <p:cNvGrpSpPr>
            <a:grpSpLocks/>
          </p:cNvGrpSpPr>
          <p:nvPr/>
        </p:nvGrpSpPr>
        <p:grpSpPr>
          <a:xfrm>
            <a:off x="88900" y="1852917"/>
            <a:ext cx="5695212" cy="1784135"/>
            <a:chOff x="0" y="0"/>
            <a:chExt cx="5417820" cy="2992120"/>
          </a:xfrm>
        </p:grpSpPr>
        <p:sp>
          <p:nvSpPr>
            <p:cNvPr id="7" name="Graphic 15">
              <a:extLst>
                <a:ext uri="{FF2B5EF4-FFF2-40B4-BE49-F238E27FC236}">
                  <a16:creationId xmlns:a16="http://schemas.microsoft.com/office/drawing/2014/main" id="{C3A651C9-3DA4-3165-5F4C-DA42578ACB94}"/>
                </a:ext>
              </a:extLst>
            </p:cNvPr>
            <p:cNvSpPr/>
            <p:nvPr/>
          </p:nvSpPr>
          <p:spPr>
            <a:xfrm>
              <a:off x="0" y="0"/>
              <a:ext cx="5417820" cy="2992120"/>
            </a:xfrm>
            <a:custGeom>
              <a:avLst/>
              <a:gdLst/>
              <a:ahLst/>
              <a:cxnLst/>
              <a:rect l="l" t="t" r="r" b="b"/>
              <a:pathLst>
                <a:path w="5417820" h="2992120">
                  <a:moveTo>
                    <a:pt x="5417820" y="0"/>
                  </a:moveTo>
                  <a:lnTo>
                    <a:pt x="0" y="0"/>
                  </a:lnTo>
                  <a:lnTo>
                    <a:pt x="0" y="2991612"/>
                  </a:lnTo>
                  <a:lnTo>
                    <a:pt x="5417820" y="2991612"/>
                  </a:lnTo>
                  <a:lnTo>
                    <a:pt x="5417820" y="0"/>
                  </a:lnTo>
                  <a:close/>
                </a:path>
              </a:pathLst>
            </a:custGeom>
            <a:solidFill>
              <a:srgbClr val="E7E6E6"/>
            </a:solidFill>
          </p:spPr>
          <p:txBody>
            <a:bodyPr wrap="square" lIns="0" tIns="0" rIns="0" bIns="0" rtlCol="0">
              <a:prstTxWarp prst="textNoShape">
                <a:avLst/>
              </a:prstTxWarp>
              <a:noAutofit/>
            </a:bodyPr>
            <a:lstStyle/>
            <a:p>
              <a:endParaRPr lang="fr-FR" dirty="0"/>
            </a:p>
          </p:txBody>
        </p:sp>
        <p:sp>
          <p:nvSpPr>
            <p:cNvPr id="8" name="Graphic 16">
              <a:extLst>
                <a:ext uri="{FF2B5EF4-FFF2-40B4-BE49-F238E27FC236}">
                  <a16:creationId xmlns:a16="http://schemas.microsoft.com/office/drawing/2014/main" id="{DC28DEB0-AA5E-5135-936A-376716AE8243}"/>
                </a:ext>
              </a:extLst>
            </p:cNvPr>
            <p:cNvSpPr/>
            <p:nvPr/>
          </p:nvSpPr>
          <p:spPr>
            <a:xfrm>
              <a:off x="2078736" y="617219"/>
              <a:ext cx="641985" cy="234950"/>
            </a:xfrm>
            <a:custGeom>
              <a:avLst/>
              <a:gdLst/>
              <a:ahLst/>
              <a:cxnLst/>
              <a:rect l="l" t="t" r="r" b="b"/>
              <a:pathLst>
                <a:path w="641985" h="234950">
                  <a:moveTo>
                    <a:pt x="609600" y="190246"/>
                  </a:moveTo>
                  <a:lnTo>
                    <a:pt x="76200" y="190246"/>
                  </a:lnTo>
                  <a:lnTo>
                    <a:pt x="76200" y="158496"/>
                  </a:lnTo>
                  <a:lnTo>
                    <a:pt x="0" y="196596"/>
                  </a:lnTo>
                  <a:lnTo>
                    <a:pt x="76200" y="234696"/>
                  </a:lnTo>
                  <a:lnTo>
                    <a:pt x="76200" y="202946"/>
                  </a:lnTo>
                  <a:lnTo>
                    <a:pt x="609600" y="202946"/>
                  </a:lnTo>
                  <a:lnTo>
                    <a:pt x="609600" y="190246"/>
                  </a:lnTo>
                  <a:close/>
                </a:path>
                <a:path w="641985" h="234950">
                  <a:moveTo>
                    <a:pt x="641604" y="38100"/>
                  </a:moveTo>
                  <a:lnTo>
                    <a:pt x="628904" y="31750"/>
                  </a:lnTo>
                  <a:lnTo>
                    <a:pt x="565404" y="0"/>
                  </a:lnTo>
                  <a:lnTo>
                    <a:pt x="565404" y="31750"/>
                  </a:lnTo>
                  <a:lnTo>
                    <a:pt x="32004" y="31750"/>
                  </a:lnTo>
                  <a:lnTo>
                    <a:pt x="32004" y="44450"/>
                  </a:lnTo>
                  <a:lnTo>
                    <a:pt x="565404" y="44450"/>
                  </a:lnTo>
                  <a:lnTo>
                    <a:pt x="565404" y="76200"/>
                  </a:lnTo>
                  <a:lnTo>
                    <a:pt x="628904" y="44450"/>
                  </a:lnTo>
                  <a:lnTo>
                    <a:pt x="641604" y="38100"/>
                  </a:lnTo>
                  <a:close/>
                </a:path>
              </a:pathLst>
            </a:custGeom>
            <a:solidFill>
              <a:srgbClr val="000000"/>
            </a:solidFill>
          </p:spPr>
          <p:txBody>
            <a:bodyPr wrap="square" lIns="0" tIns="0" rIns="0" bIns="0" rtlCol="0">
              <a:prstTxWarp prst="textNoShape">
                <a:avLst/>
              </a:prstTxWarp>
              <a:noAutofit/>
            </a:bodyPr>
            <a:lstStyle/>
            <a:p>
              <a:endParaRPr lang="fr-FR"/>
            </a:p>
          </p:txBody>
        </p:sp>
        <p:sp>
          <p:nvSpPr>
            <p:cNvPr id="10" name="Graphic 17">
              <a:extLst>
                <a:ext uri="{FF2B5EF4-FFF2-40B4-BE49-F238E27FC236}">
                  <a16:creationId xmlns:a16="http://schemas.microsoft.com/office/drawing/2014/main" id="{E3B21ACC-3FBD-A41E-B106-A52226CBCACE}"/>
                </a:ext>
              </a:extLst>
            </p:cNvPr>
            <p:cNvSpPr/>
            <p:nvPr/>
          </p:nvSpPr>
          <p:spPr>
            <a:xfrm>
              <a:off x="3083051" y="324611"/>
              <a:ext cx="1821180" cy="1092835"/>
            </a:xfrm>
            <a:custGeom>
              <a:avLst/>
              <a:gdLst/>
              <a:ahLst/>
              <a:cxnLst/>
              <a:rect l="l" t="t" r="r" b="b"/>
              <a:pathLst>
                <a:path w="1821180" h="1092835">
                  <a:moveTo>
                    <a:pt x="1821180" y="0"/>
                  </a:moveTo>
                  <a:lnTo>
                    <a:pt x="0" y="0"/>
                  </a:lnTo>
                  <a:lnTo>
                    <a:pt x="0" y="1092708"/>
                  </a:lnTo>
                  <a:lnTo>
                    <a:pt x="1821180" y="1092708"/>
                  </a:lnTo>
                  <a:lnTo>
                    <a:pt x="1821180" y="0"/>
                  </a:lnTo>
                  <a:close/>
                </a:path>
              </a:pathLst>
            </a:custGeom>
            <a:solidFill>
              <a:srgbClr val="5B9BD4"/>
            </a:solidFill>
          </p:spPr>
          <p:txBody>
            <a:bodyPr wrap="square" lIns="0" tIns="0" rIns="0" bIns="0" rtlCol="0">
              <a:prstTxWarp prst="textNoShape">
                <a:avLst/>
              </a:prstTxWarp>
              <a:noAutofit/>
            </a:bodyPr>
            <a:lstStyle/>
            <a:p>
              <a:endParaRPr lang="fr-FR"/>
            </a:p>
          </p:txBody>
        </p:sp>
        <p:sp>
          <p:nvSpPr>
            <p:cNvPr id="11" name="Graphic 18">
              <a:extLst>
                <a:ext uri="{FF2B5EF4-FFF2-40B4-BE49-F238E27FC236}">
                  <a16:creationId xmlns:a16="http://schemas.microsoft.com/office/drawing/2014/main" id="{AF4CB53C-68D4-4C0F-7346-5E077E5DF38B}"/>
                </a:ext>
              </a:extLst>
            </p:cNvPr>
            <p:cNvSpPr/>
            <p:nvPr/>
          </p:nvSpPr>
          <p:spPr>
            <a:xfrm>
              <a:off x="3083051" y="324611"/>
              <a:ext cx="1821180" cy="1092835"/>
            </a:xfrm>
            <a:custGeom>
              <a:avLst/>
              <a:gdLst/>
              <a:ahLst/>
              <a:cxnLst/>
              <a:rect l="l" t="t" r="r" b="b"/>
              <a:pathLst>
                <a:path w="1821180" h="1092835">
                  <a:moveTo>
                    <a:pt x="0" y="1092708"/>
                  </a:moveTo>
                  <a:lnTo>
                    <a:pt x="1821180" y="1092708"/>
                  </a:lnTo>
                  <a:lnTo>
                    <a:pt x="1821180" y="0"/>
                  </a:lnTo>
                  <a:lnTo>
                    <a:pt x="0" y="0"/>
                  </a:lnTo>
                  <a:lnTo>
                    <a:pt x="0" y="1092708"/>
                  </a:lnTo>
                  <a:close/>
                </a:path>
              </a:pathLst>
            </a:custGeom>
            <a:ln w="12192">
              <a:solidFill>
                <a:srgbClr val="DEEBF7"/>
              </a:solidFill>
              <a:prstDash val="solid"/>
            </a:ln>
          </p:spPr>
          <p:txBody>
            <a:bodyPr wrap="square" lIns="0" tIns="0" rIns="0" bIns="0" rtlCol="0">
              <a:prstTxWarp prst="textNoShape">
                <a:avLst/>
              </a:prstTxWarp>
              <a:noAutofit/>
            </a:bodyPr>
            <a:lstStyle/>
            <a:p>
              <a:endParaRPr lang="fr-FR"/>
            </a:p>
          </p:txBody>
        </p:sp>
        <p:sp>
          <p:nvSpPr>
            <p:cNvPr id="12" name="Graphic 19">
              <a:extLst>
                <a:ext uri="{FF2B5EF4-FFF2-40B4-BE49-F238E27FC236}">
                  <a16:creationId xmlns:a16="http://schemas.microsoft.com/office/drawing/2014/main" id="{1569BFE6-89C2-334F-C628-CF45D31EE2B5}"/>
                </a:ext>
              </a:extLst>
            </p:cNvPr>
            <p:cNvSpPr/>
            <p:nvPr/>
          </p:nvSpPr>
          <p:spPr>
            <a:xfrm>
              <a:off x="3704844" y="1652016"/>
              <a:ext cx="311150" cy="304800"/>
            </a:xfrm>
            <a:custGeom>
              <a:avLst/>
              <a:gdLst/>
              <a:ahLst/>
              <a:cxnLst/>
              <a:rect l="l" t="t" r="r" b="b"/>
              <a:pathLst>
                <a:path w="311150" h="304800">
                  <a:moveTo>
                    <a:pt x="155448" y="0"/>
                  </a:moveTo>
                  <a:lnTo>
                    <a:pt x="0" y="152400"/>
                  </a:lnTo>
                  <a:lnTo>
                    <a:pt x="155448" y="304800"/>
                  </a:lnTo>
                  <a:lnTo>
                    <a:pt x="310896" y="152400"/>
                  </a:lnTo>
                  <a:lnTo>
                    <a:pt x="155448" y="0"/>
                  </a:lnTo>
                  <a:close/>
                </a:path>
              </a:pathLst>
            </a:custGeom>
            <a:solidFill>
              <a:srgbClr val="F1F1F1"/>
            </a:solidFill>
          </p:spPr>
          <p:txBody>
            <a:bodyPr wrap="square" lIns="0" tIns="0" rIns="0" bIns="0" rtlCol="0">
              <a:prstTxWarp prst="textNoShape">
                <a:avLst/>
              </a:prstTxWarp>
              <a:noAutofit/>
            </a:bodyPr>
            <a:lstStyle/>
            <a:p>
              <a:endParaRPr lang="fr-FR"/>
            </a:p>
          </p:txBody>
        </p:sp>
        <p:sp>
          <p:nvSpPr>
            <p:cNvPr id="13" name="Graphic 20">
              <a:extLst>
                <a:ext uri="{FF2B5EF4-FFF2-40B4-BE49-F238E27FC236}">
                  <a16:creationId xmlns:a16="http://schemas.microsoft.com/office/drawing/2014/main" id="{EDB95ED3-3378-9D42-333C-9C25D79CAF7F}"/>
                </a:ext>
              </a:extLst>
            </p:cNvPr>
            <p:cNvSpPr/>
            <p:nvPr/>
          </p:nvSpPr>
          <p:spPr>
            <a:xfrm>
              <a:off x="3704844" y="1652016"/>
              <a:ext cx="311150" cy="304800"/>
            </a:xfrm>
            <a:custGeom>
              <a:avLst/>
              <a:gdLst/>
              <a:ahLst/>
              <a:cxnLst/>
              <a:rect l="l" t="t" r="r" b="b"/>
              <a:pathLst>
                <a:path w="311150" h="304800">
                  <a:moveTo>
                    <a:pt x="0" y="152400"/>
                  </a:moveTo>
                  <a:lnTo>
                    <a:pt x="155448" y="0"/>
                  </a:lnTo>
                  <a:lnTo>
                    <a:pt x="310896" y="152400"/>
                  </a:lnTo>
                  <a:lnTo>
                    <a:pt x="155448" y="304800"/>
                  </a:lnTo>
                  <a:lnTo>
                    <a:pt x="0" y="152400"/>
                  </a:lnTo>
                  <a:close/>
                </a:path>
              </a:pathLst>
            </a:custGeom>
            <a:ln w="3048">
              <a:solidFill>
                <a:srgbClr val="585858"/>
              </a:solidFill>
              <a:prstDash val="solid"/>
            </a:ln>
          </p:spPr>
          <p:txBody>
            <a:bodyPr wrap="square" lIns="0" tIns="0" rIns="0" bIns="0" rtlCol="0">
              <a:prstTxWarp prst="textNoShape">
                <a:avLst/>
              </a:prstTxWarp>
              <a:noAutofit/>
            </a:bodyPr>
            <a:lstStyle/>
            <a:p>
              <a:endParaRPr lang="fr-FR"/>
            </a:p>
          </p:txBody>
        </p:sp>
        <p:sp>
          <p:nvSpPr>
            <p:cNvPr id="14" name="Graphic 21">
              <a:extLst>
                <a:ext uri="{FF2B5EF4-FFF2-40B4-BE49-F238E27FC236}">
                  <a16:creationId xmlns:a16="http://schemas.microsoft.com/office/drawing/2014/main" id="{9CF84229-B9B1-831F-75FF-B3B6B058D751}"/>
                </a:ext>
              </a:extLst>
            </p:cNvPr>
            <p:cNvSpPr/>
            <p:nvPr/>
          </p:nvSpPr>
          <p:spPr>
            <a:xfrm>
              <a:off x="3857244" y="1271016"/>
              <a:ext cx="146685" cy="401955"/>
            </a:xfrm>
            <a:custGeom>
              <a:avLst/>
              <a:gdLst/>
              <a:ahLst/>
              <a:cxnLst/>
              <a:rect l="l" t="t" r="r" b="b"/>
              <a:pathLst>
                <a:path w="146685" h="401955">
                  <a:moveTo>
                    <a:pt x="15367" y="349758"/>
                  </a:moveTo>
                  <a:lnTo>
                    <a:pt x="0" y="398145"/>
                  </a:lnTo>
                  <a:lnTo>
                    <a:pt x="12192" y="401955"/>
                  </a:lnTo>
                  <a:lnTo>
                    <a:pt x="27559" y="353568"/>
                  </a:lnTo>
                  <a:lnTo>
                    <a:pt x="15367" y="349758"/>
                  </a:lnTo>
                  <a:close/>
                </a:path>
                <a:path w="146685" h="401955">
                  <a:moveTo>
                    <a:pt x="42291" y="264922"/>
                  </a:moveTo>
                  <a:lnTo>
                    <a:pt x="26924" y="313436"/>
                  </a:lnTo>
                  <a:lnTo>
                    <a:pt x="38988" y="317246"/>
                  </a:lnTo>
                  <a:lnTo>
                    <a:pt x="54356" y="268859"/>
                  </a:lnTo>
                  <a:lnTo>
                    <a:pt x="42291" y="264922"/>
                  </a:lnTo>
                  <a:close/>
                </a:path>
                <a:path w="146685" h="401955">
                  <a:moveTo>
                    <a:pt x="69215" y="180212"/>
                  </a:moveTo>
                  <a:lnTo>
                    <a:pt x="53848" y="228726"/>
                  </a:lnTo>
                  <a:lnTo>
                    <a:pt x="65912" y="232537"/>
                  </a:lnTo>
                  <a:lnTo>
                    <a:pt x="81280" y="184150"/>
                  </a:lnTo>
                  <a:lnTo>
                    <a:pt x="69215" y="180212"/>
                  </a:lnTo>
                  <a:close/>
                </a:path>
                <a:path w="146685" h="401955">
                  <a:moveTo>
                    <a:pt x="96138" y="95504"/>
                  </a:moveTo>
                  <a:lnTo>
                    <a:pt x="80772" y="143891"/>
                  </a:lnTo>
                  <a:lnTo>
                    <a:pt x="92837" y="147827"/>
                  </a:lnTo>
                  <a:lnTo>
                    <a:pt x="108204" y="99313"/>
                  </a:lnTo>
                  <a:lnTo>
                    <a:pt x="96138" y="95504"/>
                  </a:lnTo>
                  <a:close/>
                </a:path>
                <a:path w="146685" h="401955">
                  <a:moveTo>
                    <a:pt x="133096" y="0"/>
                  </a:moveTo>
                  <a:lnTo>
                    <a:pt x="73787" y="61087"/>
                  </a:lnTo>
                  <a:lnTo>
                    <a:pt x="146304" y="84200"/>
                  </a:lnTo>
                  <a:lnTo>
                    <a:pt x="142977" y="62992"/>
                  </a:lnTo>
                  <a:lnTo>
                    <a:pt x="119761" y="62992"/>
                  </a:lnTo>
                  <a:lnTo>
                    <a:pt x="107696" y="59182"/>
                  </a:lnTo>
                  <a:lnTo>
                    <a:pt x="107823" y="58547"/>
                  </a:lnTo>
                  <a:lnTo>
                    <a:pt x="142279" y="58547"/>
                  </a:lnTo>
                  <a:lnTo>
                    <a:pt x="133096" y="0"/>
                  </a:lnTo>
                  <a:close/>
                </a:path>
                <a:path w="146685" h="401955">
                  <a:moveTo>
                    <a:pt x="107823" y="58547"/>
                  </a:moveTo>
                  <a:lnTo>
                    <a:pt x="107696" y="59182"/>
                  </a:lnTo>
                  <a:lnTo>
                    <a:pt x="119761" y="62992"/>
                  </a:lnTo>
                  <a:lnTo>
                    <a:pt x="119887" y="62484"/>
                  </a:lnTo>
                  <a:lnTo>
                    <a:pt x="107823" y="58547"/>
                  </a:lnTo>
                  <a:close/>
                </a:path>
                <a:path w="146685" h="401955">
                  <a:moveTo>
                    <a:pt x="142279" y="58547"/>
                  </a:moveTo>
                  <a:lnTo>
                    <a:pt x="107823" y="58547"/>
                  </a:lnTo>
                  <a:lnTo>
                    <a:pt x="119887" y="62484"/>
                  </a:lnTo>
                  <a:lnTo>
                    <a:pt x="119761" y="62992"/>
                  </a:lnTo>
                  <a:lnTo>
                    <a:pt x="142977" y="62992"/>
                  </a:lnTo>
                  <a:lnTo>
                    <a:pt x="142379" y="59182"/>
                  </a:lnTo>
                  <a:lnTo>
                    <a:pt x="142279" y="58547"/>
                  </a:lnTo>
                  <a:close/>
                </a:path>
              </a:pathLst>
            </a:custGeom>
            <a:solidFill>
              <a:srgbClr val="000000"/>
            </a:solidFill>
          </p:spPr>
          <p:txBody>
            <a:bodyPr wrap="square" lIns="0" tIns="0" rIns="0" bIns="0" rtlCol="0">
              <a:prstTxWarp prst="textNoShape">
                <a:avLst/>
              </a:prstTxWarp>
              <a:noAutofit/>
            </a:bodyPr>
            <a:lstStyle/>
            <a:p>
              <a:endParaRPr lang="fr-FR"/>
            </a:p>
          </p:txBody>
        </p:sp>
        <p:sp>
          <p:nvSpPr>
            <p:cNvPr id="15" name="Graphic 22">
              <a:extLst>
                <a:ext uri="{FF2B5EF4-FFF2-40B4-BE49-F238E27FC236}">
                  <a16:creationId xmlns:a16="http://schemas.microsoft.com/office/drawing/2014/main" id="{338100E6-9BA8-5C5B-B411-9C27DCD7F068}"/>
                </a:ext>
              </a:extLst>
            </p:cNvPr>
            <p:cNvSpPr/>
            <p:nvPr/>
          </p:nvSpPr>
          <p:spPr>
            <a:xfrm>
              <a:off x="2517648" y="2249423"/>
              <a:ext cx="768350" cy="527685"/>
            </a:xfrm>
            <a:custGeom>
              <a:avLst/>
              <a:gdLst/>
              <a:ahLst/>
              <a:cxnLst/>
              <a:rect l="l" t="t" r="r" b="b"/>
              <a:pathLst>
                <a:path w="768350" h="527685">
                  <a:moveTo>
                    <a:pt x="768096" y="0"/>
                  </a:moveTo>
                  <a:lnTo>
                    <a:pt x="0" y="0"/>
                  </a:lnTo>
                  <a:lnTo>
                    <a:pt x="0" y="527303"/>
                  </a:lnTo>
                  <a:lnTo>
                    <a:pt x="768096" y="527303"/>
                  </a:lnTo>
                  <a:lnTo>
                    <a:pt x="768096" y="0"/>
                  </a:lnTo>
                  <a:close/>
                </a:path>
              </a:pathLst>
            </a:custGeom>
            <a:solidFill>
              <a:srgbClr val="F1F1F1"/>
            </a:solidFill>
          </p:spPr>
          <p:txBody>
            <a:bodyPr wrap="square" lIns="0" tIns="0" rIns="0" bIns="0" rtlCol="0">
              <a:prstTxWarp prst="textNoShape">
                <a:avLst/>
              </a:prstTxWarp>
              <a:noAutofit/>
            </a:bodyPr>
            <a:lstStyle/>
            <a:p>
              <a:endParaRPr lang="fr-FR"/>
            </a:p>
          </p:txBody>
        </p:sp>
        <p:sp>
          <p:nvSpPr>
            <p:cNvPr id="16" name="Graphic 23">
              <a:extLst>
                <a:ext uri="{FF2B5EF4-FFF2-40B4-BE49-F238E27FC236}">
                  <a16:creationId xmlns:a16="http://schemas.microsoft.com/office/drawing/2014/main" id="{0A4A175C-AFF4-692A-DC42-2F28DEAF4AFB}"/>
                </a:ext>
              </a:extLst>
            </p:cNvPr>
            <p:cNvSpPr/>
            <p:nvPr/>
          </p:nvSpPr>
          <p:spPr>
            <a:xfrm>
              <a:off x="2517648" y="2249423"/>
              <a:ext cx="768350" cy="527685"/>
            </a:xfrm>
            <a:custGeom>
              <a:avLst/>
              <a:gdLst/>
              <a:ahLst/>
              <a:cxnLst/>
              <a:rect l="l" t="t" r="r" b="b"/>
              <a:pathLst>
                <a:path w="768350" h="527685">
                  <a:moveTo>
                    <a:pt x="0" y="527303"/>
                  </a:moveTo>
                  <a:lnTo>
                    <a:pt x="768096" y="527303"/>
                  </a:lnTo>
                  <a:lnTo>
                    <a:pt x="768096" y="0"/>
                  </a:lnTo>
                  <a:lnTo>
                    <a:pt x="0" y="0"/>
                  </a:lnTo>
                  <a:lnTo>
                    <a:pt x="0" y="527303"/>
                  </a:lnTo>
                  <a:close/>
                </a:path>
              </a:pathLst>
            </a:custGeom>
            <a:ln w="12192">
              <a:solidFill>
                <a:srgbClr val="FFFFFF"/>
              </a:solidFill>
              <a:prstDash val="solid"/>
            </a:ln>
          </p:spPr>
          <p:txBody>
            <a:bodyPr wrap="square" lIns="0" tIns="0" rIns="0" bIns="0" rtlCol="0">
              <a:prstTxWarp prst="textNoShape">
                <a:avLst/>
              </a:prstTxWarp>
              <a:noAutofit/>
            </a:bodyPr>
            <a:lstStyle/>
            <a:p>
              <a:endParaRPr lang="fr-FR"/>
            </a:p>
          </p:txBody>
        </p:sp>
        <p:sp>
          <p:nvSpPr>
            <p:cNvPr id="17" name="Graphic 24">
              <a:extLst>
                <a:ext uri="{FF2B5EF4-FFF2-40B4-BE49-F238E27FC236}">
                  <a16:creationId xmlns:a16="http://schemas.microsoft.com/office/drawing/2014/main" id="{67C3D550-934F-D2FB-9DFB-B05B631F1895}"/>
                </a:ext>
              </a:extLst>
            </p:cNvPr>
            <p:cNvSpPr/>
            <p:nvPr/>
          </p:nvSpPr>
          <p:spPr>
            <a:xfrm>
              <a:off x="3450335" y="2243327"/>
              <a:ext cx="782320" cy="525780"/>
            </a:xfrm>
            <a:custGeom>
              <a:avLst/>
              <a:gdLst/>
              <a:ahLst/>
              <a:cxnLst/>
              <a:rect l="l" t="t" r="r" b="b"/>
              <a:pathLst>
                <a:path w="782320" h="525780">
                  <a:moveTo>
                    <a:pt x="781812" y="0"/>
                  </a:moveTo>
                  <a:lnTo>
                    <a:pt x="0" y="0"/>
                  </a:lnTo>
                  <a:lnTo>
                    <a:pt x="0" y="525779"/>
                  </a:lnTo>
                  <a:lnTo>
                    <a:pt x="781812" y="525779"/>
                  </a:lnTo>
                  <a:lnTo>
                    <a:pt x="781812" y="0"/>
                  </a:lnTo>
                  <a:close/>
                </a:path>
              </a:pathLst>
            </a:custGeom>
            <a:solidFill>
              <a:srgbClr val="F1F1F1"/>
            </a:solidFill>
          </p:spPr>
          <p:txBody>
            <a:bodyPr wrap="square" lIns="0" tIns="0" rIns="0" bIns="0" rtlCol="0">
              <a:prstTxWarp prst="textNoShape">
                <a:avLst/>
              </a:prstTxWarp>
              <a:noAutofit/>
            </a:bodyPr>
            <a:lstStyle/>
            <a:p>
              <a:endParaRPr lang="fr-FR"/>
            </a:p>
          </p:txBody>
        </p:sp>
        <p:sp>
          <p:nvSpPr>
            <p:cNvPr id="18" name="Graphic 25">
              <a:extLst>
                <a:ext uri="{FF2B5EF4-FFF2-40B4-BE49-F238E27FC236}">
                  <a16:creationId xmlns:a16="http://schemas.microsoft.com/office/drawing/2014/main" id="{E40130AD-49F0-4191-AE56-09229F851A90}"/>
                </a:ext>
              </a:extLst>
            </p:cNvPr>
            <p:cNvSpPr/>
            <p:nvPr/>
          </p:nvSpPr>
          <p:spPr>
            <a:xfrm>
              <a:off x="3450335" y="2243327"/>
              <a:ext cx="782320" cy="525780"/>
            </a:xfrm>
            <a:custGeom>
              <a:avLst/>
              <a:gdLst/>
              <a:ahLst/>
              <a:cxnLst/>
              <a:rect l="l" t="t" r="r" b="b"/>
              <a:pathLst>
                <a:path w="782320" h="525780">
                  <a:moveTo>
                    <a:pt x="0" y="525779"/>
                  </a:moveTo>
                  <a:lnTo>
                    <a:pt x="781812" y="525779"/>
                  </a:lnTo>
                  <a:lnTo>
                    <a:pt x="781812" y="0"/>
                  </a:lnTo>
                  <a:lnTo>
                    <a:pt x="0" y="0"/>
                  </a:lnTo>
                  <a:lnTo>
                    <a:pt x="0" y="525779"/>
                  </a:lnTo>
                  <a:close/>
                </a:path>
              </a:pathLst>
            </a:custGeom>
            <a:ln w="12192">
              <a:solidFill>
                <a:srgbClr val="FFFFFF"/>
              </a:solidFill>
              <a:prstDash val="solid"/>
            </a:ln>
          </p:spPr>
          <p:txBody>
            <a:bodyPr wrap="square" lIns="0" tIns="0" rIns="0" bIns="0" rtlCol="0">
              <a:prstTxWarp prst="textNoShape">
                <a:avLst/>
              </a:prstTxWarp>
              <a:noAutofit/>
            </a:bodyPr>
            <a:lstStyle/>
            <a:p>
              <a:endParaRPr lang="fr-FR"/>
            </a:p>
          </p:txBody>
        </p:sp>
        <p:sp>
          <p:nvSpPr>
            <p:cNvPr id="19" name="Graphic 26">
              <a:extLst>
                <a:ext uri="{FF2B5EF4-FFF2-40B4-BE49-F238E27FC236}">
                  <a16:creationId xmlns:a16="http://schemas.microsoft.com/office/drawing/2014/main" id="{203ED8DF-0780-1695-2D00-6FA951C9B4E9}"/>
                </a:ext>
              </a:extLst>
            </p:cNvPr>
            <p:cNvSpPr/>
            <p:nvPr/>
          </p:nvSpPr>
          <p:spPr>
            <a:xfrm>
              <a:off x="4396740" y="2235707"/>
              <a:ext cx="774700" cy="527685"/>
            </a:xfrm>
            <a:custGeom>
              <a:avLst/>
              <a:gdLst/>
              <a:ahLst/>
              <a:cxnLst/>
              <a:rect l="l" t="t" r="r" b="b"/>
              <a:pathLst>
                <a:path w="774700" h="527685">
                  <a:moveTo>
                    <a:pt x="774191" y="0"/>
                  </a:moveTo>
                  <a:lnTo>
                    <a:pt x="0" y="0"/>
                  </a:lnTo>
                  <a:lnTo>
                    <a:pt x="0" y="527303"/>
                  </a:lnTo>
                  <a:lnTo>
                    <a:pt x="774191" y="527303"/>
                  </a:lnTo>
                  <a:lnTo>
                    <a:pt x="774191" y="0"/>
                  </a:lnTo>
                  <a:close/>
                </a:path>
              </a:pathLst>
            </a:custGeom>
            <a:solidFill>
              <a:srgbClr val="F1F1F1"/>
            </a:solidFill>
          </p:spPr>
          <p:txBody>
            <a:bodyPr wrap="square" lIns="0" tIns="0" rIns="0" bIns="0" rtlCol="0">
              <a:prstTxWarp prst="textNoShape">
                <a:avLst/>
              </a:prstTxWarp>
              <a:noAutofit/>
            </a:bodyPr>
            <a:lstStyle/>
            <a:p>
              <a:endParaRPr lang="fr-FR"/>
            </a:p>
          </p:txBody>
        </p:sp>
        <p:sp>
          <p:nvSpPr>
            <p:cNvPr id="20" name="Graphic 27">
              <a:extLst>
                <a:ext uri="{FF2B5EF4-FFF2-40B4-BE49-F238E27FC236}">
                  <a16:creationId xmlns:a16="http://schemas.microsoft.com/office/drawing/2014/main" id="{F30B06B7-B190-DE61-4BFB-76B023AE63D6}"/>
                </a:ext>
              </a:extLst>
            </p:cNvPr>
            <p:cNvSpPr/>
            <p:nvPr/>
          </p:nvSpPr>
          <p:spPr>
            <a:xfrm>
              <a:off x="4396740" y="2235707"/>
              <a:ext cx="774700" cy="527685"/>
            </a:xfrm>
            <a:custGeom>
              <a:avLst/>
              <a:gdLst/>
              <a:ahLst/>
              <a:cxnLst/>
              <a:rect l="l" t="t" r="r" b="b"/>
              <a:pathLst>
                <a:path w="774700" h="527685">
                  <a:moveTo>
                    <a:pt x="0" y="527303"/>
                  </a:moveTo>
                  <a:lnTo>
                    <a:pt x="774191" y="527303"/>
                  </a:lnTo>
                  <a:lnTo>
                    <a:pt x="774191" y="0"/>
                  </a:lnTo>
                  <a:lnTo>
                    <a:pt x="0" y="0"/>
                  </a:lnTo>
                  <a:lnTo>
                    <a:pt x="0" y="527303"/>
                  </a:lnTo>
                  <a:close/>
                </a:path>
              </a:pathLst>
            </a:custGeom>
            <a:ln w="12192">
              <a:solidFill>
                <a:srgbClr val="FFFFFF"/>
              </a:solidFill>
              <a:prstDash val="solid"/>
            </a:ln>
          </p:spPr>
          <p:txBody>
            <a:bodyPr wrap="square" lIns="0" tIns="0" rIns="0" bIns="0" rtlCol="0">
              <a:prstTxWarp prst="textNoShape">
                <a:avLst/>
              </a:prstTxWarp>
              <a:noAutofit/>
            </a:bodyPr>
            <a:lstStyle/>
            <a:p>
              <a:endParaRPr lang="fr-FR"/>
            </a:p>
          </p:txBody>
        </p:sp>
        <p:sp>
          <p:nvSpPr>
            <p:cNvPr id="21" name="Graphic 28">
              <a:extLst>
                <a:ext uri="{FF2B5EF4-FFF2-40B4-BE49-F238E27FC236}">
                  <a16:creationId xmlns:a16="http://schemas.microsoft.com/office/drawing/2014/main" id="{1FE56010-266C-F69B-0740-D3945E2E5C06}"/>
                </a:ext>
              </a:extLst>
            </p:cNvPr>
            <p:cNvSpPr/>
            <p:nvPr/>
          </p:nvSpPr>
          <p:spPr>
            <a:xfrm>
              <a:off x="2896997" y="1940432"/>
              <a:ext cx="1923414" cy="297180"/>
            </a:xfrm>
            <a:custGeom>
              <a:avLst/>
              <a:gdLst/>
              <a:ahLst/>
              <a:cxnLst/>
              <a:rect l="l" t="t" r="r" b="b"/>
              <a:pathLst>
                <a:path w="1923414" h="297180">
                  <a:moveTo>
                    <a:pt x="52324" y="275717"/>
                  </a:moveTo>
                  <a:lnTo>
                    <a:pt x="48895" y="263398"/>
                  </a:lnTo>
                  <a:lnTo>
                    <a:pt x="0" y="276987"/>
                  </a:lnTo>
                  <a:lnTo>
                    <a:pt x="3302" y="289179"/>
                  </a:lnTo>
                  <a:lnTo>
                    <a:pt x="52324" y="275717"/>
                  </a:lnTo>
                  <a:close/>
                </a:path>
                <a:path w="1923414" h="297180">
                  <a:moveTo>
                    <a:pt x="138049" y="251968"/>
                  </a:moveTo>
                  <a:lnTo>
                    <a:pt x="134620" y="239776"/>
                  </a:lnTo>
                  <a:lnTo>
                    <a:pt x="85598" y="253238"/>
                  </a:lnTo>
                  <a:lnTo>
                    <a:pt x="89027" y="265557"/>
                  </a:lnTo>
                  <a:lnTo>
                    <a:pt x="138049" y="251968"/>
                  </a:lnTo>
                  <a:close/>
                </a:path>
                <a:path w="1923414" h="297180">
                  <a:moveTo>
                    <a:pt x="223647" y="228346"/>
                  </a:moveTo>
                  <a:lnTo>
                    <a:pt x="220345" y="216027"/>
                  </a:lnTo>
                  <a:lnTo>
                    <a:pt x="171323" y="229616"/>
                  </a:lnTo>
                  <a:lnTo>
                    <a:pt x="174752" y="241808"/>
                  </a:lnTo>
                  <a:lnTo>
                    <a:pt x="223647" y="228346"/>
                  </a:lnTo>
                  <a:close/>
                </a:path>
                <a:path w="1923414" h="297180">
                  <a:moveTo>
                    <a:pt x="309372" y="204597"/>
                  </a:moveTo>
                  <a:lnTo>
                    <a:pt x="305943" y="192405"/>
                  </a:lnTo>
                  <a:lnTo>
                    <a:pt x="257048" y="205994"/>
                  </a:lnTo>
                  <a:lnTo>
                    <a:pt x="260350" y="218186"/>
                  </a:lnTo>
                  <a:lnTo>
                    <a:pt x="309372" y="204597"/>
                  </a:lnTo>
                  <a:close/>
                </a:path>
                <a:path w="1923414" h="297180">
                  <a:moveTo>
                    <a:pt x="395097" y="180975"/>
                  </a:moveTo>
                  <a:lnTo>
                    <a:pt x="391668" y="168783"/>
                  </a:lnTo>
                  <a:lnTo>
                    <a:pt x="342773" y="182245"/>
                  </a:lnTo>
                  <a:lnTo>
                    <a:pt x="346075" y="194437"/>
                  </a:lnTo>
                  <a:lnTo>
                    <a:pt x="395097" y="180975"/>
                  </a:lnTo>
                  <a:close/>
                </a:path>
                <a:path w="1923414" h="297180">
                  <a:moveTo>
                    <a:pt x="480695" y="157226"/>
                  </a:moveTo>
                  <a:lnTo>
                    <a:pt x="477393" y="145034"/>
                  </a:lnTo>
                  <a:lnTo>
                    <a:pt x="428371" y="158623"/>
                  </a:lnTo>
                  <a:lnTo>
                    <a:pt x="431800" y="170815"/>
                  </a:lnTo>
                  <a:lnTo>
                    <a:pt x="480695" y="157226"/>
                  </a:lnTo>
                  <a:close/>
                </a:path>
                <a:path w="1923414" h="297180">
                  <a:moveTo>
                    <a:pt x="566420" y="133604"/>
                  </a:moveTo>
                  <a:lnTo>
                    <a:pt x="563118" y="121412"/>
                  </a:lnTo>
                  <a:lnTo>
                    <a:pt x="514096" y="134874"/>
                  </a:lnTo>
                  <a:lnTo>
                    <a:pt x="517525" y="147193"/>
                  </a:lnTo>
                  <a:lnTo>
                    <a:pt x="566420" y="133604"/>
                  </a:lnTo>
                  <a:close/>
                </a:path>
                <a:path w="1923414" h="297180">
                  <a:moveTo>
                    <a:pt x="652145" y="109982"/>
                  </a:moveTo>
                  <a:lnTo>
                    <a:pt x="648716" y="97663"/>
                  </a:lnTo>
                  <a:lnTo>
                    <a:pt x="599821" y="111252"/>
                  </a:lnTo>
                  <a:lnTo>
                    <a:pt x="603123" y="123444"/>
                  </a:lnTo>
                  <a:lnTo>
                    <a:pt x="652145" y="109982"/>
                  </a:lnTo>
                  <a:close/>
                </a:path>
                <a:path w="1923414" h="297180">
                  <a:moveTo>
                    <a:pt x="737870" y="86233"/>
                  </a:moveTo>
                  <a:lnTo>
                    <a:pt x="734441" y="74041"/>
                  </a:lnTo>
                  <a:lnTo>
                    <a:pt x="685419" y="87503"/>
                  </a:lnTo>
                  <a:lnTo>
                    <a:pt x="688848" y="99822"/>
                  </a:lnTo>
                  <a:lnTo>
                    <a:pt x="737870" y="86233"/>
                  </a:lnTo>
                  <a:close/>
                </a:path>
                <a:path w="1923414" h="297180">
                  <a:moveTo>
                    <a:pt x="823468" y="62611"/>
                  </a:moveTo>
                  <a:lnTo>
                    <a:pt x="820166" y="50292"/>
                  </a:lnTo>
                  <a:lnTo>
                    <a:pt x="771144" y="63881"/>
                  </a:lnTo>
                  <a:lnTo>
                    <a:pt x="774573" y="76073"/>
                  </a:lnTo>
                  <a:lnTo>
                    <a:pt x="823468" y="62611"/>
                  </a:lnTo>
                  <a:close/>
                </a:path>
                <a:path w="1923414" h="297180">
                  <a:moveTo>
                    <a:pt x="926338" y="247269"/>
                  </a:moveTo>
                  <a:lnTo>
                    <a:pt x="913892" y="244729"/>
                  </a:lnTo>
                  <a:lnTo>
                    <a:pt x="903732" y="294513"/>
                  </a:lnTo>
                  <a:lnTo>
                    <a:pt x="916178" y="297053"/>
                  </a:lnTo>
                  <a:lnTo>
                    <a:pt x="926338" y="247269"/>
                  </a:lnTo>
                  <a:close/>
                </a:path>
                <a:path w="1923414" h="297180">
                  <a:moveTo>
                    <a:pt x="944118" y="160147"/>
                  </a:moveTo>
                  <a:lnTo>
                    <a:pt x="931672" y="157607"/>
                  </a:lnTo>
                  <a:lnTo>
                    <a:pt x="921512" y="207391"/>
                  </a:lnTo>
                  <a:lnTo>
                    <a:pt x="933958" y="209931"/>
                  </a:lnTo>
                  <a:lnTo>
                    <a:pt x="944118" y="160147"/>
                  </a:lnTo>
                  <a:close/>
                </a:path>
                <a:path w="1923414" h="297180">
                  <a:moveTo>
                    <a:pt x="966851" y="16383"/>
                  </a:moveTo>
                  <a:lnTo>
                    <a:pt x="883285" y="0"/>
                  </a:lnTo>
                  <a:lnTo>
                    <a:pt x="891730" y="30556"/>
                  </a:lnTo>
                  <a:lnTo>
                    <a:pt x="856869" y="40132"/>
                  </a:lnTo>
                  <a:lnTo>
                    <a:pt x="860171" y="52451"/>
                  </a:lnTo>
                  <a:lnTo>
                    <a:pt x="895108" y="42760"/>
                  </a:lnTo>
                  <a:lnTo>
                    <a:pt x="903605" y="73406"/>
                  </a:lnTo>
                  <a:lnTo>
                    <a:pt x="954874" y="27178"/>
                  </a:lnTo>
                  <a:lnTo>
                    <a:pt x="966851" y="16383"/>
                  </a:lnTo>
                  <a:close/>
                </a:path>
                <a:path w="1923414" h="297180">
                  <a:moveTo>
                    <a:pt x="1062355" y="42164"/>
                  </a:moveTo>
                  <a:lnTo>
                    <a:pt x="1035621" y="35293"/>
                  </a:lnTo>
                  <a:lnTo>
                    <a:pt x="1036434" y="32131"/>
                  </a:lnTo>
                  <a:lnTo>
                    <a:pt x="1043559" y="4572"/>
                  </a:lnTo>
                  <a:lnTo>
                    <a:pt x="968273" y="20764"/>
                  </a:lnTo>
                  <a:lnTo>
                    <a:pt x="967105" y="16383"/>
                  </a:lnTo>
                  <a:lnTo>
                    <a:pt x="962736" y="21945"/>
                  </a:lnTo>
                  <a:lnTo>
                    <a:pt x="960247" y="22479"/>
                  </a:lnTo>
                  <a:lnTo>
                    <a:pt x="961478" y="23558"/>
                  </a:lnTo>
                  <a:lnTo>
                    <a:pt x="914527" y="83439"/>
                  </a:lnTo>
                  <a:lnTo>
                    <a:pt x="945629" y="89789"/>
                  </a:lnTo>
                  <a:lnTo>
                    <a:pt x="939419" y="120269"/>
                  </a:lnTo>
                  <a:lnTo>
                    <a:pt x="951865" y="122809"/>
                  </a:lnTo>
                  <a:lnTo>
                    <a:pt x="958075" y="92329"/>
                  </a:lnTo>
                  <a:lnTo>
                    <a:pt x="989203" y="98679"/>
                  </a:lnTo>
                  <a:lnTo>
                    <a:pt x="983462" y="77343"/>
                  </a:lnTo>
                  <a:lnTo>
                    <a:pt x="971321" y="32118"/>
                  </a:lnTo>
                  <a:lnTo>
                    <a:pt x="1024509" y="78359"/>
                  </a:lnTo>
                  <a:lnTo>
                    <a:pt x="1032446" y="47612"/>
                  </a:lnTo>
                  <a:lnTo>
                    <a:pt x="1059180" y="54483"/>
                  </a:lnTo>
                  <a:lnTo>
                    <a:pt x="1062355" y="42164"/>
                  </a:lnTo>
                  <a:close/>
                </a:path>
                <a:path w="1923414" h="297180">
                  <a:moveTo>
                    <a:pt x="1148461" y="64389"/>
                  </a:moveTo>
                  <a:lnTo>
                    <a:pt x="1099185" y="51689"/>
                  </a:lnTo>
                  <a:lnTo>
                    <a:pt x="1096010" y="64008"/>
                  </a:lnTo>
                  <a:lnTo>
                    <a:pt x="1145286" y="76708"/>
                  </a:lnTo>
                  <a:lnTo>
                    <a:pt x="1148461" y="64389"/>
                  </a:lnTo>
                  <a:close/>
                </a:path>
                <a:path w="1923414" h="297180">
                  <a:moveTo>
                    <a:pt x="1234567" y="86614"/>
                  </a:moveTo>
                  <a:lnTo>
                    <a:pt x="1185291" y="73914"/>
                  </a:lnTo>
                  <a:lnTo>
                    <a:pt x="1182116" y="86233"/>
                  </a:lnTo>
                  <a:lnTo>
                    <a:pt x="1231392" y="98806"/>
                  </a:lnTo>
                  <a:lnTo>
                    <a:pt x="1234567" y="86614"/>
                  </a:lnTo>
                  <a:close/>
                </a:path>
                <a:path w="1923414" h="297180">
                  <a:moveTo>
                    <a:pt x="1320546" y="108712"/>
                  </a:moveTo>
                  <a:lnTo>
                    <a:pt x="1271397" y="96012"/>
                  </a:lnTo>
                  <a:lnTo>
                    <a:pt x="1268222" y="108331"/>
                  </a:lnTo>
                  <a:lnTo>
                    <a:pt x="1317371" y="121031"/>
                  </a:lnTo>
                  <a:lnTo>
                    <a:pt x="1320546" y="108712"/>
                  </a:lnTo>
                  <a:close/>
                </a:path>
                <a:path w="1923414" h="297180">
                  <a:moveTo>
                    <a:pt x="1406652" y="130937"/>
                  </a:moveTo>
                  <a:lnTo>
                    <a:pt x="1357503" y="118237"/>
                  </a:lnTo>
                  <a:lnTo>
                    <a:pt x="1354328" y="130556"/>
                  </a:lnTo>
                  <a:lnTo>
                    <a:pt x="1403477" y="143256"/>
                  </a:lnTo>
                  <a:lnTo>
                    <a:pt x="1406652" y="130937"/>
                  </a:lnTo>
                  <a:close/>
                </a:path>
                <a:path w="1923414" h="297180">
                  <a:moveTo>
                    <a:pt x="1492758" y="153035"/>
                  </a:moveTo>
                  <a:lnTo>
                    <a:pt x="1443609" y="140462"/>
                  </a:lnTo>
                  <a:lnTo>
                    <a:pt x="1440434" y="152781"/>
                  </a:lnTo>
                  <a:lnTo>
                    <a:pt x="1489583" y="165354"/>
                  </a:lnTo>
                  <a:lnTo>
                    <a:pt x="1492758" y="153035"/>
                  </a:lnTo>
                  <a:close/>
                </a:path>
                <a:path w="1923414" h="297180">
                  <a:moveTo>
                    <a:pt x="1578864" y="175260"/>
                  </a:moveTo>
                  <a:lnTo>
                    <a:pt x="1529715" y="162560"/>
                  </a:lnTo>
                  <a:lnTo>
                    <a:pt x="1526540" y="174879"/>
                  </a:lnTo>
                  <a:lnTo>
                    <a:pt x="1575689" y="187579"/>
                  </a:lnTo>
                  <a:lnTo>
                    <a:pt x="1578864" y="175260"/>
                  </a:lnTo>
                  <a:close/>
                </a:path>
                <a:path w="1923414" h="297180">
                  <a:moveTo>
                    <a:pt x="1664970" y="197485"/>
                  </a:moveTo>
                  <a:lnTo>
                    <a:pt x="1615694" y="184785"/>
                  </a:lnTo>
                  <a:lnTo>
                    <a:pt x="1612646" y="197104"/>
                  </a:lnTo>
                  <a:lnTo>
                    <a:pt x="1661795" y="209804"/>
                  </a:lnTo>
                  <a:lnTo>
                    <a:pt x="1664970" y="197485"/>
                  </a:lnTo>
                  <a:close/>
                </a:path>
                <a:path w="1923414" h="297180">
                  <a:moveTo>
                    <a:pt x="1751076" y="219583"/>
                  </a:moveTo>
                  <a:lnTo>
                    <a:pt x="1701800" y="207010"/>
                  </a:lnTo>
                  <a:lnTo>
                    <a:pt x="1698625" y="219202"/>
                  </a:lnTo>
                  <a:lnTo>
                    <a:pt x="1747901" y="231902"/>
                  </a:lnTo>
                  <a:lnTo>
                    <a:pt x="1751076" y="219583"/>
                  </a:lnTo>
                  <a:close/>
                </a:path>
                <a:path w="1923414" h="297180">
                  <a:moveTo>
                    <a:pt x="1837182" y="241808"/>
                  </a:moveTo>
                  <a:lnTo>
                    <a:pt x="1787906" y="229108"/>
                  </a:lnTo>
                  <a:lnTo>
                    <a:pt x="1784731" y="241427"/>
                  </a:lnTo>
                  <a:lnTo>
                    <a:pt x="1834007" y="254127"/>
                  </a:lnTo>
                  <a:lnTo>
                    <a:pt x="1837182" y="241808"/>
                  </a:lnTo>
                  <a:close/>
                </a:path>
                <a:path w="1923414" h="297180">
                  <a:moveTo>
                    <a:pt x="1923161" y="264033"/>
                  </a:moveTo>
                  <a:lnTo>
                    <a:pt x="1874012" y="251333"/>
                  </a:lnTo>
                  <a:lnTo>
                    <a:pt x="1870837" y="263652"/>
                  </a:lnTo>
                  <a:lnTo>
                    <a:pt x="1920113" y="276225"/>
                  </a:lnTo>
                  <a:lnTo>
                    <a:pt x="1923161" y="264033"/>
                  </a:lnTo>
                  <a:close/>
                </a:path>
              </a:pathLst>
            </a:custGeom>
            <a:solidFill>
              <a:srgbClr val="000000"/>
            </a:solidFill>
          </p:spPr>
          <p:txBody>
            <a:bodyPr wrap="square" lIns="0" tIns="0" rIns="0" bIns="0" rtlCol="0">
              <a:prstTxWarp prst="textNoShape">
                <a:avLst/>
              </a:prstTxWarp>
              <a:noAutofit/>
            </a:bodyPr>
            <a:lstStyle/>
            <a:p>
              <a:endParaRPr lang="fr-FR"/>
            </a:p>
          </p:txBody>
        </p:sp>
        <p:sp>
          <p:nvSpPr>
            <p:cNvPr id="22" name="Textbox 29">
              <a:extLst>
                <a:ext uri="{FF2B5EF4-FFF2-40B4-BE49-F238E27FC236}">
                  <a16:creationId xmlns:a16="http://schemas.microsoft.com/office/drawing/2014/main" id="{629EEA94-06C3-6AD5-E9A8-6344A451A7E7}"/>
                </a:ext>
              </a:extLst>
            </p:cNvPr>
            <p:cNvSpPr txBox="1"/>
            <p:nvPr/>
          </p:nvSpPr>
          <p:spPr>
            <a:xfrm>
              <a:off x="3666109" y="162179"/>
              <a:ext cx="625475" cy="140335"/>
            </a:xfrm>
            <a:prstGeom prst="rect">
              <a:avLst/>
            </a:prstGeom>
          </p:spPr>
          <p:txBody>
            <a:bodyPr wrap="square" lIns="0" tIns="0" rIns="0" bIns="0" rtlCol="0">
              <a:noAutofit/>
            </a:bodyPr>
            <a:lstStyle/>
            <a:p>
              <a:pPr>
                <a:lnSpc>
                  <a:spcPts val="1105"/>
                </a:lnSpc>
              </a:pPr>
              <a:r>
                <a:rPr lang="fr-FR" sz="1100" spc="-10">
                  <a:effectLst/>
                  <a:latin typeface="Calibri" panose="020F0502020204030204" pitchFamily="34" charset="0"/>
                  <a:ea typeface="Calibri" panose="020F0502020204030204" pitchFamily="34" charset="0"/>
                </a:rPr>
                <a:t>Index.html</a:t>
              </a:r>
              <a:endParaRPr lang="fr-FR" sz="1100">
                <a:effectLst/>
                <a:latin typeface="Calibri" panose="020F0502020204030204" pitchFamily="34" charset="0"/>
                <a:ea typeface="Calibri" panose="020F0502020204030204" pitchFamily="34" charset="0"/>
              </a:endParaRPr>
            </a:p>
          </p:txBody>
        </p:sp>
        <p:sp>
          <p:nvSpPr>
            <p:cNvPr id="23" name="Textbox 30">
              <a:extLst>
                <a:ext uri="{FF2B5EF4-FFF2-40B4-BE49-F238E27FC236}">
                  <a16:creationId xmlns:a16="http://schemas.microsoft.com/office/drawing/2014/main" id="{749C2E1E-4596-D8D9-3005-2C57910647BA}"/>
                </a:ext>
              </a:extLst>
            </p:cNvPr>
            <p:cNvSpPr txBox="1"/>
            <p:nvPr/>
          </p:nvSpPr>
          <p:spPr>
            <a:xfrm>
              <a:off x="154178" y="476376"/>
              <a:ext cx="1619250" cy="509270"/>
            </a:xfrm>
            <a:prstGeom prst="rect">
              <a:avLst/>
            </a:prstGeom>
          </p:spPr>
          <p:txBody>
            <a:bodyPr wrap="square" lIns="0" tIns="0" rIns="0" bIns="0" rtlCol="0">
              <a:noAutofit/>
            </a:bodyPr>
            <a:lstStyle/>
            <a:p>
              <a:pPr>
                <a:lnSpc>
                  <a:spcPts val="1125"/>
                </a:lnSpc>
              </a:pPr>
              <a:r>
                <a:rPr lang="fr-FR" sz="1100" u="none" strike="noStrike" spc="-10">
                  <a:effectLst/>
                  <a:latin typeface="Calibri" panose="020F0502020204030204" pitchFamily="34" charset="0"/>
                  <a:ea typeface="Calibri" panose="020F0502020204030204" pitchFamily="34" charset="0"/>
                  <a:hlinkClick r:id="rId4"/>
                </a:rPr>
                <a:t>http://localhost:3000/</a:t>
              </a:r>
              <a:endParaRPr lang="fr-FR" sz="1100">
                <a:effectLst/>
                <a:latin typeface="Calibri" panose="020F0502020204030204" pitchFamily="34" charset="0"/>
                <a:ea typeface="Calibri" panose="020F0502020204030204" pitchFamily="34" charset="0"/>
              </a:endParaRPr>
            </a:p>
            <a:p>
              <a:pPr>
                <a:lnSpc>
                  <a:spcPct val="107000"/>
                </a:lnSpc>
              </a:pPr>
              <a:r>
                <a:rPr lang="fr-FR" sz="1100" u="none" strike="noStrike" spc="-10">
                  <a:effectLst/>
                  <a:latin typeface="Calibri" panose="020F0502020204030204" pitchFamily="34" charset="0"/>
                  <a:ea typeface="Calibri" panose="020F0502020204030204" pitchFamily="34" charset="0"/>
                  <a:hlinkClick r:id="rId5"/>
                </a:rPr>
                <a:t>http://localhost:3000/about</a:t>
              </a:r>
              <a:r>
                <a:rPr lang="fr-FR" sz="1100" spc="-10">
                  <a:effectLst/>
                  <a:latin typeface="Calibri" panose="020F0502020204030204" pitchFamily="34" charset="0"/>
                  <a:ea typeface="Calibri" panose="020F0502020204030204" pitchFamily="34" charset="0"/>
                </a:rPr>
                <a:t> </a:t>
              </a:r>
              <a:r>
                <a:rPr lang="fr-FR" sz="1100" u="none" strike="noStrike" spc="-10">
                  <a:effectLst/>
                  <a:latin typeface="Calibri" panose="020F0502020204030204" pitchFamily="34" charset="0"/>
                  <a:ea typeface="Calibri" panose="020F0502020204030204" pitchFamily="34" charset="0"/>
                  <a:hlinkClick r:id="rId6"/>
                </a:rPr>
                <a:t>http://localhost:3000/blog</a:t>
              </a:r>
              <a:endParaRPr lang="fr-FR" sz="1100">
                <a:effectLst/>
                <a:latin typeface="Calibri" panose="020F0502020204030204" pitchFamily="34" charset="0"/>
                <a:ea typeface="Calibri" panose="020F0502020204030204" pitchFamily="34" charset="0"/>
              </a:endParaRPr>
            </a:p>
          </p:txBody>
        </p:sp>
        <p:sp>
          <p:nvSpPr>
            <p:cNvPr id="24" name="Textbox 31">
              <a:extLst>
                <a:ext uri="{FF2B5EF4-FFF2-40B4-BE49-F238E27FC236}">
                  <a16:creationId xmlns:a16="http://schemas.microsoft.com/office/drawing/2014/main" id="{3455B2CE-FE2B-A9EA-08DC-6B486CEECDF8}"/>
                </a:ext>
              </a:extLst>
            </p:cNvPr>
            <p:cNvSpPr txBox="1"/>
            <p:nvPr/>
          </p:nvSpPr>
          <p:spPr>
            <a:xfrm>
              <a:off x="3818509" y="1756536"/>
              <a:ext cx="78105" cy="140335"/>
            </a:xfrm>
            <a:prstGeom prst="rect">
              <a:avLst/>
            </a:prstGeom>
          </p:spPr>
          <p:txBody>
            <a:bodyPr wrap="square" lIns="0" tIns="0" rIns="0" bIns="0" rtlCol="0">
              <a:noAutofit/>
            </a:bodyPr>
            <a:lstStyle/>
            <a:p>
              <a:pPr>
                <a:lnSpc>
                  <a:spcPts val="1105"/>
                </a:lnSpc>
              </a:pPr>
              <a:r>
                <a:rPr lang="fr-FR" sz="1100" spc="-50">
                  <a:effectLst/>
                  <a:latin typeface="Calibri" panose="020F0502020204030204" pitchFamily="34" charset="0"/>
                  <a:ea typeface="Calibri" panose="020F0502020204030204" pitchFamily="34" charset="0"/>
                </a:rPr>
                <a:t>?</a:t>
              </a:r>
              <a:endParaRPr lang="fr-FR" sz="1100">
                <a:effectLst/>
                <a:latin typeface="Calibri" panose="020F0502020204030204" pitchFamily="34" charset="0"/>
                <a:ea typeface="Calibri" panose="020F0502020204030204" pitchFamily="34" charset="0"/>
              </a:endParaRPr>
            </a:p>
          </p:txBody>
        </p:sp>
        <p:sp>
          <p:nvSpPr>
            <p:cNvPr id="25" name="Textbox 32">
              <a:extLst>
                <a:ext uri="{FF2B5EF4-FFF2-40B4-BE49-F238E27FC236}">
                  <a16:creationId xmlns:a16="http://schemas.microsoft.com/office/drawing/2014/main" id="{C1221E00-9904-3721-50FF-2054C8DCA1AE}"/>
                </a:ext>
              </a:extLst>
            </p:cNvPr>
            <p:cNvSpPr txBox="1"/>
            <p:nvPr/>
          </p:nvSpPr>
          <p:spPr>
            <a:xfrm>
              <a:off x="2603626" y="2102104"/>
              <a:ext cx="600710" cy="664845"/>
            </a:xfrm>
            <a:prstGeom prst="rect">
              <a:avLst/>
            </a:prstGeom>
          </p:spPr>
          <p:txBody>
            <a:bodyPr wrap="square" lIns="0" tIns="0" rIns="0" bIns="0" rtlCol="0">
              <a:noAutofit/>
            </a:bodyPr>
            <a:lstStyle/>
            <a:p>
              <a:pPr marL="536575">
                <a:lnSpc>
                  <a:spcPts val="1015"/>
                </a:lnSpc>
              </a:pPr>
              <a:r>
                <a:rPr lang="fr-FR" sz="1000" spc="-50">
                  <a:solidFill>
                    <a:srgbClr val="FF0000"/>
                  </a:solidFill>
                  <a:effectLst/>
                  <a:latin typeface="Calibri" panose="020F0502020204030204" pitchFamily="34" charset="0"/>
                  <a:ea typeface="Calibri" panose="020F0502020204030204" pitchFamily="34" charset="0"/>
                </a:rPr>
                <a:t>/</a:t>
              </a:r>
              <a:endParaRPr lang="fr-FR" sz="1100">
                <a:effectLst/>
                <a:latin typeface="Calibri" panose="020F0502020204030204" pitchFamily="34" charset="0"/>
                <a:ea typeface="Calibri" panose="020F0502020204030204" pitchFamily="34" charset="0"/>
              </a:endParaRPr>
            </a:p>
            <a:p>
              <a:pPr marR="9525" indent="139700">
                <a:lnSpc>
                  <a:spcPct val="107000"/>
                </a:lnSpc>
                <a:spcBef>
                  <a:spcPts val="375"/>
                </a:spcBef>
                <a:spcAft>
                  <a:spcPts val="0"/>
                </a:spcAft>
              </a:pPr>
              <a:r>
                <a:rPr lang="fr-FR" sz="1000" spc="-20">
                  <a:effectLst/>
                  <a:latin typeface="Calibri" panose="020F0502020204030204" pitchFamily="34" charset="0"/>
                  <a:ea typeface="Calibri" panose="020F0502020204030204" pitchFamily="34" charset="0"/>
                </a:rPr>
                <a:t>Home </a:t>
              </a:r>
              <a:r>
                <a:rPr lang="fr-FR" sz="1000" spc="-10">
                  <a:effectLst/>
                  <a:latin typeface="Calibri" panose="020F0502020204030204" pitchFamily="34" charset="0"/>
                  <a:ea typeface="Calibri" panose="020F0502020204030204" pitchFamily="34" charset="0"/>
                </a:rPr>
                <a:t>Composant</a:t>
              </a:r>
              <a:endParaRPr lang="fr-FR" sz="1100">
                <a:effectLst/>
                <a:latin typeface="Calibri" panose="020F0502020204030204" pitchFamily="34" charset="0"/>
                <a:ea typeface="Calibri" panose="020F0502020204030204" pitchFamily="34" charset="0"/>
              </a:endParaRPr>
            </a:p>
            <a:p>
              <a:pPr marL="77470">
                <a:lnSpc>
                  <a:spcPts val="1200"/>
                </a:lnSpc>
                <a:spcBef>
                  <a:spcPts val="5"/>
                </a:spcBef>
                <a:spcAft>
                  <a:spcPts val="0"/>
                </a:spcAft>
              </a:pPr>
              <a:r>
                <a:rPr lang="fr-FR" sz="1000" spc="-10">
                  <a:solidFill>
                    <a:srgbClr val="FF0000"/>
                  </a:solidFill>
                  <a:effectLst/>
                  <a:latin typeface="Calibri" panose="020F0502020204030204" pitchFamily="34" charset="0"/>
                  <a:ea typeface="Calibri" panose="020F0502020204030204" pitchFamily="34" charset="0"/>
                </a:rPr>
                <a:t>&lt;Route&gt;</a:t>
              </a:r>
              <a:endParaRPr lang="fr-FR" sz="1100">
                <a:effectLst/>
                <a:latin typeface="Calibri" panose="020F0502020204030204" pitchFamily="34" charset="0"/>
                <a:ea typeface="Calibri" panose="020F0502020204030204" pitchFamily="34" charset="0"/>
              </a:endParaRPr>
            </a:p>
          </p:txBody>
        </p:sp>
        <p:sp>
          <p:nvSpPr>
            <p:cNvPr id="26" name="Textbox 33">
              <a:extLst>
                <a:ext uri="{FF2B5EF4-FFF2-40B4-BE49-F238E27FC236}">
                  <a16:creationId xmlns:a16="http://schemas.microsoft.com/office/drawing/2014/main" id="{FA70296D-A9B5-83AA-9331-675E4BFDB427}"/>
                </a:ext>
              </a:extLst>
            </p:cNvPr>
            <p:cNvSpPr txBox="1"/>
            <p:nvPr/>
          </p:nvSpPr>
          <p:spPr>
            <a:xfrm>
              <a:off x="3536569" y="2108200"/>
              <a:ext cx="684530" cy="638810"/>
            </a:xfrm>
            <a:prstGeom prst="rect">
              <a:avLst/>
            </a:prstGeom>
          </p:spPr>
          <p:txBody>
            <a:bodyPr wrap="square" lIns="0" tIns="0" rIns="0" bIns="0" rtlCol="0">
              <a:noAutofit/>
            </a:bodyPr>
            <a:lstStyle/>
            <a:p>
              <a:pPr marL="318135">
                <a:lnSpc>
                  <a:spcPts val="1015"/>
                </a:lnSpc>
              </a:pPr>
              <a:r>
                <a:rPr lang="fr-FR" sz="1000" spc="-10">
                  <a:solidFill>
                    <a:srgbClr val="FF0000"/>
                  </a:solidFill>
                  <a:effectLst/>
                  <a:latin typeface="Calibri" panose="020F0502020204030204" pitchFamily="34" charset="0"/>
                  <a:ea typeface="Calibri" panose="020F0502020204030204" pitchFamily="34" charset="0"/>
                </a:rPr>
                <a:t>/about</a:t>
              </a:r>
              <a:endParaRPr lang="fr-FR" sz="1100">
                <a:effectLst/>
                <a:latin typeface="Calibri" panose="020F0502020204030204" pitchFamily="34" charset="0"/>
                <a:ea typeface="Calibri" panose="020F0502020204030204" pitchFamily="34" charset="0"/>
              </a:endParaRPr>
            </a:p>
            <a:p>
              <a:pPr marR="93345" indent="137160">
                <a:lnSpc>
                  <a:spcPct val="106000"/>
                </a:lnSpc>
                <a:spcBef>
                  <a:spcPts val="180"/>
                </a:spcBef>
                <a:spcAft>
                  <a:spcPts val="0"/>
                </a:spcAft>
              </a:pPr>
              <a:r>
                <a:rPr lang="fr-FR" sz="1000" spc="-20">
                  <a:effectLst/>
                  <a:latin typeface="Calibri" panose="020F0502020204030204" pitchFamily="34" charset="0"/>
                  <a:ea typeface="Calibri" panose="020F0502020204030204" pitchFamily="34" charset="0"/>
                </a:rPr>
                <a:t>About </a:t>
              </a:r>
              <a:r>
                <a:rPr lang="fr-FR" sz="1000" spc="-10">
                  <a:effectLst/>
                  <a:latin typeface="Calibri" panose="020F0502020204030204" pitchFamily="34" charset="0"/>
                  <a:ea typeface="Calibri" panose="020F0502020204030204" pitchFamily="34" charset="0"/>
                </a:rPr>
                <a:t>Composant</a:t>
              </a:r>
              <a:endParaRPr lang="fr-FR" sz="1100">
                <a:effectLst/>
                <a:latin typeface="Calibri" panose="020F0502020204030204" pitchFamily="34" charset="0"/>
                <a:ea typeface="Calibri" panose="020F0502020204030204" pitchFamily="34" charset="0"/>
              </a:endParaRPr>
            </a:p>
            <a:p>
              <a:pPr marL="77470">
                <a:lnSpc>
                  <a:spcPts val="1200"/>
                </a:lnSpc>
                <a:spcBef>
                  <a:spcPts val="15"/>
                </a:spcBef>
                <a:spcAft>
                  <a:spcPts val="0"/>
                </a:spcAft>
              </a:pPr>
              <a:r>
                <a:rPr lang="fr-FR" sz="1000" spc="-10">
                  <a:solidFill>
                    <a:srgbClr val="FF0000"/>
                  </a:solidFill>
                  <a:effectLst/>
                  <a:latin typeface="Calibri" panose="020F0502020204030204" pitchFamily="34" charset="0"/>
                  <a:ea typeface="Calibri" panose="020F0502020204030204" pitchFamily="34" charset="0"/>
                </a:rPr>
                <a:t>&lt;Route&gt;</a:t>
              </a:r>
              <a:endParaRPr lang="fr-FR" sz="1100">
                <a:effectLst/>
                <a:latin typeface="Calibri" panose="020F0502020204030204" pitchFamily="34" charset="0"/>
                <a:ea typeface="Calibri" panose="020F0502020204030204" pitchFamily="34" charset="0"/>
              </a:endParaRPr>
            </a:p>
          </p:txBody>
        </p:sp>
        <p:sp>
          <p:nvSpPr>
            <p:cNvPr id="27" name="Textbox 34">
              <a:extLst>
                <a:ext uri="{FF2B5EF4-FFF2-40B4-BE49-F238E27FC236}">
                  <a16:creationId xmlns:a16="http://schemas.microsoft.com/office/drawing/2014/main" id="{1D2ED5A5-2CDE-2425-488A-7A29CD1C5BFB}"/>
                </a:ext>
              </a:extLst>
            </p:cNvPr>
            <p:cNvSpPr txBox="1"/>
            <p:nvPr/>
          </p:nvSpPr>
          <p:spPr>
            <a:xfrm>
              <a:off x="4481829" y="2076195"/>
              <a:ext cx="600710" cy="662940"/>
            </a:xfrm>
            <a:prstGeom prst="rect">
              <a:avLst/>
            </a:prstGeom>
          </p:spPr>
          <p:txBody>
            <a:bodyPr wrap="square" lIns="0" tIns="0" rIns="0" bIns="0" rtlCol="0">
              <a:noAutofit/>
            </a:bodyPr>
            <a:lstStyle/>
            <a:p>
              <a:pPr marL="159385" marR="10160" algn="ctr">
                <a:lnSpc>
                  <a:spcPts val="1015"/>
                </a:lnSpc>
                <a:spcAft>
                  <a:spcPts val="0"/>
                </a:spcAft>
              </a:pPr>
              <a:r>
                <a:rPr lang="fr-FR" sz="1000" spc="-10">
                  <a:solidFill>
                    <a:srgbClr val="FF0000"/>
                  </a:solidFill>
                  <a:effectLst/>
                  <a:latin typeface="Calibri" panose="020F0502020204030204" pitchFamily="34" charset="0"/>
                  <a:ea typeface="Calibri" panose="020F0502020204030204" pitchFamily="34" charset="0"/>
                </a:rPr>
                <a:t>/blog</a:t>
              </a:r>
              <a:endParaRPr lang="fr-FR" sz="1100">
                <a:effectLst/>
                <a:latin typeface="Calibri" panose="020F0502020204030204" pitchFamily="34" charset="0"/>
                <a:ea typeface="Calibri" panose="020F0502020204030204" pitchFamily="34" charset="0"/>
              </a:endParaRPr>
            </a:p>
            <a:p>
              <a:pPr marR="11430" indent="1905" algn="ctr">
                <a:lnSpc>
                  <a:spcPct val="106000"/>
                </a:lnSpc>
                <a:spcBef>
                  <a:spcPts val="375"/>
                </a:spcBef>
                <a:spcAft>
                  <a:spcPts val="0"/>
                </a:spcAft>
              </a:pPr>
              <a:r>
                <a:rPr lang="fr-FR" sz="1000" spc="-20">
                  <a:effectLst/>
                  <a:latin typeface="Calibri" panose="020F0502020204030204" pitchFamily="34" charset="0"/>
                  <a:ea typeface="Calibri" panose="020F0502020204030204" pitchFamily="34" charset="0"/>
                </a:rPr>
                <a:t>Blog </a:t>
              </a:r>
              <a:r>
                <a:rPr lang="fr-FR" sz="1000" spc="-10">
                  <a:effectLst/>
                  <a:latin typeface="Calibri" panose="020F0502020204030204" pitchFamily="34" charset="0"/>
                  <a:ea typeface="Calibri" panose="020F0502020204030204" pitchFamily="34" charset="0"/>
                </a:rPr>
                <a:t>Composant</a:t>
              </a:r>
              <a:endParaRPr lang="fr-FR" sz="1100">
                <a:effectLst/>
                <a:latin typeface="Calibri" panose="020F0502020204030204" pitchFamily="34" charset="0"/>
                <a:ea typeface="Calibri" panose="020F0502020204030204" pitchFamily="34" charset="0"/>
              </a:endParaRPr>
            </a:p>
            <a:p>
              <a:pPr marR="10160" algn="ctr">
                <a:lnSpc>
                  <a:spcPts val="1200"/>
                </a:lnSpc>
                <a:spcBef>
                  <a:spcPts val="15"/>
                </a:spcBef>
                <a:spcAft>
                  <a:spcPts val="0"/>
                </a:spcAft>
              </a:pPr>
              <a:r>
                <a:rPr lang="fr-FR" sz="1000" spc="-10">
                  <a:solidFill>
                    <a:srgbClr val="FF0000"/>
                  </a:solidFill>
                  <a:effectLst/>
                  <a:latin typeface="Calibri" panose="020F0502020204030204" pitchFamily="34" charset="0"/>
                  <a:ea typeface="Calibri" panose="020F0502020204030204" pitchFamily="34" charset="0"/>
                </a:rPr>
                <a:t>&lt;Route&gt;</a:t>
              </a:r>
              <a:endParaRPr lang="fr-FR" sz="1100">
                <a:effectLst/>
                <a:latin typeface="Calibri" panose="020F0502020204030204" pitchFamily="34" charset="0"/>
                <a:ea typeface="Calibri" panose="020F0502020204030204" pitchFamily="34" charset="0"/>
              </a:endParaRPr>
            </a:p>
          </p:txBody>
        </p:sp>
        <p:sp>
          <p:nvSpPr>
            <p:cNvPr id="28" name="Textbox 35">
              <a:extLst>
                <a:ext uri="{FF2B5EF4-FFF2-40B4-BE49-F238E27FC236}">
                  <a16:creationId xmlns:a16="http://schemas.microsoft.com/office/drawing/2014/main" id="{E8058254-6F49-220B-DA65-619855C147E0}"/>
                </a:ext>
              </a:extLst>
            </p:cNvPr>
            <p:cNvSpPr txBox="1"/>
            <p:nvPr/>
          </p:nvSpPr>
          <p:spPr>
            <a:xfrm>
              <a:off x="3273552" y="725423"/>
              <a:ext cx="1460500" cy="527685"/>
            </a:xfrm>
            <a:prstGeom prst="rect">
              <a:avLst/>
            </a:prstGeom>
            <a:solidFill>
              <a:srgbClr val="F1F1F1"/>
            </a:solidFill>
            <a:ln w="12192">
              <a:solidFill>
                <a:srgbClr val="FFFFFF"/>
              </a:solidFill>
              <a:prstDash val="solid"/>
            </a:ln>
          </p:spPr>
          <p:txBody>
            <a:bodyPr wrap="square" lIns="0" tIns="0" rIns="0" bIns="0" rtlCol="0">
              <a:noAutofit/>
            </a:bodyPr>
            <a:lstStyle/>
            <a:p>
              <a:pPr marL="438150">
                <a:spcBef>
                  <a:spcPts val="145"/>
                </a:spcBef>
                <a:spcAft>
                  <a:spcPts val="0"/>
                </a:spcAft>
              </a:pPr>
              <a:r>
                <a:rPr lang="fr-FR" sz="1100" spc="-10">
                  <a:solidFill>
                    <a:srgbClr val="FF0000"/>
                  </a:solidFill>
                  <a:effectLst/>
                  <a:latin typeface="Calibri" panose="020F0502020204030204" pitchFamily="34" charset="0"/>
                  <a:ea typeface="Calibri" panose="020F0502020204030204" pitchFamily="34" charset="0"/>
                </a:rPr>
                <a:t>&lt;BrowserRouter&gt;</a:t>
              </a:r>
              <a:endParaRPr lang="fr-FR" sz="1100">
                <a:effectLst/>
                <a:latin typeface="Calibri" panose="020F0502020204030204" pitchFamily="34" charset="0"/>
                <a:ea typeface="Calibri" panose="020F0502020204030204" pitchFamily="34" charset="0"/>
              </a:endParaRPr>
            </a:p>
          </p:txBody>
        </p:sp>
      </p:grpSp>
      <p:sp>
        <p:nvSpPr>
          <p:cNvPr id="29" name="ZoneTexte 28">
            <a:extLst>
              <a:ext uri="{FF2B5EF4-FFF2-40B4-BE49-F238E27FC236}">
                <a16:creationId xmlns:a16="http://schemas.microsoft.com/office/drawing/2014/main" id="{3EB22875-58A2-1211-76DB-6C18CB32D896}"/>
              </a:ext>
            </a:extLst>
          </p:cNvPr>
          <p:cNvSpPr txBox="1"/>
          <p:nvPr/>
        </p:nvSpPr>
        <p:spPr>
          <a:xfrm>
            <a:off x="393199" y="4175377"/>
            <a:ext cx="8347232" cy="369332"/>
          </a:xfrm>
          <a:prstGeom prst="rect">
            <a:avLst/>
          </a:prstGeom>
          <a:noFill/>
        </p:spPr>
        <p:txBody>
          <a:bodyPr wrap="square">
            <a:spAutoFit/>
          </a:bodyPr>
          <a:lstStyle/>
          <a:p>
            <a:pPr marL="0" lvl="1" algn="l" rtl="0">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Etape 1: </a:t>
            </a:r>
            <a:r>
              <a:rPr lang="fr-FR" sz="1800" dirty="0">
                <a:effectLst/>
                <a:latin typeface="Calibri" panose="020F0502020204030204" pitchFamily="34" charset="0"/>
                <a:ea typeface="Calibri" panose="020F0502020204030204" pitchFamily="34" charset="0"/>
              </a:rPr>
              <a:t>Créer</a:t>
            </a:r>
            <a:r>
              <a:rPr lang="fr-FR" sz="1800" spc="-10" dirty="0">
                <a:effectLst/>
                <a:latin typeface="Calibri" panose="020F0502020204030204" pitchFamily="34" charset="0"/>
                <a:ea typeface="Calibri" panose="020F0502020204030204" pitchFamily="34" charset="0"/>
              </a:rPr>
              <a:t> </a:t>
            </a:r>
            <a:r>
              <a:rPr lang="fr-FR" sz="1800" dirty="0">
                <a:effectLst/>
                <a:latin typeface="Calibri" panose="020F0502020204030204" pitchFamily="34" charset="0"/>
                <a:ea typeface="Calibri" panose="020F0502020204030204" pitchFamily="34" charset="0"/>
              </a:rPr>
              <a:t>un</a:t>
            </a:r>
            <a:r>
              <a:rPr lang="fr-FR" sz="1800" spc="-20" dirty="0">
                <a:effectLst/>
                <a:latin typeface="Calibri" panose="020F0502020204030204" pitchFamily="34" charset="0"/>
                <a:ea typeface="Calibri" panose="020F0502020204030204" pitchFamily="34" charset="0"/>
              </a:rPr>
              <a:t> </a:t>
            </a:r>
            <a:r>
              <a:rPr lang="fr-FR" sz="1800" dirty="0">
                <a:effectLst/>
                <a:latin typeface="Calibri" panose="020F0502020204030204" pitchFamily="34" charset="0"/>
                <a:ea typeface="Calibri" panose="020F0502020204030204" pitchFamily="34" charset="0"/>
              </a:rPr>
              <a:t>projet</a:t>
            </a:r>
            <a:r>
              <a:rPr lang="fr-FR" sz="1800" spc="-5" dirty="0">
                <a:latin typeface="Calibri" panose="020F0502020204030204" pitchFamily="34" charset="0"/>
                <a:ea typeface="Calibri" panose="020F0502020204030204" pitchFamily="34" charset="0"/>
              </a:rPr>
              <a:t> exemple</a:t>
            </a:r>
            <a:r>
              <a:rPr lang="fr-FR" sz="1800" dirty="0">
                <a:effectLst/>
                <a:latin typeface="Calibri" panose="020F0502020204030204" pitchFamily="34" charset="0"/>
                <a:ea typeface="Calibri" panose="020F0502020204030204" pitchFamily="34" charset="0"/>
              </a:rPr>
              <a:t>-router</a:t>
            </a:r>
            <a:r>
              <a:rPr lang="fr-FR" sz="1800" spc="-10" dirty="0">
                <a:effectLst/>
                <a:latin typeface="Calibri" panose="020F0502020204030204" pitchFamily="34" charset="0"/>
                <a:ea typeface="Calibri" panose="020F0502020204030204" pitchFamily="34" charset="0"/>
              </a:rPr>
              <a:t> </a:t>
            </a:r>
            <a:r>
              <a:rPr lang="fr-FR" sz="1800" dirty="0">
                <a:effectLst/>
                <a:latin typeface="Calibri" panose="020F0502020204030204" pitchFamily="34" charset="0"/>
                <a:ea typeface="Calibri" panose="020F0502020204030204" pitchFamily="34" charset="0"/>
              </a:rPr>
              <a:t>et</a:t>
            </a:r>
            <a:r>
              <a:rPr lang="fr-FR" sz="1800" spc="-15" dirty="0">
                <a:effectLst/>
                <a:latin typeface="Calibri" panose="020F0502020204030204" pitchFamily="34" charset="0"/>
                <a:ea typeface="Calibri" panose="020F0502020204030204" pitchFamily="34" charset="0"/>
              </a:rPr>
              <a:t> </a:t>
            </a:r>
            <a:r>
              <a:rPr lang="fr-FR" sz="1800" dirty="0">
                <a:effectLst/>
                <a:latin typeface="Calibri" panose="020F0502020204030204" pitchFamily="34" charset="0"/>
                <a:ea typeface="Calibri" panose="020F0502020204030204" pitchFamily="34" charset="0"/>
              </a:rPr>
              <a:t>installer</a:t>
            </a:r>
            <a:r>
              <a:rPr lang="fr-FR" sz="1800" spc="-10" dirty="0">
                <a:effectLst/>
                <a:latin typeface="Calibri" panose="020F0502020204030204" pitchFamily="34" charset="0"/>
                <a:ea typeface="Calibri" panose="020F0502020204030204" pitchFamily="34" charset="0"/>
              </a:rPr>
              <a:t> </a:t>
            </a:r>
            <a:r>
              <a:rPr lang="fr-FR" sz="1800" dirty="0" err="1">
                <a:effectLst/>
                <a:latin typeface="Calibri" panose="020F0502020204030204" pitchFamily="34" charset="0"/>
                <a:ea typeface="Calibri" panose="020F0502020204030204" pitchFamily="34" charset="0"/>
              </a:rPr>
              <a:t>react</a:t>
            </a:r>
            <a:r>
              <a:rPr lang="fr-FR" sz="1800" dirty="0">
                <a:effectLst/>
                <a:latin typeface="Calibri" panose="020F0502020204030204" pitchFamily="34" charset="0"/>
                <a:ea typeface="Calibri" panose="020F0502020204030204" pitchFamily="34" charset="0"/>
              </a:rPr>
              <a:t>-</a:t>
            </a:r>
            <a:r>
              <a:rPr lang="fr-FR" sz="1800" spc="-10" dirty="0">
                <a:effectLst/>
                <a:latin typeface="Calibri" panose="020F0502020204030204" pitchFamily="34" charset="0"/>
                <a:ea typeface="Calibri" panose="020F0502020204030204" pitchFamily="34" charset="0"/>
              </a:rPr>
              <a:t>router</a:t>
            </a:r>
            <a:endParaRPr lang="fr-FR" sz="1800" dirty="0">
              <a:effectLst/>
              <a:latin typeface="Calibri" panose="020F0502020204030204" pitchFamily="34" charset="0"/>
              <a:ea typeface="Calibri" panose="020F0502020204030204" pitchFamily="34" charset="0"/>
            </a:endParaRPr>
          </a:p>
        </p:txBody>
      </p:sp>
      <p:sp>
        <p:nvSpPr>
          <p:cNvPr id="31" name="Textbox 36">
            <a:extLst>
              <a:ext uri="{FF2B5EF4-FFF2-40B4-BE49-F238E27FC236}">
                <a16:creationId xmlns:a16="http://schemas.microsoft.com/office/drawing/2014/main" id="{9A1DD7E6-7079-640D-3EEF-949D824B3E2D}"/>
              </a:ext>
            </a:extLst>
          </p:cNvPr>
          <p:cNvSpPr txBox="1">
            <a:spLocks/>
          </p:cNvSpPr>
          <p:nvPr/>
        </p:nvSpPr>
        <p:spPr>
          <a:xfrm>
            <a:off x="2036678" y="4617821"/>
            <a:ext cx="5527040" cy="763905"/>
          </a:xfrm>
          <a:prstGeom prst="rect">
            <a:avLst/>
          </a:prstGeom>
          <a:solidFill>
            <a:srgbClr val="404040"/>
          </a:solidFill>
        </p:spPr>
        <p:txBody>
          <a:bodyPr wrap="none" lIns="0" tIns="0" rIns="0" bIns="0" rtlCol="0">
            <a:noAutofit/>
          </a:bodyPr>
          <a:lstStyle/>
          <a:p>
            <a:pPr marL="68580" marR="3325495" algn="l">
              <a:lnSpc>
                <a:spcPct val="120000"/>
              </a:lnSpc>
              <a:spcBef>
                <a:spcPts val="500"/>
              </a:spcBef>
              <a:spcAft>
                <a:spcPts val="0"/>
              </a:spcAft>
            </a:pPr>
            <a:r>
              <a:rPr lang="en-US" sz="1200" dirty="0" err="1">
                <a:solidFill>
                  <a:srgbClr val="FFFFFF"/>
                </a:solidFill>
                <a:effectLst/>
                <a:latin typeface="Calibri" panose="020F0502020204030204" pitchFamily="34" charset="0"/>
                <a:ea typeface="Calibri" panose="020F0502020204030204" pitchFamily="34" charset="0"/>
              </a:rPr>
              <a:t>npx</a:t>
            </a:r>
            <a:r>
              <a:rPr lang="en-US" sz="1200" spc="-70" dirty="0">
                <a:solidFill>
                  <a:srgbClr val="FFFFFF"/>
                </a:solidFill>
                <a:effectLst/>
                <a:latin typeface="Calibri" panose="020F0502020204030204" pitchFamily="34" charset="0"/>
                <a:ea typeface="Calibri" panose="020F0502020204030204" pitchFamily="34" charset="0"/>
              </a:rPr>
              <a:t> </a:t>
            </a:r>
            <a:r>
              <a:rPr lang="en-US" sz="1200" dirty="0">
                <a:solidFill>
                  <a:srgbClr val="FFFFFF"/>
                </a:solidFill>
                <a:effectLst/>
                <a:latin typeface="Calibri" panose="020F0502020204030204" pitchFamily="34" charset="0"/>
                <a:ea typeface="Calibri" panose="020F0502020204030204" pitchFamily="34" charset="0"/>
              </a:rPr>
              <a:t>create-react-app</a:t>
            </a:r>
            <a:r>
              <a:rPr lang="en-US" sz="1200" spc="-70" dirty="0">
                <a:solidFill>
                  <a:srgbClr val="FFFFFF"/>
                </a:solidFill>
                <a:effectLst/>
                <a:latin typeface="Calibri" panose="020F0502020204030204" pitchFamily="34" charset="0"/>
                <a:ea typeface="Calibri" panose="020F0502020204030204" pitchFamily="34" charset="0"/>
              </a:rPr>
              <a:t>  exemple</a:t>
            </a:r>
            <a:r>
              <a:rPr lang="en-US" sz="1200" dirty="0">
                <a:solidFill>
                  <a:srgbClr val="FFFFFF"/>
                </a:solidFill>
                <a:effectLst/>
                <a:latin typeface="Calibri" panose="020F0502020204030204" pitchFamily="34" charset="0"/>
                <a:ea typeface="Calibri" panose="020F0502020204030204" pitchFamily="34" charset="0"/>
              </a:rPr>
              <a:t>-router</a:t>
            </a:r>
          </a:p>
          <a:p>
            <a:pPr marL="68580" marR="3325495" algn="l">
              <a:lnSpc>
                <a:spcPct val="120000"/>
              </a:lnSpc>
              <a:spcBef>
                <a:spcPts val="500"/>
              </a:spcBef>
              <a:spcAft>
                <a:spcPts val="0"/>
              </a:spcAft>
            </a:pPr>
            <a:r>
              <a:rPr lang="en-US" sz="1200" dirty="0">
                <a:solidFill>
                  <a:srgbClr val="FFFFFF"/>
                </a:solidFill>
                <a:effectLst/>
                <a:latin typeface="Calibri" panose="020F0502020204030204" pitchFamily="34" charset="0"/>
                <a:ea typeface="Calibri" panose="020F0502020204030204" pitchFamily="34" charset="0"/>
              </a:rPr>
              <a:t>cd </a:t>
            </a:r>
            <a:r>
              <a:rPr lang="en-US" sz="1200" dirty="0" err="1">
                <a:solidFill>
                  <a:srgbClr val="FFFFFF"/>
                </a:solidFill>
                <a:effectLst/>
                <a:latin typeface="Calibri" panose="020F0502020204030204" pitchFamily="34" charset="0"/>
                <a:ea typeface="Calibri" panose="020F0502020204030204" pitchFamily="34" charset="0"/>
              </a:rPr>
              <a:t>exemle</a:t>
            </a:r>
            <a:r>
              <a:rPr lang="en-US" sz="1200" dirty="0">
                <a:solidFill>
                  <a:srgbClr val="FFFFFF"/>
                </a:solidFill>
                <a:effectLst/>
                <a:latin typeface="Calibri" panose="020F0502020204030204" pitchFamily="34" charset="0"/>
                <a:ea typeface="Calibri" panose="020F0502020204030204" pitchFamily="34" charset="0"/>
              </a:rPr>
              <a:t>-router</a:t>
            </a:r>
            <a:endParaRPr lang="fr-FR" sz="1200" dirty="0">
              <a:effectLst/>
              <a:latin typeface="Calibri" panose="020F0502020204030204" pitchFamily="34" charset="0"/>
              <a:ea typeface="Calibri" panose="020F0502020204030204" pitchFamily="34" charset="0"/>
            </a:endParaRPr>
          </a:p>
          <a:p>
            <a:pPr marL="68580" algn="l">
              <a:lnSpc>
                <a:spcPts val="1450"/>
              </a:lnSpc>
            </a:pPr>
            <a:r>
              <a:rPr lang="fr-FR" sz="1200" dirty="0" err="1">
                <a:solidFill>
                  <a:srgbClr val="FFFFFF"/>
                </a:solidFill>
                <a:effectLst/>
                <a:latin typeface="Calibri" panose="020F0502020204030204" pitchFamily="34" charset="0"/>
                <a:ea typeface="Calibri" panose="020F0502020204030204" pitchFamily="34" charset="0"/>
              </a:rPr>
              <a:t>install</a:t>
            </a:r>
            <a:r>
              <a:rPr lang="fr-FR" sz="1200" spc="-25" dirty="0">
                <a:solidFill>
                  <a:srgbClr val="FFFFFF"/>
                </a:solidFill>
                <a:effectLst/>
                <a:latin typeface="Calibri" panose="020F0502020204030204" pitchFamily="34" charset="0"/>
                <a:ea typeface="Calibri" panose="020F0502020204030204" pitchFamily="34" charset="0"/>
              </a:rPr>
              <a:t> </a:t>
            </a:r>
            <a:r>
              <a:rPr lang="fr-FR" sz="1200" dirty="0">
                <a:solidFill>
                  <a:srgbClr val="FFFFFF"/>
                </a:solidFill>
                <a:effectLst/>
                <a:latin typeface="Calibri" panose="020F0502020204030204" pitchFamily="34" charset="0"/>
                <a:ea typeface="Calibri" panose="020F0502020204030204" pitchFamily="34" charset="0"/>
              </a:rPr>
              <a:t>--</a:t>
            </a:r>
            <a:r>
              <a:rPr lang="fr-FR" sz="1200" dirty="0" err="1">
                <a:solidFill>
                  <a:srgbClr val="FFFFFF"/>
                </a:solidFill>
                <a:effectLst/>
                <a:latin typeface="Calibri" panose="020F0502020204030204" pitchFamily="34" charset="0"/>
                <a:ea typeface="Calibri" panose="020F0502020204030204" pitchFamily="34" charset="0"/>
              </a:rPr>
              <a:t>save</a:t>
            </a:r>
            <a:r>
              <a:rPr lang="fr-FR" sz="1200" spc="-25" dirty="0">
                <a:solidFill>
                  <a:srgbClr val="FFFFFF"/>
                </a:solidFill>
                <a:effectLst/>
                <a:latin typeface="Calibri" panose="020F0502020204030204" pitchFamily="34" charset="0"/>
                <a:ea typeface="Calibri" panose="020F0502020204030204" pitchFamily="34" charset="0"/>
              </a:rPr>
              <a:t> </a:t>
            </a:r>
            <a:r>
              <a:rPr lang="fr-FR" sz="1200" dirty="0" err="1">
                <a:solidFill>
                  <a:srgbClr val="FFFFFF"/>
                </a:solidFill>
                <a:effectLst/>
                <a:latin typeface="Calibri" panose="020F0502020204030204" pitchFamily="34" charset="0"/>
                <a:ea typeface="Calibri" panose="020F0502020204030204" pitchFamily="34" charset="0"/>
              </a:rPr>
              <a:t>react</a:t>
            </a:r>
            <a:r>
              <a:rPr lang="fr-FR" sz="1200" dirty="0">
                <a:solidFill>
                  <a:srgbClr val="FFFFFF"/>
                </a:solidFill>
                <a:effectLst/>
                <a:latin typeface="Calibri" panose="020F0502020204030204" pitchFamily="34" charset="0"/>
                <a:ea typeface="Calibri" panose="020F0502020204030204" pitchFamily="34" charset="0"/>
              </a:rPr>
              <a:t>-router-</a:t>
            </a:r>
            <a:r>
              <a:rPr lang="fr-FR" sz="1200" spc="-25" dirty="0">
                <a:solidFill>
                  <a:srgbClr val="FFFFFF"/>
                </a:solidFill>
                <a:effectLst/>
                <a:latin typeface="Calibri" panose="020F0502020204030204" pitchFamily="34" charset="0"/>
                <a:ea typeface="Calibri" panose="020F0502020204030204" pitchFamily="34" charset="0"/>
              </a:rPr>
              <a:t>dom</a:t>
            </a:r>
            <a:endParaRPr lang="fr-FR" sz="12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416018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Routing</a:t>
            </a:r>
            <a:r>
              <a:rPr lang="fr-FR" sz="2400" b="1" dirty="0">
                <a:solidFill>
                  <a:schemeClr val="accent1">
                    <a:lumMod val="75000"/>
                  </a:schemeClr>
                </a:solidFill>
              </a:rPr>
              <a:t> avec </a:t>
            </a:r>
            <a:r>
              <a:rPr lang="fr-FR" sz="2400" b="1" dirty="0" err="1">
                <a:solidFill>
                  <a:schemeClr val="accent1">
                    <a:lumMod val="75000"/>
                  </a:schemeClr>
                </a:solidFill>
              </a:rPr>
              <a:t>React</a:t>
            </a:r>
            <a:r>
              <a:rPr lang="fr-FR" sz="2400" b="1" dirty="0">
                <a:solidFill>
                  <a:schemeClr val="accent1">
                    <a:lumMod val="75000"/>
                  </a:schemeClr>
                </a:solidFill>
              </a:rPr>
              <a:t> Router</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9" name="ZoneTexte 28">
            <a:extLst>
              <a:ext uri="{FF2B5EF4-FFF2-40B4-BE49-F238E27FC236}">
                <a16:creationId xmlns:a16="http://schemas.microsoft.com/office/drawing/2014/main" id="{3EB22875-58A2-1211-76DB-6C18CB32D896}"/>
              </a:ext>
            </a:extLst>
          </p:cNvPr>
          <p:cNvSpPr txBox="1"/>
          <p:nvPr/>
        </p:nvSpPr>
        <p:spPr>
          <a:xfrm>
            <a:off x="88900" y="913440"/>
            <a:ext cx="8347232" cy="615553"/>
          </a:xfrm>
          <a:prstGeom prst="rect">
            <a:avLst/>
          </a:prstGeom>
          <a:noFill/>
        </p:spPr>
        <p:txBody>
          <a:bodyPr wrap="square">
            <a:spAutoFit/>
          </a:bodyPr>
          <a:lstStyle/>
          <a:p>
            <a:pPr marL="0" lvl="1" algn="l">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Etape 2: </a:t>
            </a:r>
            <a:r>
              <a:rPr lang="fr-FR" dirty="0"/>
              <a:t>Supprime tous les contenus des deux fichiers </a:t>
            </a:r>
            <a:r>
              <a:rPr lang="fr-FR" b="1" i="1" u="sng" dirty="0"/>
              <a:t>App.css</a:t>
            </a:r>
            <a:r>
              <a:rPr lang="fr-FR" b="1" i="1" dirty="0"/>
              <a:t> </a:t>
            </a:r>
            <a:r>
              <a:rPr lang="fr-FR" dirty="0"/>
              <a:t>&amp; </a:t>
            </a:r>
            <a:r>
              <a:rPr lang="fr-FR" b="1" i="1" u="sng" dirty="0"/>
              <a:t>App.js</a:t>
            </a:r>
            <a:r>
              <a:rPr lang="fr-FR" dirty="0"/>
              <a:t>, nous allons écrire le code de ces deux fichiers.</a:t>
            </a:r>
          </a:p>
        </p:txBody>
      </p:sp>
      <p:sp>
        <p:nvSpPr>
          <p:cNvPr id="33" name="ZoneTexte 32">
            <a:extLst>
              <a:ext uri="{FF2B5EF4-FFF2-40B4-BE49-F238E27FC236}">
                <a16:creationId xmlns:a16="http://schemas.microsoft.com/office/drawing/2014/main" id="{2BD4017F-A69D-671B-CE97-51E6D76157EF}"/>
              </a:ext>
            </a:extLst>
          </p:cNvPr>
          <p:cNvSpPr txBox="1"/>
          <p:nvPr/>
        </p:nvSpPr>
        <p:spPr>
          <a:xfrm>
            <a:off x="184732" y="1800849"/>
            <a:ext cx="3674036" cy="1790649"/>
          </a:xfrm>
          <a:prstGeom prst="rect">
            <a:avLst/>
          </a:prstGeom>
          <a:noFill/>
          <a:ln>
            <a:solidFill>
              <a:schemeClr val="tx2"/>
            </a:solidFill>
          </a:ln>
        </p:spPr>
        <p:txBody>
          <a:bodyPr wrap="none">
            <a:noAutofit/>
          </a:bodyPr>
          <a:lstStyle/>
          <a:p>
            <a:pPr marL="318135" algn="l">
              <a:spcBef>
                <a:spcPts val="600"/>
              </a:spcBef>
            </a:pPr>
            <a:r>
              <a:rPr lang="en-US" b="1" i="1" u="sng" spc="-10" dirty="0">
                <a:effectLst/>
                <a:uFill>
                  <a:solidFill>
                    <a:srgbClr val="000000"/>
                  </a:solidFill>
                </a:uFill>
                <a:latin typeface="+mn-lt"/>
                <a:ea typeface="Calibri" panose="020F0502020204030204" pitchFamily="34" charset="0"/>
              </a:rPr>
              <a:t>App.css</a:t>
            </a:r>
            <a:endParaRPr lang="fr-FR" b="1" i="1" u="sng" dirty="0">
              <a:effectLst/>
              <a:uFill>
                <a:solidFill>
                  <a:srgbClr val="000000"/>
                </a:solidFill>
              </a:uFill>
              <a:latin typeface="+mn-lt"/>
              <a:ea typeface="Calibri" panose="020F0502020204030204" pitchFamily="34" charset="0"/>
            </a:endParaRPr>
          </a:p>
          <a:p>
            <a:pPr marL="386715" algn="l">
              <a:spcBef>
                <a:spcPts val="1150"/>
              </a:spcBef>
              <a:spcAft>
                <a:spcPts val="0"/>
              </a:spcAft>
            </a:pPr>
            <a:r>
              <a:rPr lang="en-US" dirty="0">
                <a:solidFill>
                  <a:srgbClr val="800000"/>
                </a:solidFill>
                <a:effectLst/>
                <a:latin typeface="+mn-lt"/>
                <a:ea typeface="Calibri" panose="020F0502020204030204" pitchFamily="34" charset="0"/>
              </a:rPr>
              <a:t>.main-route-place</a:t>
            </a:r>
            <a:r>
              <a:rPr lang="en-US" spc="-70" dirty="0">
                <a:solidFill>
                  <a:srgbClr val="800000"/>
                </a:solidFill>
                <a:effectLst/>
                <a:latin typeface="+mn-lt"/>
                <a:ea typeface="Calibri" panose="020F0502020204030204" pitchFamily="34" charset="0"/>
              </a:rPr>
              <a:t> </a:t>
            </a:r>
            <a:r>
              <a:rPr lang="en-US" spc="-50" dirty="0">
                <a:effectLst/>
                <a:latin typeface="+mn-lt"/>
                <a:ea typeface="Calibri" panose="020F0502020204030204" pitchFamily="34" charset="0"/>
              </a:rPr>
              <a:t>{</a:t>
            </a:r>
            <a:endParaRPr lang="fr-FR" dirty="0">
              <a:effectLst/>
              <a:latin typeface="+mn-lt"/>
              <a:ea typeface="Calibri" panose="020F0502020204030204" pitchFamily="34" charset="0"/>
            </a:endParaRPr>
          </a:p>
          <a:p>
            <a:pPr marL="540385" marR="2771140" algn="l">
              <a:lnSpc>
                <a:spcPct val="110000"/>
              </a:lnSpc>
              <a:spcBef>
                <a:spcPts val="125"/>
              </a:spcBef>
              <a:spcAft>
                <a:spcPts val="0"/>
              </a:spcAft>
            </a:pPr>
            <a:r>
              <a:rPr lang="en-US" dirty="0">
                <a:solidFill>
                  <a:srgbClr val="FF0000"/>
                </a:solidFill>
                <a:effectLst/>
                <a:latin typeface="+mn-lt"/>
                <a:ea typeface="Calibri" panose="020F0502020204030204" pitchFamily="34" charset="0"/>
              </a:rPr>
              <a:t>border</a:t>
            </a:r>
            <a:r>
              <a:rPr lang="en-US" dirty="0">
                <a:effectLst/>
                <a:latin typeface="+mn-lt"/>
                <a:ea typeface="Calibri" panose="020F0502020204030204" pitchFamily="34" charset="0"/>
              </a:rPr>
              <a:t>:</a:t>
            </a:r>
            <a:r>
              <a:rPr lang="en-US" spc="-50" dirty="0">
                <a:effectLst/>
                <a:latin typeface="+mn-lt"/>
                <a:ea typeface="Calibri" panose="020F0502020204030204" pitchFamily="34" charset="0"/>
              </a:rPr>
              <a:t> </a:t>
            </a:r>
            <a:r>
              <a:rPr lang="en-US" dirty="0">
                <a:solidFill>
                  <a:srgbClr val="098557"/>
                </a:solidFill>
                <a:effectLst/>
                <a:latin typeface="+mn-lt"/>
                <a:ea typeface="Calibri" panose="020F0502020204030204" pitchFamily="34" charset="0"/>
              </a:rPr>
              <a:t>1px</a:t>
            </a:r>
            <a:r>
              <a:rPr lang="en-US" spc="-40" dirty="0">
                <a:solidFill>
                  <a:srgbClr val="098557"/>
                </a:solidFill>
                <a:effectLst/>
                <a:latin typeface="+mn-lt"/>
                <a:ea typeface="Calibri" panose="020F0502020204030204" pitchFamily="34" charset="0"/>
              </a:rPr>
              <a:t> </a:t>
            </a:r>
            <a:r>
              <a:rPr lang="en-US" dirty="0">
                <a:solidFill>
                  <a:srgbClr val="0451A4"/>
                </a:solidFill>
                <a:effectLst/>
                <a:latin typeface="+mn-lt"/>
                <a:ea typeface="Calibri" panose="020F0502020204030204" pitchFamily="34" charset="0"/>
              </a:rPr>
              <a:t>solid</a:t>
            </a:r>
            <a:r>
              <a:rPr lang="en-US" spc="400" dirty="0">
                <a:solidFill>
                  <a:srgbClr val="0451A4"/>
                </a:solidFill>
                <a:effectLst/>
                <a:latin typeface="+mn-lt"/>
                <a:ea typeface="Calibri" panose="020F0502020204030204" pitchFamily="34" charset="0"/>
              </a:rPr>
              <a:t> </a:t>
            </a:r>
            <a:r>
              <a:rPr lang="en-US" dirty="0">
                <a:solidFill>
                  <a:srgbClr val="0451A4"/>
                </a:solidFill>
                <a:effectLst/>
                <a:latin typeface="+mn-lt"/>
                <a:ea typeface="Calibri" panose="020F0502020204030204" pitchFamily="34" charset="0"/>
              </a:rPr>
              <a:t>#bb8fce</a:t>
            </a:r>
            <a:r>
              <a:rPr lang="en-US" dirty="0">
                <a:effectLst/>
                <a:latin typeface="+mn-lt"/>
                <a:ea typeface="Calibri" panose="020F0502020204030204" pitchFamily="34" charset="0"/>
              </a:rPr>
              <a:t>;</a:t>
            </a:r>
          </a:p>
          <a:p>
            <a:pPr marL="540385" marR="2771140" algn="l">
              <a:lnSpc>
                <a:spcPct val="110000"/>
              </a:lnSpc>
              <a:spcBef>
                <a:spcPts val="125"/>
              </a:spcBef>
              <a:spcAft>
                <a:spcPts val="0"/>
              </a:spcAft>
            </a:pPr>
            <a:r>
              <a:rPr lang="en-US" spc="-10" dirty="0">
                <a:solidFill>
                  <a:srgbClr val="FF0000"/>
                </a:solidFill>
                <a:effectLst/>
                <a:latin typeface="+mn-lt"/>
                <a:ea typeface="Calibri" panose="020F0502020204030204" pitchFamily="34" charset="0"/>
              </a:rPr>
              <a:t>margin</a:t>
            </a:r>
            <a:r>
              <a:rPr lang="en-US" spc="-10" dirty="0">
                <a:effectLst/>
                <a:latin typeface="+mn-lt"/>
                <a:ea typeface="Calibri" panose="020F0502020204030204" pitchFamily="34" charset="0"/>
              </a:rPr>
              <a:t>:</a:t>
            </a:r>
            <a:r>
              <a:rPr lang="en-US" spc="-10" dirty="0">
                <a:solidFill>
                  <a:srgbClr val="098557"/>
                </a:solidFill>
                <a:effectLst/>
                <a:latin typeface="+mn-lt"/>
                <a:ea typeface="Calibri" panose="020F0502020204030204" pitchFamily="34" charset="0"/>
              </a:rPr>
              <a:t>10px</a:t>
            </a:r>
            <a:r>
              <a:rPr lang="en-US" spc="-10" dirty="0">
                <a:effectLst/>
                <a:latin typeface="+mn-lt"/>
                <a:ea typeface="Calibri" panose="020F0502020204030204" pitchFamily="34" charset="0"/>
              </a:rPr>
              <a:t>;</a:t>
            </a:r>
            <a:endParaRPr lang="fr-FR" dirty="0">
              <a:effectLst/>
              <a:latin typeface="+mn-lt"/>
              <a:ea typeface="Calibri" panose="020F0502020204030204" pitchFamily="34" charset="0"/>
            </a:endParaRPr>
          </a:p>
          <a:p>
            <a:pPr marL="540385" algn="l">
              <a:lnSpc>
                <a:spcPts val="1285"/>
              </a:lnSpc>
            </a:pPr>
            <a:r>
              <a:rPr lang="en-US" dirty="0">
                <a:solidFill>
                  <a:srgbClr val="FF0000"/>
                </a:solidFill>
                <a:effectLst/>
                <a:latin typeface="+mn-lt"/>
                <a:ea typeface="Calibri" panose="020F0502020204030204" pitchFamily="34" charset="0"/>
              </a:rPr>
              <a:t>padding</a:t>
            </a:r>
            <a:r>
              <a:rPr lang="en-US" dirty="0">
                <a:effectLst/>
                <a:latin typeface="+mn-lt"/>
                <a:ea typeface="Calibri" panose="020F0502020204030204" pitchFamily="34" charset="0"/>
              </a:rPr>
              <a:t>:</a:t>
            </a:r>
            <a:r>
              <a:rPr lang="en-US" spc="-35" dirty="0">
                <a:effectLst/>
                <a:latin typeface="+mn-lt"/>
                <a:ea typeface="Calibri" panose="020F0502020204030204" pitchFamily="34" charset="0"/>
              </a:rPr>
              <a:t> </a:t>
            </a:r>
            <a:r>
              <a:rPr lang="en-US" spc="-20" dirty="0">
                <a:solidFill>
                  <a:srgbClr val="098557"/>
                </a:solidFill>
                <a:effectLst/>
                <a:latin typeface="+mn-lt"/>
                <a:ea typeface="Calibri" panose="020F0502020204030204" pitchFamily="34" charset="0"/>
              </a:rPr>
              <a:t>5px</a:t>
            </a:r>
            <a:r>
              <a:rPr lang="en-US" spc="-20" dirty="0">
                <a:effectLst/>
                <a:latin typeface="+mn-lt"/>
                <a:ea typeface="Calibri" panose="020F0502020204030204" pitchFamily="34" charset="0"/>
              </a:rPr>
              <a:t>;</a:t>
            </a:r>
            <a:endParaRPr lang="fr-FR" dirty="0">
              <a:effectLst/>
              <a:latin typeface="+mn-lt"/>
              <a:ea typeface="Calibri" panose="020F0502020204030204" pitchFamily="34" charset="0"/>
            </a:endParaRPr>
          </a:p>
          <a:p>
            <a:pPr marL="386715" algn="l">
              <a:spcBef>
                <a:spcPts val="140"/>
              </a:spcBef>
              <a:spcAft>
                <a:spcPts val="0"/>
              </a:spcAft>
            </a:pPr>
            <a:r>
              <a:rPr lang="en-US" spc="-50" dirty="0">
                <a:effectLst/>
                <a:latin typeface="+mn-lt"/>
                <a:ea typeface="Calibri" panose="020F0502020204030204" pitchFamily="34" charset="0"/>
              </a:rPr>
              <a:t>}</a:t>
            </a:r>
            <a:endParaRPr lang="fr-FR" dirty="0">
              <a:effectLst/>
              <a:latin typeface="+mn-lt"/>
              <a:ea typeface="Calibri" panose="020F0502020204030204" pitchFamily="34" charset="0"/>
            </a:endParaRPr>
          </a:p>
        </p:txBody>
      </p:sp>
      <p:sp>
        <p:nvSpPr>
          <p:cNvPr id="37" name="ZoneTexte 36">
            <a:extLst>
              <a:ext uri="{FF2B5EF4-FFF2-40B4-BE49-F238E27FC236}">
                <a16:creationId xmlns:a16="http://schemas.microsoft.com/office/drawing/2014/main" id="{97853D80-4417-0550-42B5-57CCD0B3A713}"/>
              </a:ext>
            </a:extLst>
          </p:cNvPr>
          <p:cNvSpPr txBox="1"/>
          <p:nvPr/>
        </p:nvSpPr>
        <p:spPr>
          <a:xfrm>
            <a:off x="4058974" y="1221216"/>
            <a:ext cx="4637771" cy="5161295"/>
          </a:xfrm>
          <a:prstGeom prst="rect">
            <a:avLst/>
          </a:prstGeom>
          <a:noFill/>
          <a:ln>
            <a:solidFill>
              <a:schemeClr val="tx2"/>
            </a:solidFill>
          </a:ln>
        </p:spPr>
        <p:txBody>
          <a:bodyPr wrap="none">
            <a:noAutofit/>
          </a:bodyPr>
          <a:lstStyle/>
          <a:p>
            <a:pPr marL="318135" algn="l">
              <a:spcBef>
                <a:spcPts val="1020"/>
              </a:spcBef>
            </a:pPr>
            <a:r>
              <a:rPr lang="en-US" sz="1200" b="1" i="1" u="sng" spc="-10" dirty="0">
                <a:effectLst/>
                <a:uFill>
                  <a:solidFill>
                    <a:srgbClr val="000000"/>
                  </a:solidFill>
                </a:uFill>
                <a:latin typeface="+mn-lt"/>
                <a:ea typeface="Calibri" panose="020F0502020204030204" pitchFamily="34" charset="0"/>
              </a:rPr>
              <a:t>App.js</a:t>
            </a:r>
            <a:endParaRPr lang="fr-FR" sz="1200" b="1" i="1" u="sng" dirty="0">
              <a:effectLst/>
              <a:uFill>
                <a:solidFill>
                  <a:srgbClr val="000000"/>
                </a:solidFill>
              </a:uFill>
              <a:latin typeface="+mn-lt"/>
              <a:ea typeface="Calibri" panose="020F0502020204030204" pitchFamily="34" charset="0"/>
            </a:endParaRPr>
          </a:p>
          <a:p>
            <a:pPr marL="386715" marR="2152015" algn="l">
              <a:lnSpc>
                <a:spcPct val="110000"/>
              </a:lnSpc>
              <a:spcBef>
                <a:spcPts val="730"/>
              </a:spcBef>
              <a:spcAft>
                <a:spcPts val="0"/>
              </a:spcAft>
            </a:pPr>
            <a:r>
              <a:rPr lang="en-US" sz="1200" dirty="0">
                <a:solidFill>
                  <a:srgbClr val="0000FF"/>
                </a:solidFill>
                <a:effectLst/>
                <a:latin typeface="+mn-lt"/>
                <a:ea typeface="Calibri" panose="020F0502020204030204" pitchFamily="34" charset="0"/>
              </a:rPr>
              <a:t>import</a:t>
            </a:r>
            <a:r>
              <a:rPr lang="en-US" sz="1200" spc="-30" dirty="0">
                <a:solidFill>
                  <a:srgbClr val="0000FF"/>
                </a:solidFill>
                <a:effectLst/>
                <a:latin typeface="+mn-lt"/>
                <a:ea typeface="Calibri" panose="020F0502020204030204" pitchFamily="34" charset="0"/>
              </a:rPr>
              <a:t> </a:t>
            </a:r>
            <a:r>
              <a:rPr lang="en-US" sz="1200" dirty="0">
                <a:effectLst/>
                <a:latin typeface="+mn-lt"/>
                <a:ea typeface="Calibri" panose="020F0502020204030204" pitchFamily="34" charset="0"/>
              </a:rPr>
              <a:t>React,</a:t>
            </a:r>
            <a:r>
              <a:rPr lang="en-US" sz="1200" spc="-35" dirty="0">
                <a:effectLst/>
                <a:latin typeface="+mn-lt"/>
                <a:ea typeface="Calibri" panose="020F0502020204030204" pitchFamily="34" charset="0"/>
              </a:rPr>
              <a:t> </a:t>
            </a:r>
            <a:r>
              <a:rPr lang="en-US" sz="1200" dirty="0">
                <a:effectLst/>
                <a:latin typeface="+mn-lt"/>
                <a:ea typeface="Calibri" panose="020F0502020204030204" pitchFamily="34" charset="0"/>
              </a:rPr>
              <a:t>{</a:t>
            </a:r>
            <a:r>
              <a:rPr lang="en-US" sz="1200" spc="-35" dirty="0">
                <a:effectLst/>
                <a:latin typeface="+mn-lt"/>
                <a:ea typeface="Calibri" panose="020F0502020204030204" pitchFamily="34" charset="0"/>
              </a:rPr>
              <a:t> </a:t>
            </a:r>
            <a:r>
              <a:rPr lang="en-US" sz="1200" dirty="0">
                <a:effectLst/>
                <a:latin typeface="+mn-lt"/>
                <a:ea typeface="Calibri" panose="020F0502020204030204" pitchFamily="34" charset="0"/>
              </a:rPr>
              <a:t>Component</a:t>
            </a:r>
            <a:r>
              <a:rPr lang="en-US" sz="1200" spc="-35" dirty="0">
                <a:effectLst/>
                <a:latin typeface="+mn-lt"/>
                <a:ea typeface="Calibri" panose="020F0502020204030204" pitchFamily="34" charset="0"/>
              </a:rPr>
              <a:t> </a:t>
            </a:r>
            <a:r>
              <a:rPr lang="en-US" sz="1200" dirty="0">
                <a:effectLst/>
                <a:latin typeface="+mn-lt"/>
                <a:ea typeface="Calibri" panose="020F0502020204030204" pitchFamily="34" charset="0"/>
              </a:rPr>
              <a:t>}</a:t>
            </a:r>
            <a:r>
              <a:rPr lang="en-US" sz="1200" spc="-10"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from</a:t>
            </a:r>
            <a:r>
              <a:rPr lang="en-US" sz="1200" spc="-30" dirty="0">
                <a:solidFill>
                  <a:srgbClr val="0000FF"/>
                </a:solidFill>
                <a:effectLst/>
                <a:latin typeface="+mn-lt"/>
                <a:ea typeface="Calibri" panose="020F0502020204030204" pitchFamily="34" charset="0"/>
              </a:rPr>
              <a:t> </a:t>
            </a:r>
            <a:r>
              <a:rPr lang="en-US" sz="1200" dirty="0">
                <a:solidFill>
                  <a:srgbClr val="A21515"/>
                </a:solidFill>
                <a:effectLst/>
                <a:latin typeface="+mn-lt"/>
                <a:ea typeface="Calibri" panose="020F0502020204030204" pitchFamily="34" charset="0"/>
              </a:rPr>
              <a:t>'react'</a:t>
            </a:r>
            <a:r>
              <a:rPr lang="en-US" sz="1200"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import </a:t>
            </a:r>
            <a:r>
              <a:rPr lang="en-US" sz="1200" dirty="0">
                <a:solidFill>
                  <a:srgbClr val="A21515"/>
                </a:solidFill>
                <a:effectLst/>
                <a:latin typeface="+mn-lt"/>
                <a:ea typeface="Calibri" panose="020F0502020204030204" pitchFamily="34" charset="0"/>
              </a:rPr>
              <a:t>'./App.css'</a:t>
            </a:r>
            <a:r>
              <a:rPr lang="en-US" sz="120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386715" marR="982980" algn="l">
              <a:lnSpc>
                <a:spcPct val="110000"/>
              </a:lnSpc>
              <a:spcAft>
                <a:spcPts val="0"/>
              </a:spcAft>
            </a:pPr>
            <a:r>
              <a:rPr lang="en-US" sz="1200" dirty="0">
                <a:solidFill>
                  <a:srgbClr val="0000FF"/>
                </a:solidFill>
                <a:effectLst/>
                <a:latin typeface="+mn-lt"/>
                <a:ea typeface="Calibri" panose="020F0502020204030204" pitchFamily="34" charset="0"/>
              </a:rPr>
              <a:t>import</a:t>
            </a:r>
            <a:r>
              <a:rPr lang="en-US" sz="1200" spc="-25" dirty="0">
                <a:solidFill>
                  <a:srgbClr val="0000FF"/>
                </a:solidFill>
                <a:effectLst/>
                <a:latin typeface="+mn-lt"/>
                <a:ea typeface="Calibri" panose="020F0502020204030204" pitchFamily="34" charset="0"/>
              </a:rPr>
              <a:t> </a:t>
            </a:r>
            <a:r>
              <a:rPr lang="en-US" sz="1200" dirty="0">
                <a:effectLst/>
                <a:latin typeface="+mn-lt"/>
                <a:ea typeface="Calibri" panose="020F0502020204030204" pitchFamily="34" charset="0"/>
              </a:rPr>
              <a:t>{</a:t>
            </a:r>
            <a:r>
              <a:rPr lang="en-US" sz="1200" spc="-30" dirty="0">
                <a:effectLst/>
                <a:latin typeface="+mn-lt"/>
                <a:ea typeface="Calibri" panose="020F0502020204030204" pitchFamily="34" charset="0"/>
              </a:rPr>
              <a:t> </a:t>
            </a:r>
            <a:r>
              <a:rPr lang="en-US" sz="1200" dirty="0">
                <a:effectLst/>
                <a:latin typeface="+mn-lt"/>
                <a:ea typeface="Calibri" panose="020F0502020204030204" pitchFamily="34" charset="0"/>
              </a:rPr>
              <a:t>Routes,</a:t>
            </a:r>
            <a:r>
              <a:rPr lang="en-US" sz="1200" spc="-30" dirty="0">
                <a:effectLst/>
                <a:latin typeface="+mn-lt"/>
                <a:ea typeface="Calibri" panose="020F0502020204030204" pitchFamily="34" charset="0"/>
              </a:rPr>
              <a:t> </a:t>
            </a:r>
            <a:r>
              <a:rPr lang="en-US" sz="1200" dirty="0">
                <a:effectLst/>
                <a:latin typeface="+mn-lt"/>
                <a:ea typeface="Calibri" panose="020F0502020204030204" pitchFamily="34" charset="0"/>
              </a:rPr>
              <a:t>Route,</a:t>
            </a:r>
            <a:r>
              <a:rPr lang="en-US" sz="1200" spc="-30" dirty="0">
                <a:effectLst/>
                <a:latin typeface="+mn-lt"/>
                <a:ea typeface="Calibri" panose="020F0502020204030204" pitchFamily="34" charset="0"/>
              </a:rPr>
              <a:t> </a:t>
            </a:r>
            <a:r>
              <a:rPr lang="en-US" sz="1200" dirty="0">
                <a:effectLst/>
                <a:latin typeface="+mn-lt"/>
                <a:ea typeface="Calibri" panose="020F0502020204030204" pitchFamily="34" charset="0"/>
              </a:rPr>
              <a:t>Link</a:t>
            </a:r>
            <a:r>
              <a:rPr lang="en-US" sz="1200" spc="-30" dirty="0">
                <a:effectLst/>
                <a:latin typeface="+mn-lt"/>
                <a:ea typeface="Calibri" panose="020F0502020204030204" pitchFamily="34" charset="0"/>
              </a:rPr>
              <a:t> </a:t>
            </a:r>
            <a:r>
              <a:rPr lang="en-US" sz="1200" dirty="0">
                <a:effectLst/>
                <a:latin typeface="+mn-lt"/>
                <a:ea typeface="Calibri" panose="020F0502020204030204" pitchFamily="34" charset="0"/>
              </a:rPr>
              <a:t>}</a:t>
            </a:r>
            <a:r>
              <a:rPr lang="en-US" sz="1200" spc="-5"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from</a:t>
            </a:r>
            <a:r>
              <a:rPr lang="en-US" sz="1200" spc="-25" dirty="0">
                <a:solidFill>
                  <a:srgbClr val="0000FF"/>
                </a:solidFill>
                <a:effectLst/>
                <a:latin typeface="+mn-lt"/>
                <a:ea typeface="Calibri" panose="020F0502020204030204" pitchFamily="34" charset="0"/>
              </a:rPr>
              <a:t> </a:t>
            </a:r>
            <a:r>
              <a:rPr lang="en-US" sz="1200" dirty="0">
                <a:solidFill>
                  <a:srgbClr val="A21515"/>
                </a:solidFill>
                <a:effectLst/>
                <a:latin typeface="+mn-lt"/>
                <a:ea typeface="Calibri" panose="020F0502020204030204" pitchFamily="34" charset="0"/>
              </a:rPr>
              <a:t>'react-router-</a:t>
            </a:r>
            <a:r>
              <a:rPr lang="en-US" sz="1200" dirty="0" err="1">
                <a:solidFill>
                  <a:srgbClr val="A21515"/>
                </a:solidFill>
                <a:effectLst/>
                <a:latin typeface="+mn-lt"/>
                <a:ea typeface="Calibri" panose="020F0502020204030204" pitchFamily="34" charset="0"/>
              </a:rPr>
              <a:t>dom</a:t>
            </a:r>
            <a:r>
              <a:rPr lang="en-US" sz="1200" dirty="0">
                <a:solidFill>
                  <a:srgbClr val="A21515"/>
                </a:solidFill>
                <a:effectLst/>
                <a:latin typeface="+mn-lt"/>
                <a:ea typeface="Calibri" panose="020F0502020204030204" pitchFamily="34" charset="0"/>
              </a:rPr>
              <a:t>’</a:t>
            </a:r>
            <a:r>
              <a:rPr lang="en-US" sz="1200" dirty="0">
                <a:effectLst/>
                <a:latin typeface="+mn-lt"/>
                <a:ea typeface="Calibri" panose="020F0502020204030204" pitchFamily="34" charset="0"/>
              </a:rPr>
              <a:t>;</a:t>
            </a:r>
          </a:p>
          <a:p>
            <a:pPr marL="386715" marR="982980" algn="l">
              <a:lnSpc>
                <a:spcPct val="110000"/>
              </a:lnSpc>
              <a:spcAft>
                <a:spcPts val="0"/>
              </a:spcAft>
            </a:pPr>
            <a:r>
              <a:rPr lang="en-US" sz="1200"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class </a:t>
            </a:r>
            <a:r>
              <a:rPr lang="en-US" sz="1200" dirty="0">
                <a:effectLst/>
                <a:latin typeface="+mn-lt"/>
                <a:ea typeface="Calibri" panose="020F0502020204030204" pitchFamily="34" charset="0"/>
              </a:rPr>
              <a:t>App </a:t>
            </a:r>
            <a:r>
              <a:rPr lang="en-US" sz="1200" dirty="0">
                <a:solidFill>
                  <a:srgbClr val="0000FF"/>
                </a:solidFill>
                <a:effectLst/>
                <a:latin typeface="+mn-lt"/>
                <a:ea typeface="Calibri" panose="020F0502020204030204" pitchFamily="34" charset="0"/>
              </a:rPr>
              <a:t>extends </a:t>
            </a:r>
            <a:r>
              <a:rPr lang="en-US" sz="1200" dirty="0">
                <a:effectLst/>
                <a:latin typeface="+mn-lt"/>
                <a:ea typeface="Calibri" panose="020F0502020204030204" pitchFamily="34" charset="0"/>
              </a:rPr>
              <a:t>Component {</a:t>
            </a:r>
            <a:endParaRPr lang="fr-FR" sz="1200" dirty="0">
              <a:effectLst/>
              <a:latin typeface="+mn-lt"/>
              <a:ea typeface="Calibri" panose="020F0502020204030204" pitchFamily="34" charset="0"/>
            </a:endParaRPr>
          </a:p>
          <a:p>
            <a:pPr marL="694690" marR="4206240" indent="-154305" algn="l">
              <a:lnSpc>
                <a:spcPct val="110000"/>
              </a:lnSpc>
              <a:spcBef>
                <a:spcPts val="10"/>
              </a:spcBef>
              <a:spcAft>
                <a:spcPts val="0"/>
              </a:spcAft>
            </a:pPr>
            <a:r>
              <a:rPr lang="en-US" sz="1200" dirty="0">
                <a:effectLst/>
                <a:latin typeface="+mn-lt"/>
                <a:ea typeface="Calibri" panose="020F0502020204030204" pitchFamily="34" charset="0"/>
              </a:rPr>
              <a:t>render()</a:t>
            </a:r>
            <a:r>
              <a:rPr lang="en-US" sz="1200" spc="-155" dirty="0">
                <a:effectLst/>
                <a:latin typeface="+mn-lt"/>
                <a:ea typeface="Calibri" panose="020F0502020204030204" pitchFamily="34" charset="0"/>
              </a:rPr>
              <a:t> </a:t>
            </a:r>
            <a:r>
              <a:rPr lang="en-US" sz="1200"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return</a:t>
            </a:r>
            <a:r>
              <a:rPr lang="en-US" sz="1200" spc="-30" dirty="0">
                <a:solidFill>
                  <a:srgbClr val="0000FF"/>
                </a:solidFill>
                <a:effectLst/>
                <a:latin typeface="+mn-lt"/>
                <a:ea typeface="Calibri" panose="020F0502020204030204" pitchFamily="34" charset="0"/>
              </a:rPr>
              <a:t> </a:t>
            </a:r>
            <a:r>
              <a:rPr lang="en-US" sz="1200" spc="-5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848360" algn="l">
              <a:lnSpc>
                <a:spcPts val="1285"/>
              </a:lnSpc>
            </a:pPr>
            <a:r>
              <a:rPr lang="en-US" sz="1200" spc="-10" dirty="0">
                <a:solidFill>
                  <a:srgbClr val="800000"/>
                </a:solidFill>
                <a:effectLst/>
                <a:latin typeface="+mn-lt"/>
                <a:ea typeface="Calibri" panose="020F0502020204030204" pitchFamily="34" charset="0"/>
              </a:rPr>
              <a:t>&lt;div&gt;</a:t>
            </a:r>
            <a:r>
              <a:rPr lang="en-US" sz="1200" spc="-20" dirty="0">
                <a:solidFill>
                  <a:srgbClr val="800000"/>
                </a:solidFill>
                <a:effectLst/>
                <a:latin typeface="+mn-lt"/>
                <a:ea typeface="Calibri" panose="020F0502020204030204" pitchFamily="34" charset="0"/>
              </a:rPr>
              <a:t>&lt;</a:t>
            </a:r>
            <a:r>
              <a:rPr lang="en-US" sz="1200" spc="-20" dirty="0" err="1">
                <a:solidFill>
                  <a:srgbClr val="800000"/>
                </a:solidFill>
                <a:effectLst/>
                <a:latin typeface="+mn-lt"/>
                <a:ea typeface="Calibri" panose="020F0502020204030204" pitchFamily="34" charset="0"/>
              </a:rPr>
              <a:t>ul</a:t>
            </a:r>
            <a:r>
              <a:rPr lang="en-US" sz="1200" spc="-2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154430" algn="l">
              <a:spcBef>
                <a:spcPts val="140"/>
              </a:spcBef>
              <a:spcAft>
                <a:spcPts val="0"/>
              </a:spcAft>
            </a:pPr>
            <a:r>
              <a:rPr lang="en-US" sz="1200" spc="-20" dirty="0">
                <a:solidFill>
                  <a:srgbClr val="800000"/>
                </a:solidFill>
                <a:effectLst/>
                <a:highlight>
                  <a:srgbClr val="FFFF00"/>
                </a:highlight>
                <a:latin typeface="+mn-lt"/>
                <a:ea typeface="Calibri" panose="020F0502020204030204" pitchFamily="34" charset="0"/>
              </a:rPr>
              <a:t>&lt;li&gt;</a:t>
            </a:r>
            <a:r>
              <a:rPr lang="en-US" sz="1200" dirty="0">
                <a:solidFill>
                  <a:srgbClr val="800000"/>
                </a:solidFill>
                <a:effectLst/>
                <a:highlight>
                  <a:srgbClr val="FFFF00"/>
                </a:highlight>
                <a:latin typeface="+mn-lt"/>
                <a:ea typeface="Calibri" panose="020F0502020204030204" pitchFamily="34" charset="0"/>
              </a:rPr>
              <a:t>&lt;Link</a:t>
            </a:r>
            <a:r>
              <a:rPr lang="en-US" sz="1200" spc="-15" dirty="0">
                <a:solidFill>
                  <a:srgbClr val="800000"/>
                </a:solidFill>
                <a:effectLst/>
                <a:highlight>
                  <a:srgbClr val="FFFF00"/>
                </a:highlight>
                <a:latin typeface="+mn-lt"/>
                <a:ea typeface="Calibri" panose="020F0502020204030204" pitchFamily="34" charset="0"/>
              </a:rPr>
              <a:t> </a:t>
            </a:r>
            <a:r>
              <a:rPr lang="en-US" sz="1200" spc="-10" dirty="0">
                <a:solidFill>
                  <a:srgbClr val="FF0000"/>
                </a:solidFill>
                <a:effectLst/>
                <a:highlight>
                  <a:srgbClr val="FFFF00"/>
                </a:highlight>
                <a:latin typeface="+mn-lt"/>
                <a:ea typeface="Calibri" panose="020F0502020204030204" pitchFamily="34" charset="0"/>
              </a:rPr>
              <a:t>to</a:t>
            </a:r>
            <a:r>
              <a:rPr lang="en-US" sz="1200" spc="-10" dirty="0">
                <a:effectLst/>
                <a:highlight>
                  <a:srgbClr val="FFFF00"/>
                </a:highlight>
                <a:latin typeface="+mn-lt"/>
                <a:ea typeface="Calibri" panose="020F0502020204030204" pitchFamily="34" charset="0"/>
              </a:rPr>
              <a:t>=</a:t>
            </a:r>
            <a:r>
              <a:rPr lang="en-US" sz="1200" spc="-10" dirty="0">
                <a:solidFill>
                  <a:srgbClr val="A21515"/>
                </a:solidFill>
                <a:effectLst/>
                <a:highlight>
                  <a:srgbClr val="FFFF00"/>
                </a:highlight>
                <a:latin typeface="+mn-lt"/>
                <a:ea typeface="Calibri" panose="020F0502020204030204" pitchFamily="34" charset="0"/>
              </a:rPr>
              <a:t>"/"</a:t>
            </a:r>
            <a:r>
              <a:rPr lang="en-US" sz="1200" spc="-10" dirty="0">
                <a:solidFill>
                  <a:srgbClr val="800000"/>
                </a:solidFill>
                <a:effectLst/>
                <a:highlight>
                  <a:srgbClr val="FFFF00"/>
                </a:highlight>
                <a:latin typeface="+mn-lt"/>
                <a:ea typeface="Calibri" panose="020F0502020204030204" pitchFamily="34" charset="0"/>
              </a:rPr>
              <a:t>&gt;</a:t>
            </a:r>
            <a:r>
              <a:rPr lang="en-US" sz="1200" spc="-10" dirty="0">
                <a:effectLst/>
                <a:highlight>
                  <a:srgbClr val="FFFF00"/>
                </a:highlight>
                <a:latin typeface="+mn-lt"/>
                <a:ea typeface="Calibri" panose="020F0502020204030204" pitchFamily="34" charset="0"/>
              </a:rPr>
              <a:t>Home</a:t>
            </a:r>
            <a:r>
              <a:rPr lang="en-US" sz="1200" spc="-10" dirty="0">
                <a:solidFill>
                  <a:srgbClr val="800000"/>
                </a:solidFill>
                <a:effectLst/>
                <a:highlight>
                  <a:srgbClr val="FFFF00"/>
                </a:highlight>
                <a:latin typeface="+mn-lt"/>
                <a:ea typeface="Calibri" panose="020F0502020204030204" pitchFamily="34" charset="0"/>
              </a:rPr>
              <a:t>&lt;/Link&gt;&lt;/li&gt;</a:t>
            </a:r>
            <a:endParaRPr lang="fr-FR" sz="1200" dirty="0">
              <a:effectLst/>
              <a:highlight>
                <a:srgbClr val="FFFF00"/>
              </a:highlight>
              <a:latin typeface="+mn-lt"/>
              <a:ea typeface="Calibri" panose="020F0502020204030204" pitchFamily="34" charset="0"/>
            </a:endParaRPr>
          </a:p>
          <a:p>
            <a:pPr marL="1154430" algn="l">
              <a:spcBef>
                <a:spcPts val="130"/>
              </a:spcBef>
              <a:spcAft>
                <a:spcPts val="0"/>
              </a:spcAft>
            </a:pPr>
            <a:r>
              <a:rPr lang="en-US" sz="1200" spc="-20" dirty="0">
                <a:solidFill>
                  <a:srgbClr val="800000"/>
                </a:solidFill>
                <a:effectLst/>
                <a:highlight>
                  <a:srgbClr val="FFFF00"/>
                </a:highlight>
                <a:latin typeface="+mn-lt"/>
                <a:ea typeface="Calibri" panose="020F0502020204030204" pitchFamily="34" charset="0"/>
              </a:rPr>
              <a:t>&lt;li&gt;</a:t>
            </a:r>
            <a:r>
              <a:rPr lang="en-US" sz="1200" dirty="0">
                <a:solidFill>
                  <a:srgbClr val="800000"/>
                </a:solidFill>
                <a:effectLst/>
                <a:highlight>
                  <a:srgbClr val="FFFF00"/>
                </a:highlight>
                <a:latin typeface="+mn-lt"/>
                <a:ea typeface="Calibri" panose="020F0502020204030204" pitchFamily="34" charset="0"/>
              </a:rPr>
              <a:t>&lt;Link</a:t>
            </a:r>
            <a:r>
              <a:rPr lang="en-US" sz="1200" spc="-10" dirty="0">
                <a:solidFill>
                  <a:srgbClr val="800000"/>
                </a:solidFill>
                <a:effectLst/>
                <a:highlight>
                  <a:srgbClr val="FFFF00"/>
                </a:highlight>
                <a:latin typeface="+mn-lt"/>
                <a:ea typeface="Calibri" panose="020F0502020204030204" pitchFamily="34" charset="0"/>
              </a:rPr>
              <a:t> </a:t>
            </a:r>
            <a:r>
              <a:rPr lang="en-US" sz="1200" spc="-10" dirty="0">
                <a:solidFill>
                  <a:srgbClr val="FF0000"/>
                </a:solidFill>
                <a:effectLst/>
                <a:highlight>
                  <a:srgbClr val="FFFF00"/>
                </a:highlight>
                <a:latin typeface="+mn-lt"/>
                <a:ea typeface="Calibri" panose="020F0502020204030204" pitchFamily="34" charset="0"/>
              </a:rPr>
              <a:t>to</a:t>
            </a:r>
            <a:r>
              <a:rPr lang="en-US" sz="1200" spc="-10" dirty="0">
                <a:effectLst/>
                <a:highlight>
                  <a:srgbClr val="FFFF00"/>
                </a:highlight>
                <a:latin typeface="+mn-lt"/>
                <a:ea typeface="Calibri" panose="020F0502020204030204" pitchFamily="34" charset="0"/>
              </a:rPr>
              <a:t>=</a:t>
            </a:r>
            <a:r>
              <a:rPr lang="en-US" sz="1200" spc="-10" dirty="0">
                <a:solidFill>
                  <a:srgbClr val="A21515"/>
                </a:solidFill>
                <a:effectLst/>
                <a:highlight>
                  <a:srgbClr val="FFFF00"/>
                </a:highlight>
                <a:latin typeface="+mn-lt"/>
                <a:ea typeface="Calibri" panose="020F0502020204030204" pitchFamily="34" charset="0"/>
              </a:rPr>
              <a:t>"/about"</a:t>
            </a:r>
            <a:r>
              <a:rPr lang="en-US" sz="1200" spc="-10" dirty="0">
                <a:solidFill>
                  <a:srgbClr val="800000"/>
                </a:solidFill>
                <a:effectLst/>
                <a:highlight>
                  <a:srgbClr val="FFFF00"/>
                </a:highlight>
                <a:latin typeface="+mn-lt"/>
                <a:ea typeface="Calibri" panose="020F0502020204030204" pitchFamily="34" charset="0"/>
              </a:rPr>
              <a:t>&gt;</a:t>
            </a:r>
            <a:r>
              <a:rPr lang="en-US" sz="1200" spc="-10" dirty="0">
                <a:effectLst/>
                <a:highlight>
                  <a:srgbClr val="FFFF00"/>
                </a:highlight>
                <a:latin typeface="+mn-lt"/>
                <a:ea typeface="Calibri" panose="020F0502020204030204" pitchFamily="34" charset="0"/>
              </a:rPr>
              <a:t>About</a:t>
            </a:r>
            <a:r>
              <a:rPr lang="en-US" sz="1200" spc="-10" dirty="0">
                <a:solidFill>
                  <a:srgbClr val="800000"/>
                </a:solidFill>
                <a:effectLst/>
                <a:highlight>
                  <a:srgbClr val="FFFF00"/>
                </a:highlight>
                <a:latin typeface="+mn-lt"/>
                <a:ea typeface="Calibri" panose="020F0502020204030204" pitchFamily="34" charset="0"/>
              </a:rPr>
              <a:t>&lt;/Link&gt;&lt;/li&gt;</a:t>
            </a:r>
            <a:endParaRPr lang="fr-FR" sz="1200" dirty="0">
              <a:effectLst/>
              <a:highlight>
                <a:srgbClr val="FFFF00"/>
              </a:highlight>
              <a:latin typeface="+mn-lt"/>
              <a:ea typeface="Calibri" panose="020F0502020204030204" pitchFamily="34" charset="0"/>
            </a:endParaRPr>
          </a:p>
          <a:p>
            <a:pPr marL="1154430" algn="l">
              <a:spcBef>
                <a:spcPts val="140"/>
              </a:spcBef>
              <a:spcAft>
                <a:spcPts val="0"/>
              </a:spcAft>
            </a:pPr>
            <a:r>
              <a:rPr lang="en-US" sz="1200" spc="-20" dirty="0">
                <a:solidFill>
                  <a:srgbClr val="800000"/>
                </a:solidFill>
                <a:effectLst/>
                <a:highlight>
                  <a:srgbClr val="FFFF00"/>
                </a:highlight>
                <a:latin typeface="+mn-lt"/>
                <a:ea typeface="Calibri" panose="020F0502020204030204" pitchFamily="34" charset="0"/>
              </a:rPr>
              <a:t>&lt;li&gt;</a:t>
            </a:r>
            <a:r>
              <a:rPr lang="en-US" sz="1200" dirty="0">
                <a:solidFill>
                  <a:srgbClr val="800000"/>
                </a:solidFill>
                <a:effectLst/>
                <a:highlight>
                  <a:srgbClr val="FFFF00"/>
                </a:highlight>
                <a:latin typeface="+mn-lt"/>
                <a:ea typeface="Calibri" panose="020F0502020204030204" pitchFamily="34" charset="0"/>
              </a:rPr>
              <a:t>&lt;Link</a:t>
            </a:r>
            <a:r>
              <a:rPr lang="en-US" sz="1200" spc="-15" dirty="0">
                <a:solidFill>
                  <a:srgbClr val="800000"/>
                </a:solidFill>
                <a:effectLst/>
                <a:highlight>
                  <a:srgbClr val="FFFF00"/>
                </a:highlight>
                <a:latin typeface="+mn-lt"/>
                <a:ea typeface="Calibri" panose="020F0502020204030204" pitchFamily="34" charset="0"/>
              </a:rPr>
              <a:t> </a:t>
            </a:r>
            <a:r>
              <a:rPr lang="en-US" sz="1200" spc="-10" dirty="0">
                <a:solidFill>
                  <a:srgbClr val="FF0000"/>
                </a:solidFill>
                <a:effectLst/>
                <a:highlight>
                  <a:srgbClr val="FFFF00"/>
                </a:highlight>
                <a:latin typeface="+mn-lt"/>
                <a:ea typeface="Calibri" panose="020F0502020204030204" pitchFamily="34" charset="0"/>
              </a:rPr>
              <a:t>to</a:t>
            </a:r>
            <a:r>
              <a:rPr lang="en-US" sz="1200" spc="-10" dirty="0">
                <a:effectLst/>
                <a:highlight>
                  <a:srgbClr val="FFFF00"/>
                </a:highlight>
                <a:latin typeface="+mn-lt"/>
                <a:ea typeface="Calibri" panose="020F0502020204030204" pitchFamily="34" charset="0"/>
              </a:rPr>
              <a:t>=</a:t>
            </a:r>
            <a:r>
              <a:rPr lang="en-US" sz="1200" spc="-10" dirty="0">
                <a:solidFill>
                  <a:srgbClr val="A21515"/>
                </a:solidFill>
                <a:effectLst/>
                <a:highlight>
                  <a:srgbClr val="FFFF00"/>
                </a:highlight>
                <a:latin typeface="+mn-lt"/>
                <a:ea typeface="Calibri" panose="020F0502020204030204" pitchFamily="34" charset="0"/>
              </a:rPr>
              <a:t>"/blog"</a:t>
            </a:r>
            <a:r>
              <a:rPr lang="en-US" sz="1200" spc="-10" dirty="0">
                <a:solidFill>
                  <a:srgbClr val="800000"/>
                </a:solidFill>
                <a:effectLst/>
                <a:highlight>
                  <a:srgbClr val="FFFF00"/>
                </a:highlight>
                <a:latin typeface="+mn-lt"/>
                <a:ea typeface="Calibri" panose="020F0502020204030204" pitchFamily="34" charset="0"/>
              </a:rPr>
              <a:t>&gt;</a:t>
            </a:r>
            <a:r>
              <a:rPr lang="en-US" sz="1200" spc="-10" dirty="0">
                <a:effectLst/>
                <a:highlight>
                  <a:srgbClr val="FFFF00"/>
                </a:highlight>
                <a:latin typeface="+mn-lt"/>
                <a:ea typeface="Calibri" panose="020F0502020204030204" pitchFamily="34" charset="0"/>
              </a:rPr>
              <a:t>Blog</a:t>
            </a:r>
            <a:r>
              <a:rPr lang="en-US" sz="1200" spc="-10" dirty="0">
                <a:solidFill>
                  <a:srgbClr val="800000"/>
                </a:solidFill>
                <a:effectLst/>
                <a:highlight>
                  <a:srgbClr val="FFFF00"/>
                </a:highlight>
                <a:latin typeface="+mn-lt"/>
                <a:ea typeface="Calibri" panose="020F0502020204030204" pitchFamily="34" charset="0"/>
              </a:rPr>
              <a:t>&lt;/Link&gt;&lt;/li&gt;</a:t>
            </a:r>
            <a:endParaRPr lang="fr-FR" sz="1200" dirty="0">
              <a:effectLst/>
              <a:highlight>
                <a:srgbClr val="FFFF00"/>
              </a:highlight>
              <a:latin typeface="+mn-lt"/>
              <a:ea typeface="Calibri" panose="020F0502020204030204" pitchFamily="34" charset="0"/>
            </a:endParaRPr>
          </a:p>
          <a:p>
            <a:pPr marL="1002030" algn="l">
              <a:spcBef>
                <a:spcPts val="140"/>
              </a:spcBef>
              <a:spcAft>
                <a:spcPts val="0"/>
              </a:spcAft>
            </a:pPr>
            <a:r>
              <a:rPr lang="en-US" sz="1200" spc="-10" dirty="0">
                <a:solidFill>
                  <a:srgbClr val="800000"/>
                </a:solidFill>
                <a:effectLst/>
                <a:latin typeface="+mn-lt"/>
                <a:ea typeface="Calibri" panose="020F0502020204030204" pitchFamily="34" charset="0"/>
              </a:rPr>
              <a:t>   &lt;/</a:t>
            </a:r>
            <a:r>
              <a:rPr lang="en-US" sz="1200" spc="-10" dirty="0" err="1">
                <a:solidFill>
                  <a:srgbClr val="800000"/>
                </a:solidFill>
                <a:effectLst/>
                <a:latin typeface="+mn-lt"/>
                <a:ea typeface="Calibri" panose="020F0502020204030204" pitchFamily="34" charset="0"/>
              </a:rPr>
              <a:t>ul</a:t>
            </a:r>
            <a:r>
              <a:rPr lang="en-US" sz="1200" spc="-10" dirty="0">
                <a:solidFill>
                  <a:srgbClr val="800000"/>
                </a:solidFill>
                <a:effectLst/>
                <a:latin typeface="+mn-lt"/>
                <a:ea typeface="Calibri" panose="020F0502020204030204" pitchFamily="34" charset="0"/>
              </a:rPr>
              <a:t>&gt;</a:t>
            </a:r>
          </a:p>
          <a:p>
            <a:pPr marL="1002030" algn="l">
              <a:spcBef>
                <a:spcPts val="140"/>
              </a:spcBef>
              <a:spcAft>
                <a:spcPts val="0"/>
              </a:spcAft>
            </a:pPr>
            <a:r>
              <a:rPr lang="en-US" sz="1200" dirty="0">
                <a:solidFill>
                  <a:srgbClr val="800000"/>
                </a:solidFill>
                <a:effectLst/>
                <a:latin typeface="+mn-lt"/>
                <a:ea typeface="Calibri" panose="020F0502020204030204" pitchFamily="34" charset="0"/>
              </a:rPr>
              <a:t>&lt;div</a:t>
            </a:r>
            <a:r>
              <a:rPr lang="en-US" sz="1200" spc="-135" dirty="0">
                <a:solidFill>
                  <a:srgbClr val="800000"/>
                </a:solidFill>
                <a:effectLst/>
                <a:latin typeface="+mn-lt"/>
                <a:ea typeface="Calibri" panose="020F0502020204030204" pitchFamily="34" charset="0"/>
              </a:rPr>
              <a:t> </a:t>
            </a:r>
            <a:r>
              <a:rPr lang="en-US" sz="1200" dirty="0" err="1">
                <a:solidFill>
                  <a:srgbClr val="FF0000"/>
                </a:solidFill>
                <a:effectLst/>
                <a:latin typeface="+mn-lt"/>
                <a:ea typeface="Calibri" panose="020F0502020204030204" pitchFamily="34" charset="0"/>
              </a:rPr>
              <a:t>className</a:t>
            </a:r>
            <a:r>
              <a:rPr lang="en-US" sz="1200" dirty="0">
                <a:effectLst/>
                <a:latin typeface="+mn-lt"/>
                <a:ea typeface="Calibri" panose="020F0502020204030204" pitchFamily="34" charset="0"/>
              </a:rPr>
              <a:t>=</a:t>
            </a:r>
            <a:r>
              <a:rPr lang="en-US" sz="1200" dirty="0">
                <a:solidFill>
                  <a:srgbClr val="A21515"/>
                </a:solidFill>
                <a:effectLst/>
                <a:latin typeface="+mn-lt"/>
                <a:ea typeface="Calibri" panose="020F0502020204030204" pitchFamily="34" charset="0"/>
              </a:rPr>
              <a:t>"main-route-</a:t>
            </a:r>
            <a:r>
              <a:rPr lang="en-US" sz="1200" spc="-10" dirty="0">
                <a:solidFill>
                  <a:srgbClr val="A21515"/>
                </a:solidFill>
                <a:effectLst/>
                <a:latin typeface="+mn-lt"/>
                <a:ea typeface="Calibri" panose="020F0502020204030204" pitchFamily="34" charset="0"/>
              </a:rPr>
              <a:t>place"</a:t>
            </a:r>
            <a:r>
              <a:rPr lang="en-US" sz="1200" spc="-10" dirty="0">
                <a:solidFill>
                  <a:srgbClr val="80000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154430" algn="l">
              <a:spcBef>
                <a:spcPts val="125"/>
              </a:spcBef>
              <a:spcAft>
                <a:spcPts val="0"/>
              </a:spcAft>
            </a:pPr>
            <a:r>
              <a:rPr lang="en-US" sz="1200" spc="-10" dirty="0">
                <a:solidFill>
                  <a:srgbClr val="800000"/>
                </a:solidFill>
                <a:effectLst/>
                <a:highlight>
                  <a:srgbClr val="FFFF00"/>
                </a:highlight>
                <a:latin typeface="+mn-lt"/>
                <a:ea typeface="Calibri" panose="020F0502020204030204" pitchFamily="34" charset="0"/>
              </a:rPr>
              <a:t>&lt;Routes&gt;</a:t>
            </a:r>
            <a:endParaRPr lang="fr-FR" sz="1200" dirty="0">
              <a:effectLst/>
              <a:highlight>
                <a:srgbClr val="FFFF00"/>
              </a:highlight>
              <a:latin typeface="+mn-lt"/>
              <a:ea typeface="Calibri" panose="020F0502020204030204" pitchFamily="34" charset="0"/>
            </a:endParaRPr>
          </a:p>
          <a:p>
            <a:pPr marL="1308735" algn="l">
              <a:spcBef>
                <a:spcPts val="140"/>
              </a:spcBef>
              <a:spcAft>
                <a:spcPts val="0"/>
              </a:spcAft>
            </a:pPr>
            <a:r>
              <a:rPr lang="en-US" sz="1200" dirty="0">
                <a:solidFill>
                  <a:srgbClr val="800000"/>
                </a:solidFill>
                <a:effectLst/>
                <a:highlight>
                  <a:srgbClr val="FFFF00"/>
                </a:highlight>
                <a:latin typeface="+mn-lt"/>
                <a:ea typeface="Calibri" panose="020F0502020204030204" pitchFamily="34" charset="0"/>
              </a:rPr>
              <a:t>&lt;Route</a:t>
            </a:r>
            <a:r>
              <a:rPr lang="en-US" sz="1200" spc="-35" dirty="0">
                <a:solidFill>
                  <a:srgbClr val="800000"/>
                </a:solidFill>
                <a:effectLst/>
                <a:highlight>
                  <a:srgbClr val="FFFF00"/>
                </a:highlight>
                <a:latin typeface="+mn-lt"/>
                <a:ea typeface="Calibri" panose="020F0502020204030204" pitchFamily="34" charset="0"/>
              </a:rPr>
              <a:t> </a:t>
            </a:r>
            <a:r>
              <a:rPr lang="en-US" sz="1200" dirty="0">
                <a:solidFill>
                  <a:srgbClr val="FF0000"/>
                </a:solidFill>
                <a:effectLst/>
                <a:highlight>
                  <a:srgbClr val="FFFF00"/>
                </a:highlight>
                <a:latin typeface="+mn-lt"/>
                <a:ea typeface="Calibri" panose="020F0502020204030204" pitchFamily="34" charset="0"/>
              </a:rPr>
              <a:t>path</a:t>
            </a:r>
            <a:r>
              <a:rPr lang="en-US" sz="1200" dirty="0">
                <a:effectLst/>
                <a:highlight>
                  <a:srgbClr val="FFFF00"/>
                </a:highlight>
                <a:latin typeface="+mn-lt"/>
                <a:ea typeface="Calibri" panose="020F0502020204030204" pitchFamily="34" charset="0"/>
              </a:rPr>
              <a:t>=</a:t>
            </a:r>
            <a:r>
              <a:rPr lang="en-US" sz="1200" dirty="0">
                <a:solidFill>
                  <a:srgbClr val="A21515"/>
                </a:solidFill>
                <a:effectLst/>
                <a:highlight>
                  <a:srgbClr val="FFFF00"/>
                </a:highlight>
                <a:latin typeface="+mn-lt"/>
                <a:ea typeface="Calibri" panose="020F0502020204030204" pitchFamily="34" charset="0"/>
              </a:rPr>
              <a:t>"/"</a:t>
            </a:r>
            <a:r>
              <a:rPr lang="en-US" sz="1200" spc="-40" dirty="0">
                <a:solidFill>
                  <a:srgbClr val="A21515"/>
                </a:solidFill>
                <a:effectLst/>
                <a:highlight>
                  <a:srgbClr val="FFFF00"/>
                </a:highlight>
                <a:latin typeface="+mn-lt"/>
                <a:ea typeface="Calibri" panose="020F0502020204030204" pitchFamily="34" charset="0"/>
              </a:rPr>
              <a:t> </a:t>
            </a:r>
            <a:r>
              <a:rPr lang="en-US" sz="1200" dirty="0">
                <a:solidFill>
                  <a:srgbClr val="FF0000"/>
                </a:solidFill>
                <a:effectLst/>
                <a:highlight>
                  <a:srgbClr val="FFFF00"/>
                </a:highlight>
                <a:latin typeface="+mn-lt"/>
                <a:ea typeface="Calibri" panose="020F0502020204030204" pitchFamily="34" charset="0"/>
              </a:rPr>
              <a:t>element</a:t>
            </a:r>
            <a:r>
              <a:rPr lang="en-US" sz="1200" dirty="0">
                <a:effectLst/>
                <a:highlight>
                  <a:srgbClr val="FFFF00"/>
                </a:highlight>
                <a:latin typeface="+mn-lt"/>
                <a:ea typeface="Calibri" panose="020F0502020204030204" pitchFamily="34" charset="0"/>
              </a:rPr>
              <a:t>=</a:t>
            </a:r>
            <a:r>
              <a:rPr lang="en-US" sz="1200" dirty="0">
                <a:solidFill>
                  <a:srgbClr val="0000FF"/>
                </a:solidFill>
                <a:effectLst/>
                <a:highlight>
                  <a:srgbClr val="FFFF00"/>
                </a:highlight>
                <a:latin typeface="+mn-lt"/>
                <a:ea typeface="Calibri" panose="020F0502020204030204" pitchFamily="34" charset="0"/>
              </a:rPr>
              <a:t>{</a:t>
            </a:r>
            <a:r>
              <a:rPr lang="en-US" sz="1200" dirty="0">
                <a:solidFill>
                  <a:srgbClr val="800000"/>
                </a:solidFill>
                <a:effectLst/>
                <a:highlight>
                  <a:srgbClr val="FFFF00"/>
                </a:highlight>
                <a:latin typeface="+mn-lt"/>
                <a:ea typeface="Calibri" panose="020F0502020204030204" pitchFamily="34" charset="0"/>
              </a:rPr>
              <a:t>&lt;Home</a:t>
            </a:r>
            <a:r>
              <a:rPr lang="en-US" sz="1200" spc="-40" dirty="0">
                <a:solidFill>
                  <a:srgbClr val="800000"/>
                </a:solidFill>
                <a:effectLst/>
                <a:highlight>
                  <a:srgbClr val="FFFF00"/>
                </a:highlight>
                <a:latin typeface="+mn-lt"/>
                <a:ea typeface="Calibri" panose="020F0502020204030204" pitchFamily="34" charset="0"/>
              </a:rPr>
              <a:t> </a:t>
            </a:r>
            <a:r>
              <a:rPr lang="en-US" sz="1200" dirty="0">
                <a:solidFill>
                  <a:srgbClr val="800000"/>
                </a:solidFill>
                <a:effectLst/>
                <a:highlight>
                  <a:srgbClr val="FFFF00"/>
                </a:highlight>
                <a:latin typeface="+mn-lt"/>
                <a:ea typeface="Calibri" panose="020F0502020204030204" pitchFamily="34" charset="0"/>
              </a:rPr>
              <a:t>/&gt;</a:t>
            </a:r>
            <a:r>
              <a:rPr lang="en-US" sz="1200" dirty="0">
                <a:solidFill>
                  <a:srgbClr val="0000FF"/>
                </a:solidFill>
                <a:effectLst/>
                <a:highlight>
                  <a:srgbClr val="FFFF00"/>
                </a:highlight>
                <a:latin typeface="+mn-lt"/>
                <a:ea typeface="Calibri" panose="020F0502020204030204" pitchFamily="34" charset="0"/>
              </a:rPr>
              <a:t>}</a:t>
            </a:r>
            <a:r>
              <a:rPr lang="en-US" sz="1200" spc="-35" dirty="0">
                <a:solidFill>
                  <a:srgbClr val="0000FF"/>
                </a:solidFill>
                <a:effectLst/>
                <a:highlight>
                  <a:srgbClr val="FFFF00"/>
                </a:highlight>
                <a:latin typeface="+mn-lt"/>
                <a:ea typeface="Calibri" panose="020F0502020204030204" pitchFamily="34" charset="0"/>
              </a:rPr>
              <a:t> </a:t>
            </a:r>
            <a:r>
              <a:rPr lang="en-US" sz="1200" spc="-25" dirty="0">
                <a:solidFill>
                  <a:srgbClr val="800000"/>
                </a:solidFill>
                <a:effectLst/>
                <a:highlight>
                  <a:srgbClr val="FFFF00"/>
                </a:highlight>
                <a:latin typeface="+mn-lt"/>
                <a:ea typeface="Calibri" panose="020F0502020204030204" pitchFamily="34" charset="0"/>
              </a:rPr>
              <a:t>/&gt;</a:t>
            </a:r>
            <a:endParaRPr lang="fr-FR" sz="1200" dirty="0">
              <a:effectLst/>
              <a:highlight>
                <a:srgbClr val="FFFF00"/>
              </a:highlight>
              <a:latin typeface="+mn-lt"/>
              <a:ea typeface="Calibri" panose="020F0502020204030204" pitchFamily="34" charset="0"/>
            </a:endParaRPr>
          </a:p>
          <a:p>
            <a:pPr marL="1308735" algn="l">
              <a:spcBef>
                <a:spcPts val="145"/>
              </a:spcBef>
              <a:spcAft>
                <a:spcPts val="0"/>
              </a:spcAft>
            </a:pPr>
            <a:r>
              <a:rPr lang="en-US" sz="1200" dirty="0">
                <a:solidFill>
                  <a:srgbClr val="800000"/>
                </a:solidFill>
                <a:effectLst/>
                <a:highlight>
                  <a:srgbClr val="FFFF00"/>
                </a:highlight>
                <a:latin typeface="+mn-lt"/>
                <a:ea typeface="Calibri" panose="020F0502020204030204" pitchFamily="34" charset="0"/>
              </a:rPr>
              <a:t>&lt;Route</a:t>
            </a:r>
            <a:r>
              <a:rPr lang="en-US" sz="1200" spc="-40" dirty="0">
                <a:solidFill>
                  <a:srgbClr val="800000"/>
                </a:solidFill>
                <a:effectLst/>
                <a:highlight>
                  <a:srgbClr val="FFFF00"/>
                </a:highlight>
                <a:latin typeface="+mn-lt"/>
                <a:ea typeface="Calibri" panose="020F0502020204030204" pitchFamily="34" charset="0"/>
              </a:rPr>
              <a:t> </a:t>
            </a:r>
            <a:r>
              <a:rPr lang="en-US" sz="1200" dirty="0">
                <a:solidFill>
                  <a:srgbClr val="FF0000"/>
                </a:solidFill>
                <a:effectLst/>
                <a:highlight>
                  <a:srgbClr val="FFFF00"/>
                </a:highlight>
                <a:latin typeface="+mn-lt"/>
                <a:ea typeface="Calibri" panose="020F0502020204030204" pitchFamily="34" charset="0"/>
              </a:rPr>
              <a:t>path</a:t>
            </a:r>
            <a:r>
              <a:rPr lang="en-US" sz="1200" dirty="0">
                <a:effectLst/>
                <a:highlight>
                  <a:srgbClr val="FFFF00"/>
                </a:highlight>
                <a:latin typeface="+mn-lt"/>
                <a:ea typeface="Calibri" panose="020F0502020204030204" pitchFamily="34" charset="0"/>
              </a:rPr>
              <a:t>=</a:t>
            </a:r>
            <a:r>
              <a:rPr lang="en-US" sz="1200" dirty="0">
                <a:solidFill>
                  <a:srgbClr val="A21515"/>
                </a:solidFill>
                <a:effectLst/>
                <a:highlight>
                  <a:srgbClr val="FFFF00"/>
                </a:highlight>
                <a:latin typeface="+mn-lt"/>
                <a:ea typeface="Calibri" panose="020F0502020204030204" pitchFamily="34" charset="0"/>
              </a:rPr>
              <a:t>"/about"</a:t>
            </a:r>
            <a:r>
              <a:rPr lang="en-US" sz="1200" spc="-40" dirty="0">
                <a:solidFill>
                  <a:srgbClr val="A21515"/>
                </a:solidFill>
                <a:effectLst/>
                <a:highlight>
                  <a:srgbClr val="FFFF00"/>
                </a:highlight>
                <a:latin typeface="+mn-lt"/>
                <a:ea typeface="Calibri" panose="020F0502020204030204" pitchFamily="34" charset="0"/>
              </a:rPr>
              <a:t> </a:t>
            </a:r>
            <a:r>
              <a:rPr lang="en-US" sz="1200" dirty="0">
                <a:solidFill>
                  <a:srgbClr val="FF0000"/>
                </a:solidFill>
                <a:effectLst/>
                <a:highlight>
                  <a:srgbClr val="FFFF00"/>
                </a:highlight>
                <a:latin typeface="+mn-lt"/>
                <a:ea typeface="Calibri" panose="020F0502020204030204" pitchFamily="34" charset="0"/>
              </a:rPr>
              <a:t>element</a:t>
            </a:r>
            <a:r>
              <a:rPr lang="en-US" sz="1200" dirty="0">
                <a:effectLst/>
                <a:highlight>
                  <a:srgbClr val="FFFF00"/>
                </a:highlight>
                <a:latin typeface="+mn-lt"/>
                <a:ea typeface="Calibri" panose="020F0502020204030204" pitchFamily="34" charset="0"/>
              </a:rPr>
              <a:t>=</a:t>
            </a:r>
            <a:r>
              <a:rPr lang="en-US" sz="1200" dirty="0">
                <a:solidFill>
                  <a:srgbClr val="0000FF"/>
                </a:solidFill>
                <a:effectLst/>
                <a:highlight>
                  <a:srgbClr val="FFFF00"/>
                </a:highlight>
                <a:latin typeface="+mn-lt"/>
                <a:ea typeface="Calibri" panose="020F0502020204030204" pitchFamily="34" charset="0"/>
              </a:rPr>
              <a:t>{</a:t>
            </a:r>
            <a:r>
              <a:rPr lang="en-US" sz="1200" dirty="0">
                <a:solidFill>
                  <a:srgbClr val="800000"/>
                </a:solidFill>
                <a:effectLst/>
                <a:highlight>
                  <a:srgbClr val="FFFF00"/>
                </a:highlight>
                <a:latin typeface="+mn-lt"/>
                <a:ea typeface="Calibri" panose="020F0502020204030204" pitchFamily="34" charset="0"/>
              </a:rPr>
              <a:t>&lt;About</a:t>
            </a:r>
            <a:r>
              <a:rPr lang="en-US" sz="1200" spc="-45" dirty="0">
                <a:solidFill>
                  <a:srgbClr val="800000"/>
                </a:solidFill>
                <a:effectLst/>
                <a:highlight>
                  <a:srgbClr val="FFFF00"/>
                </a:highlight>
                <a:latin typeface="+mn-lt"/>
                <a:ea typeface="Calibri" panose="020F0502020204030204" pitchFamily="34" charset="0"/>
              </a:rPr>
              <a:t> </a:t>
            </a:r>
            <a:r>
              <a:rPr lang="en-US" sz="1200" dirty="0">
                <a:solidFill>
                  <a:srgbClr val="800000"/>
                </a:solidFill>
                <a:effectLst/>
                <a:highlight>
                  <a:srgbClr val="FFFF00"/>
                </a:highlight>
                <a:latin typeface="+mn-lt"/>
                <a:ea typeface="Calibri" panose="020F0502020204030204" pitchFamily="34" charset="0"/>
              </a:rPr>
              <a:t>/&gt;</a:t>
            </a:r>
            <a:r>
              <a:rPr lang="en-US" sz="1200" dirty="0">
                <a:solidFill>
                  <a:srgbClr val="0000FF"/>
                </a:solidFill>
                <a:effectLst/>
                <a:highlight>
                  <a:srgbClr val="FFFF00"/>
                </a:highlight>
                <a:latin typeface="+mn-lt"/>
                <a:ea typeface="Calibri" panose="020F0502020204030204" pitchFamily="34" charset="0"/>
              </a:rPr>
              <a:t>}</a:t>
            </a:r>
            <a:r>
              <a:rPr lang="en-US" sz="1200" spc="-40" dirty="0">
                <a:solidFill>
                  <a:srgbClr val="0000FF"/>
                </a:solidFill>
                <a:effectLst/>
                <a:highlight>
                  <a:srgbClr val="FFFF00"/>
                </a:highlight>
                <a:latin typeface="+mn-lt"/>
                <a:ea typeface="Calibri" panose="020F0502020204030204" pitchFamily="34" charset="0"/>
              </a:rPr>
              <a:t> </a:t>
            </a:r>
            <a:r>
              <a:rPr lang="en-US" sz="1200" spc="-25" dirty="0">
                <a:solidFill>
                  <a:srgbClr val="800000"/>
                </a:solidFill>
                <a:effectLst/>
                <a:highlight>
                  <a:srgbClr val="FFFF00"/>
                </a:highlight>
                <a:latin typeface="+mn-lt"/>
                <a:ea typeface="Calibri" panose="020F0502020204030204" pitchFamily="34" charset="0"/>
              </a:rPr>
              <a:t>/&gt;</a:t>
            </a:r>
            <a:endParaRPr lang="fr-FR" sz="1200" dirty="0">
              <a:effectLst/>
              <a:highlight>
                <a:srgbClr val="FFFF00"/>
              </a:highlight>
              <a:latin typeface="+mn-lt"/>
              <a:ea typeface="Calibri" panose="020F0502020204030204" pitchFamily="34" charset="0"/>
            </a:endParaRPr>
          </a:p>
          <a:p>
            <a:pPr marL="1308735" algn="l">
              <a:spcBef>
                <a:spcPts val="140"/>
              </a:spcBef>
              <a:spcAft>
                <a:spcPts val="0"/>
              </a:spcAft>
            </a:pPr>
            <a:r>
              <a:rPr lang="en-US" sz="1200" dirty="0">
                <a:solidFill>
                  <a:srgbClr val="800000"/>
                </a:solidFill>
                <a:effectLst/>
                <a:highlight>
                  <a:srgbClr val="FFFF00"/>
                </a:highlight>
                <a:latin typeface="+mn-lt"/>
                <a:ea typeface="Calibri" panose="020F0502020204030204" pitchFamily="34" charset="0"/>
              </a:rPr>
              <a:t>&lt;Route</a:t>
            </a:r>
            <a:r>
              <a:rPr lang="en-US" sz="1200" spc="-40" dirty="0">
                <a:solidFill>
                  <a:srgbClr val="800000"/>
                </a:solidFill>
                <a:effectLst/>
                <a:highlight>
                  <a:srgbClr val="FFFF00"/>
                </a:highlight>
                <a:latin typeface="+mn-lt"/>
                <a:ea typeface="Calibri" panose="020F0502020204030204" pitchFamily="34" charset="0"/>
              </a:rPr>
              <a:t> </a:t>
            </a:r>
            <a:r>
              <a:rPr lang="en-US" sz="1200" dirty="0">
                <a:solidFill>
                  <a:srgbClr val="FF0000"/>
                </a:solidFill>
                <a:effectLst/>
                <a:highlight>
                  <a:srgbClr val="FFFF00"/>
                </a:highlight>
                <a:latin typeface="+mn-lt"/>
                <a:ea typeface="Calibri" panose="020F0502020204030204" pitchFamily="34" charset="0"/>
              </a:rPr>
              <a:t>path</a:t>
            </a:r>
            <a:r>
              <a:rPr lang="en-US" sz="1200" dirty="0">
                <a:effectLst/>
                <a:highlight>
                  <a:srgbClr val="FFFF00"/>
                </a:highlight>
                <a:latin typeface="+mn-lt"/>
                <a:ea typeface="Calibri" panose="020F0502020204030204" pitchFamily="34" charset="0"/>
              </a:rPr>
              <a:t>=</a:t>
            </a:r>
            <a:r>
              <a:rPr lang="en-US" sz="1200" dirty="0">
                <a:solidFill>
                  <a:srgbClr val="A21515"/>
                </a:solidFill>
                <a:effectLst/>
                <a:highlight>
                  <a:srgbClr val="FFFF00"/>
                </a:highlight>
                <a:latin typeface="+mn-lt"/>
                <a:ea typeface="Calibri" panose="020F0502020204030204" pitchFamily="34" charset="0"/>
              </a:rPr>
              <a:t>"/blog"</a:t>
            </a:r>
            <a:r>
              <a:rPr lang="en-US" sz="1200" spc="-35" dirty="0">
                <a:solidFill>
                  <a:srgbClr val="A21515"/>
                </a:solidFill>
                <a:effectLst/>
                <a:highlight>
                  <a:srgbClr val="FFFF00"/>
                </a:highlight>
                <a:latin typeface="+mn-lt"/>
                <a:ea typeface="Calibri" panose="020F0502020204030204" pitchFamily="34" charset="0"/>
              </a:rPr>
              <a:t> </a:t>
            </a:r>
            <a:r>
              <a:rPr lang="en-US" sz="1200" dirty="0">
                <a:solidFill>
                  <a:srgbClr val="FF0000"/>
                </a:solidFill>
                <a:effectLst/>
                <a:highlight>
                  <a:srgbClr val="FFFF00"/>
                </a:highlight>
                <a:latin typeface="+mn-lt"/>
                <a:ea typeface="Calibri" panose="020F0502020204030204" pitchFamily="34" charset="0"/>
              </a:rPr>
              <a:t>element</a:t>
            </a:r>
            <a:r>
              <a:rPr lang="en-US" sz="1200" dirty="0">
                <a:effectLst/>
                <a:highlight>
                  <a:srgbClr val="FFFF00"/>
                </a:highlight>
                <a:latin typeface="+mn-lt"/>
                <a:ea typeface="Calibri" panose="020F0502020204030204" pitchFamily="34" charset="0"/>
              </a:rPr>
              <a:t>=</a:t>
            </a:r>
            <a:r>
              <a:rPr lang="en-US" sz="1200" dirty="0">
                <a:solidFill>
                  <a:srgbClr val="0000FF"/>
                </a:solidFill>
                <a:effectLst/>
                <a:highlight>
                  <a:srgbClr val="FFFF00"/>
                </a:highlight>
                <a:latin typeface="+mn-lt"/>
                <a:ea typeface="Calibri" panose="020F0502020204030204" pitchFamily="34" charset="0"/>
              </a:rPr>
              <a:t>{</a:t>
            </a:r>
            <a:r>
              <a:rPr lang="en-US" sz="1200" dirty="0">
                <a:solidFill>
                  <a:srgbClr val="800000"/>
                </a:solidFill>
                <a:effectLst/>
                <a:highlight>
                  <a:srgbClr val="FFFF00"/>
                </a:highlight>
                <a:latin typeface="+mn-lt"/>
                <a:ea typeface="Calibri" panose="020F0502020204030204" pitchFamily="34" charset="0"/>
              </a:rPr>
              <a:t>&lt;Blog</a:t>
            </a:r>
            <a:r>
              <a:rPr lang="en-US" sz="1200" spc="-40" dirty="0">
                <a:solidFill>
                  <a:srgbClr val="800000"/>
                </a:solidFill>
                <a:effectLst/>
                <a:highlight>
                  <a:srgbClr val="FFFF00"/>
                </a:highlight>
                <a:latin typeface="+mn-lt"/>
                <a:ea typeface="Calibri" panose="020F0502020204030204" pitchFamily="34" charset="0"/>
              </a:rPr>
              <a:t> </a:t>
            </a:r>
            <a:r>
              <a:rPr lang="en-US" sz="1200" dirty="0">
                <a:solidFill>
                  <a:srgbClr val="800000"/>
                </a:solidFill>
                <a:effectLst/>
                <a:highlight>
                  <a:srgbClr val="FFFF00"/>
                </a:highlight>
                <a:latin typeface="+mn-lt"/>
                <a:ea typeface="Calibri" panose="020F0502020204030204" pitchFamily="34" charset="0"/>
              </a:rPr>
              <a:t>/&gt;</a:t>
            </a:r>
            <a:r>
              <a:rPr lang="en-US" sz="1200" dirty="0">
                <a:solidFill>
                  <a:srgbClr val="0000FF"/>
                </a:solidFill>
                <a:effectLst/>
                <a:highlight>
                  <a:srgbClr val="FFFF00"/>
                </a:highlight>
                <a:latin typeface="+mn-lt"/>
                <a:ea typeface="Calibri" panose="020F0502020204030204" pitchFamily="34" charset="0"/>
              </a:rPr>
              <a:t>}</a:t>
            </a:r>
            <a:r>
              <a:rPr lang="en-US" sz="1200" spc="-40" dirty="0">
                <a:solidFill>
                  <a:srgbClr val="0000FF"/>
                </a:solidFill>
                <a:effectLst/>
                <a:highlight>
                  <a:srgbClr val="FFFF00"/>
                </a:highlight>
                <a:latin typeface="+mn-lt"/>
                <a:ea typeface="Calibri" panose="020F0502020204030204" pitchFamily="34" charset="0"/>
              </a:rPr>
              <a:t> </a:t>
            </a:r>
            <a:r>
              <a:rPr lang="en-US" sz="1200" spc="-25" dirty="0">
                <a:solidFill>
                  <a:srgbClr val="800000"/>
                </a:solidFill>
                <a:effectLst/>
                <a:highlight>
                  <a:srgbClr val="FFFF00"/>
                </a:highlight>
                <a:latin typeface="+mn-lt"/>
                <a:ea typeface="Calibri" panose="020F0502020204030204" pitchFamily="34" charset="0"/>
              </a:rPr>
              <a:t>/&gt;</a:t>
            </a:r>
            <a:endParaRPr lang="fr-FR" sz="1200" dirty="0">
              <a:effectLst/>
              <a:highlight>
                <a:srgbClr val="FFFF00"/>
              </a:highlight>
              <a:latin typeface="+mn-lt"/>
              <a:ea typeface="Calibri" panose="020F0502020204030204" pitchFamily="34" charset="0"/>
            </a:endParaRPr>
          </a:p>
          <a:p>
            <a:pPr marL="1154430" algn="l">
              <a:spcBef>
                <a:spcPts val="125"/>
              </a:spcBef>
              <a:spcAft>
                <a:spcPts val="0"/>
              </a:spcAft>
            </a:pPr>
            <a:r>
              <a:rPr lang="en-US" sz="1200" spc="-10" dirty="0">
                <a:solidFill>
                  <a:srgbClr val="800000"/>
                </a:solidFill>
                <a:effectLst/>
                <a:highlight>
                  <a:srgbClr val="FFFF00"/>
                </a:highlight>
                <a:latin typeface="+mn-lt"/>
                <a:ea typeface="Calibri" panose="020F0502020204030204" pitchFamily="34" charset="0"/>
              </a:rPr>
              <a:t>&lt;/Routes&gt;</a:t>
            </a:r>
            <a:endParaRPr lang="fr-FR" sz="1200" dirty="0">
              <a:effectLst/>
              <a:highlight>
                <a:srgbClr val="FFFF00"/>
              </a:highlight>
              <a:latin typeface="+mn-lt"/>
              <a:ea typeface="Calibri" panose="020F0502020204030204" pitchFamily="34" charset="0"/>
            </a:endParaRPr>
          </a:p>
          <a:p>
            <a:pPr marL="1002030" algn="l">
              <a:spcBef>
                <a:spcPts val="140"/>
              </a:spcBef>
              <a:spcAft>
                <a:spcPts val="0"/>
              </a:spcAft>
            </a:pPr>
            <a:r>
              <a:rPr lang="en-US" sz="1200" spc="-10" dirty="0">
                <a:solidFill>
                  <a:srgbClr val="800000"/>
                </a:solidFill>
                <a:effectLst/>
                <a:latin typeface="+mn-lt"/>
                <a:ea typeface="Calibri" panose="020F0502020204030204" pitchFamily="34" charset="0"/>
              </a:rPr>
              <a:t>&lt;/div&gt;</a:t>
            </a:r>
            <a:endParaRPr lang="fr-FR" sz="1200" dirty="0">
              <a:effectLst/>
              <a:latin typeface="+mn-lt"/>
              <a:ea typeface="Calibri" panose="020F0502020204030204" pitchFamily="34" charset="0"/>
            </a:endParaRPr>
          </a:p>
          <a:p>
            <a:pPr marL="848360" algn="l">
              <a:spcBef>
                <a:spcPts val="140"/>
              </a:spcBef>
              <a:spcAft>
                <a:spcPts val="0"/>
              </a:spcAft>
            </a:pPr>
            <a:r>
              <a:rPr lang="en-US" sz="1200" spc="-10" dirty="0">
                <a:solidFill>
                  <a:srgbClr val="800000"/>
                </a:solidFill>
                <a:effectLst/>
                <a:latin typeface="+mn-lt"/>
                <a:ea typeface="Calibri" panose="020F0502020204030204" pitchFamily="34" charset="0"/>
              </a:rPr>
              <a:t>&lt;/div&gt;</a:t>
            </a:r>
            <a:r>
              <a:rPr lang="en-US" sz="1200" spc="-25" dirty="0">
                <a:effectLst/>
                <a:latin typeface="+mn-lt"/>
                <a:ea typeface="Calibri" panose="020F0502020204030204" pitchFamily="34" charset="0"/>
              </a:rPr>
              <a:t>);</a:t>
            </a:r>
            <a:r>
              <a:rPr lang="en-US" sz="1200" spc="-5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540385" marR="2771140" indent="-154305" algn="l">
              <a:lnSpc>
                <a:spcPct val="110000"/>
              </a:lnSpc>
              <a:spcBef>
                <a:spcPts val="140"/>
              </a:spcBef>
              <a:spcAft>
                <a:spcPts val="0"/>
              </a:spcAft>
            </a:pPr>
            <a:r>
              <a:rPr lang="en-US" sz="1200" dirty="0">
                <a:solidFill>
                  <a:srgbClr val="0000FF"/>
                </a:solidFill>
                <a:effectLst/>
                <a:latin typeface="+mn-lt"/>
                <a:ea typeface="Calibri" panose="020F0502020204030204" pitchFamily="34" charset="0"/>
              </a:rPr>
              <a:t>class</a:t>
            </a:r>
            <a:r>
              <a:rPr lang="en-US" sz="1200" spc="-45" dirty="0">
                <a:solidFill>
                  <a:srgbClr val="0000FF"/>
                </a:solidFill>
                <a:effectLst/>
                <a:latin typeface="+mn-lt"/>
                <a:ea typeface="Calibri" panose="020F0502020204030204" pitchFamily="34" charset="0"/>
              </a:rPr>
              <a:t> </a:t>
            </a:r>
            <a:r>
              <a:rPr lang="en-US" sz="1200" dirty="0">
                <a:effectLst/>
                <a:latin typeface="+mn-lt"/>
                <a:ea typeface="Calibri" panose="020F0502020204030204" pitchFamily="34" charset="0"/>
              </a:rPr>
              <a:t>Home</a:t>
            </a:r>
            <a:r>
              <a:rPr lang="en-US" sz="1200" spc="-45"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extends</a:t>
            </a:r>
            <a:r>
              <a:rPr lang="en-US" sz="1200" spc="-40" dirty="0">
                <a:solidFill>
                  <a:srgbClr val="0000FF"/>
                </a:solidFill>
                <a:effectLst/>
                <a:latin typeface="+mn-lt"/>
                <a:ea typeface="Calibri" panose="020F0502020204030204" pitchFamily="34" charset="0"/>
              </a:rPr>
              <a:t> </a:t>
            </a:r>
            <a:r>
              <a:rPr lang="en-US" sz="1200" dirty="0" err="1">
                <a:effectLst/>
                <a:latin typeface="+mn-lt"/>
                <a:ea typeface="Calibri" panose="020F0502020204030204" pitchFamily="34" charset="0"/>
              </a:rPr>
              <a:t>React.Component</a:t>
            </a:r>
            <a:r>
              <a:rPr lang="en-US" sz="1200" spc="-55" dirty="0">
                <a:effectLst/>
                <a:latin typeface="+mn-lt"/>
                <a:ea typeface="Calibri" panose="020F0502020204030204" pitchFamily="34" charset="0"/>
              </a:rPr>
              <a:t> </a:t>
            </a:r>
            <a:r>
              <a:rPr lang="en-US" sz="1200" dirty="0">
                <a:effectLst/>
                <a:latin typeface="+mn-lt"/>
                <a:ea typeface="Calibri" panose="020F0502020204030204" pitchFamily="34" charset="0"/>
              </a:rPr>
              <a:t>{ render()</a:t>
            </a:r>
            <a:r>
              <a:rPr lang="en-US" sz="1200" spc="200" dirty="0">
                <a:effectLst/>
                <a:latin typeface="+mn-lt"/>
                <a:ea typeface="Calibri" panose="020F0502020204030204" pitchFamily="34" charset="0"/>
              </a:rPr>
              <a:t> </a:t>
            </a:r>
            <a:r>
              <a:rPr lang="en-US" sz="120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694690" algn="l">
              <a:lnSpc>
                <a:spcPts val="1275"/>
              </a:lnSpc>
            </a:pPr>
            <a:r>
              <a:rPr lang="en-US" sz="1200" dirty="0">
                <a:solidFill>
                  <a:srgbClr val="0000FF"/>
                </a:solidFill>
                <a:effectLst/>
                <a:latin typeface="+mn-lt"/>
                <a:ea typeface="Calibri" panose="020F0502020204030204" pitchFamily="34" charset="0"/>
              </a:rPr>
              <a:t>return</a:t>
            </a:r>
            <a:r>
              <a:rPr lang="en-US" sz="1200" spc="-30" dirty="0">
                <a:solidFill>
                  <a:srgbClr val="0000FF"/>
                </a:solidFill>
                <a:effectLst/>
                <a:latin typeface="+mn-lt"/>
                <a:ea typeface="Calibri" panose="020F0502020204030204" pitchFamily="34" charset="0"/>
              </a:rPr>
              <a:t> </a:t>
            </a:r>
            <a:r>
              <a:rPr lang="en-US" sz="1200" spc="-50" dirty="0">
                <a:effectLst/>
                <a:latin typeface="+mn-lt"/>
                <a:ea typeface="Calibri" panose="020F0502020204030204" pitchFamily="34" charset="0"/>
              </a:rPr>
              <a:t>(</a:t>
            </a:r>
            <a:r>
              <a:rPr lang="en-US" sz="1200" spc="-10" dirty="0">
                <a:solidFill>
                  <a:srgbClr val="800000"/>
                </a:solidFill>
                <a:effectLst/>
                <a:latin typeface="+mn-lt"/>
                <a:ea typeface="Calibri" panose="020F0502020204030204" pitchFamily="34" charset="0"/>
              </a:rPr>
              <a:t>&lt;div&gt;&lt;h2&gt;</a:t>
            </a:r>
            <a:r>
              <a:rPr lang="en-US" sz="1200" spc="-10" dirty="0">
                <a:effectLst/>
                <a:latin typeface="+mn-lt"/>
                <a:ea typeface="Calibri" panose="020F0502020204030204" pitchFamily="34" charset="0"/>
              </a:rPr>
              <a:t>Home</a:t>
            </a:r>
            <a:r>
              <a:rPr lang="en-US" sz="1200" spc="-10" dirty="0">
                <a:solidFill>
                  <a:srgbClr val="800000"/>
                </a:solidFill>
                <a:effectLst/>
                <a:latin typeface="+mn-lt"/>
                <a:ea typeface="Calibri" panose="020F0502020204030204" pitchFamily="34" charset="0"/>
              </a:rPr>
              <a:t>&lt;/h2&gt;&lt;/div&gt;</a:t>
            </a:r>
            <a:r>
              <a:rPr lang="en-US" sz="1200" spc="-25" dirty="0">
                <a:effectLst/>
                <a:latin typeface="+mn-lt"/>
                <a:ea typeface="Calibri" panose="020F0502020204030204" pitchFamily="34" charset="0"/>
              </a:rPr>
              <a:t>);</a:t>
            </a:r>
            <a:r>
              <a:rPr lang="en-US" sz="1200" spc="-5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540385" marR="2152015" indent="-154305" algn="l">
              <a:lnSpc>
                <a:spcPct val="110000"/>
              </a:lnSpc>
              <a:spcBef>
                <a:spcPts val="140"/>
              </a:spcBef>
              <a:spcAft>
                <a:spcPts val="0"/>
              </a:spcAft>
            </a:pPr>
            <a:r>
              <a:rPr lang="en-US" sz="1200" dirty="0">
                <a:solidFill>
                  <a:srgbClr val="0000FF"/>
                </a:solidFill>
                <a:effectLst/>
                <a:latin typeface="+mn-lt"/>
                <a:ea typeface="Calibri" panose="020F0502020204030204" pitchFamily="34" charset="0"/>
              </a:rPr>
              <a:t>class</a:t>
            </a:r>
            <a:r>
              <a:rPr lang="en-US" sz="1200" spc="-35" dirty="0">
                <a:solidFill>
                  <a:srgbClr val="0000FF"/>
                </a:solidFill>
                <a:effectLst/>
                <a:latin typeface="+mn-lt"/>
                <a:ea typeface="Calibri" panose="020F0502020204030204" pitchFamily="34" charset="0"/>
              </a:rPr>
              <a:t> </a:t>
            </a:r>
            <a:r>
              <a:rPr lang="en-US" sz="1200" dirty="0">
                <a:effectLst/>
                <a:latin typeface="+mn-lt"/>
                <a:ea typeface="Calibri" panose="020F0502020204030204" pitchFamily="34" charset="0"/>
              </a:rPr>
              <a:t>About</a:t>
            </a:r>
            <a:r>
              <a:rPr lang="en-US" sz="1200" spc="400"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extends</a:t>
            </a:r>
            <a:r>
              <a:rPr lang="en-US" sz="1200" spc="-30" dirty="0">
                <a:solidFill>
                  <a:srgbClr val="0000FF"/>
                </a:solidFill>
                <a:effectLst/>
                <a:latin typeface="+mn-lt"/>
                <a:ea typeface="Calibri" panose="020F0502020204030204" pitchFamily="34" charset="0"/>
              </a:rPr>
              <a:t> </a:t>
            </a:r>
            <a:r>
              <a:rPr lang="en-US" sz="1200" dirty="0" err="1">
                <a:effectLst/>
                <a:latin typeface="+mn-lt"/>
                <a:ea typeface="Calibri" panose="020F0502020204030204" pitchFamily="34" charset="0"/>
              </a:rPr>
              <a:t>React.Component</a:t>
            </a:r>
            <a:r>
              <a:rPr lang="en-US" sz="1200" spc="-40" dirty="0">
                <a:effectLst/>
                <a:latin typeface="+mn-lt"/>
                <a:ea typeface="Calibri" panose="020F0502020204030204" pitchFamily="34" charset="0"/>
              </a:rPr>
              <a:t> </a:t>
            </a:r>
            <a:r>
              <a:rPr lang="en-US" sz="1200" dirty="0">
                <a:effectLst/>
                <a:latin typeface="+mn-lt"/>
                <a:ea typeface="Calibri" panose="020F0502020204030204" pitchFamily="34" charset="0"/>
              </a:rPr>
              <a:t>{ render() {</a:t>
            </a:r>
            <a:endParaRPr lang="fr-FR" sz="1200" dirty="0">
              <a:effectLst/>
              <a:latin typeface="+mn-lt"/>
              <a:ea typeface="Calibri" panose="020F0502020204030204" pitchFamily="34" charset="0"/>
            </a:endParaRPr>
          </a:p>
          <a:p>
            <a:pPr marL="694690" algn="l">
              <a:spcBef>
                <a:spcPts val="10"/>
              </a:spcBef>
              <a:spcAft>
                <a:spcPts val="0"/>
              </a:spcAft>
            </a:pPr>
            <a:r>
              <a:rPr lang="en-US" sz="1200" dirty="0">
                <a:solidFill>
                  <a:srgbClr val="0000FF"/>
                </a:solidFill>
                <a:effectLst/>
                <a:latin typeface="+mn-lt"/>
                <a:ea typeface="Calibri" panose="020F0502020204030204" pitchFamily="34" charset="0"/>
              </a:rPr>
              <a:t>return</a:t>
            </a:r>
            <a:r>
              <a:rPr lang="en-US" sz="1200" spc="-30" dirty="0">
                <a:solidFill>
                  <a:srgbClr val="0000FF"/>
                </a:solidFill>
                <a:effectLst/>
                <a:latin typeface="+mn-lt"/>
                <a:ea typeface="Calibri" panose="020F0502020204030204" pitchFamily="34" charset="0"/>
              </a:rPr>
              <a:t> </a:t>
            </a:r>
            <a:r>
              <a:rPr lang="en-US" sz="1200" spc="-50" dirty="0">
                <a:effectLst/>
                <a:latin typeface="+mn-lt"/>
                <a:ea typeface="Calibri" panose="020F0502020204030204" pitchFamily="34" charset="0"/>
              </a:rPr>
              <a:t>(</a:t>
            </a:r>
            <a:r>
              <a:rPr lang="en-US" sz="1200" spc="-10" dirty="0">
                <a:solidFill>
                  <a:srgbClr val="800000"/>
                </a:solidFill>
                <a:effectLst/>
                <a:latin typeface="+mn-lt"/>
                <a:ea typeface="Calibri" panose="020F0502020204030204" pitchFamily="34" charset="0"/>
              </a:rPr>
              <a:t>&lt;div&gt;&lt;h2&gt;</a:t>
            </a:r>
            <a:r>
              <a:rPr lang="en-US" sz="1200" spc="-10" dirty="0">
                <a:effectLst/>
                <a:latin typeface="+mn-lt"/>
                <a:ea typeface="Calibri" panose="020F0502020204030204" pitchFamily="34" charset="0"/>
              </a:rPr>
              <a:t>About</a:t>
            </a:r>
            <a:r>
              <a:rPr lang="en-US" sz="1200" spc="-10" dirty="0">
                <a:solidFill>
                  <a:srgbClr val="800000"/>
                </a:solidFill>
                <a:effectLst/>
                <a:latin typeface="+mn-lt"/>
                <a:ea typeface="Calibri" panose="020F0502020204030204" pitchFamily="34" charset="0"/>
              </a:rPr>
              <a:t>&lt;/h2&gt;&lt;/div&gt;</a:t>
            </a:r>
            <a:r>
              <a:rPr lang="en-US" sz="1200" spc="-25" dirty="0">
                <a:effectLst/>
                <a:latin typeface="+mn-lt"/>
                <a:ea typeface="Calibri" panose="020F0502020204030204" pitchFamily="34" charset="0"/>
              </a:rPr>
              <a:t>);</a:t>
            </a:r>
            <a:r>
              <a:rPr lang="en-US" sz="1200" spc="-5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540385" marR="2152015" indent="-154305" algn="l">
              <a:lnSpc>
                <a:spcPct val="110000"/>
              </a:lnSpc>
              <a:spcBef>
                <a:spcPts val="130"/>
              </a:spcBef>
              <a:spcAft>
                <a:spcPts val="0"/>
              </a:spcAft>
            </a:pPr>
            <a:r>
              <a:rPr lang="en-US" sz="1200" dirty="0">
                <a:solidFill>
                  <a:srgbClr val="0000FF"/>
                </a:solidFill>
                <a:effectLst/>
                <a:latin typeface="+mn-lt"/>
                <a:ea typeface="Calibri" panose="020F0502020204030204" pitchFamily="34" charset="0"/>
              </a:rPr>
              <a:t>class</a:t>
            </a:r>
            <a:r>
              <a:rPr lang="en-US" sz="1200" spc="-30" dirty="0">
                <a:solidFill>
                  <a:srgbClr val="0000FF"/>
                </a:solidFill>
                <a:effectLst/>
                <a:latin typeface="+mn-lt"/>
                <a:ea typeface="Calibri" panose="020F0502020204030204" pitchFamily="34" charset="0"/>
              </a:rPr>
              <a:t> </a:t>
            </a:r>
            <a:r>
              <a:rPr lang="en-US" sz="1200" dirty="0">
                <a:effectLst/>
                <a:latin typeface="+mn-lt"/>
                <a:ea typeface="Calibri" panose="020F0502020204030204" pitchFamily="34" charset="0"/>
              </a:rPr>
              <a:t>Blog</a:t>
            </a:r>
            <a:r>
              <a:rPr lang="en-US" sz="1200" spc="400" dirty="0">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extends</a:t>
            </a:r>
            <a:r>
              <a:rPr lang="en-US" sz="1200" spc="-35" dirty="0">
                <a:solidFill>
                  <a:srgbClr val="0000FF"/>
                </a:solidFill>
                <a:effectLst/>
                <a:latin typeface="+mn-lt"/>
                <a:ea typeface="Calibri" panose="020F0502020204030204" pitchFamily="34" charset="0"/>
              </a:rPr>
              <a:t> </a:t>
            </a:r>
            <a:r>
              <a:rPr lang="en-US" sz="1200" dirty="0" err="1">
                <a:effectLst/>
                <a:latin typeface="+mn-lt"/>
                <a:ea typeface="Calibri" panose="020F0502020204030204" pitchFamily="34" charset="0"/>
              </a:rPr>
              <a:t>React.Component</a:t>
            </a:r>
            <a:r>
              <a:rPr lang="en-US" sz="1200" spc="-35" dirty="0">
                <a:effectLst/>
                <a:latin typeface="+mn-lt"/>
                <a:ea typeface="Calibri" panose="020F0502020204030204" pitchFamily="34" charset="0"/>
              </a:rPr>
              <a:t> </a:t>
            </a:r>
            <a:r>
              <a:rPr lang="en-US" sz="1200" dirty="0">
                <a:effectLst/>
                <a:latin typeface="+mn-lt"/>
                <a:ea typeface="Calibri" panose="020F0502020204030204" pitchFamily="34" charset="0"/>
              </a:rPr>
              <a:t>{ render() {</a:t>
            </a:r>
            <a:endParaRPr lang="fr-FR" sz="1200" dirty="0">
              <a:effectLst/>
              <a:latin typeface="+mn-lt"/>
              <a:ea typeface="Calibri" panose="020F0502020204030204" pitchFamily="34" charset="0"/>
            </a:endParaRPr>
          </a:p>
          <a:p>
            <a:pPr marL="694690" algn="l">
              <a:lnSpc>
                <a:spcPts val="1285"/>
              </a:lnSpc>
            </a:pPr>
            <a:r>
              <a:rPr lang="pt-BR" sz="1200" dirty="0">
                <a:solidFill>
                  <a:srgbClr val="0000FF"/>
                </a:solidFill>
                <a:effectLst/>
                <a:latin typeface="+mn-lt"/>
                <a:ea typeface="Calibri" panose="020F0502020204030204" pitchFamily="34" charset="0"/>
              </a:rPr>
              <a:t>return</a:t>
            </a:r>
            <a:r>
              <a:rPr lang="pt-BR" sz="1200" spc="-30" dirty="0">
                <a:solidFill>
                  <a:srgbClr val="0000FF"/>
                </a:solidFill>
                <a:effectLst/>
                <a:latin typeface="+mn-lt"/>
                <a:ea typeface="Calibri" panose="020F0502020204030204" pitchFamily="34" charset="0"/>
              </a:rPr>
              <a:t> </a:t>
            </a:r>
            <a:r>
              <a:rPr lang="pt-BR" sz="1200" spc="-50" dirty="0">
                <a:effectLst/>
                <a:latin typeface="+mn-lt"/>
                <a:ea typeface="Calibri" panose="020F0502020204030204" pitchFamily="34" charset="0"/>
              </a:rPr>
              <a:t>(</a:t>
            </a:r>
            <a:r>
              <a:rPr lang="pt-BR" sz="1200" spc="-10" dirty="0">
                <a:solidFill>
                  <a:srgbClr val="800000"/>
                </a:solidFill>
                <a:effectLst/>
                <a:latin typeface="+mn-lt"/>
                <a:ea typeface="Calibri" panose="020F0502020204030204" pitchFamily="34" charset="0"/>
              </a:rPr>
              <a:t>&lt;div&gt;&lt;h2&gt;</a:t>
            </a:r>
            <a:r>
              <a:rPr lang="pt-BR" sz="1200" spc="-10" dirty="0">
                <a:effectLst/>
                <a:latin typeface="+mn-lt"/>
                <a:ea typeface="Calibri" panose="020F0502020204030204" pitchFamily="34" charset="0"/>
              </a:rPr>
              <a:t>Blog</a:t>
            </a:r>
            <a:r>
              <a:rPr lang="pt-BR" sz="1200" spc="-10" dirty="0">
                <a:solidFill>
                  <a:srgbClr val="800000"/>
                </a:solidFill>
                <a:effectLst/>
                <a:latin typeface="+mn-lt"/>
                <a:ea typeface="Calibri" panose="020F0502020204030204" pitchFamily="34" charset="0"/>
              </a:rPr>
              <a:t>&lt;/h2&gt;</a:t>
            </a:r>
            <a:r>
              <a:rPr lang="en-US" sz="1200" spc="-10" dirty="0">
                <a:solidFill>
                  <a:srgbClr val="800000"/>
                </a:solidFill>
                <a:effectLst/>
                <a:latin typeface="+mn-lt"/>
                <a:ea typeface="Calibri" panose="020F0502020204030204" pitchFamily="34" charset="0"/>
              </a:rPr>
              <a:t>&lt;/div&gt;</a:t>
            </a:r>
            <a:r>
              <a:rPr lang="en-US" sz="1200" spc="-25" dirty="0">
                <a:effectLst/>
                <a:latin typeface="+mn-lt"/>
                <a:ea typeface="Calibri" panose="020F0502020204030204" pitchFamily="34" charset="0"/>
              </a:rPr>
              <a:t>);</a:t>
            </a:r>
            <a:r>
              <a:rPr lang="en-US" sz="1200" spc="-50" dirty="0">
                <a:effectLst/>
                <a:latin typeface="+mn-lt"/>
                <a:ea typeface="Calibri" panose="020F0502020204030204" pitchFamily="34" charset="0"/>
              </a:rPr>
              <a:t>}}</a:t>
            </a:r>
            <a:endParaRPr lang="fr-FR" sz="1200" dirty="0">
              <a:effectLst/>
              <a:latin typeface="+mn-lt"/>
              <a:ea typeface="Calibri" panose="020F0502020204030204" pitchFamily="34" charset="0"/>
            </a:endParaRPr>
          </a:p>
          <a:p>
            <a:pPr marL="386715" algn="l">
              <a:spcBef>
                <a:spcPts val="140"/>
              </a:spcBef>
              <a:spcAft>
                <a:spcPts val="0"/>
              </a:spcAft>
            </a:pPr>
            <a:r>
              <a:rPr lang="en-US" sz="1200" dirty="0">
                <a:solidFill>
                  <a:srgbClr val="0000FF"/>
                </a:solidFill>
                <a:effectLst/>
                <a:latin typeface="+mn-lt"/>
                <a:ea typeface="Calibri" panose="020F0502020204030204" pitchFamily="34" charset="0"/>
              </a:rPr>
              <a:t>export</a:t>
            </a:r>
            <a:r>
              <a:rPr lang="en-US" sz="1200" spc="-45" dirty="0">
                <a:solidFill>
                  <a:srgbClr val="0000FF"/>
                </a:solidFill>
                <a:effectLst/>
                <a:latin typeface="+mn-lt"/>
                <a:ea typeface="Calibri" panose="020F0502020204030204" pitchFamily="34" charset="0"/>
              </a:rPr>
              <a:t> </a:t>
            </a:r>
            <a:r>
              <a:rPr lang="en-US" sz="1200" dirty="0">
                <a:solidFill>
                  <a:srgbClr val="0000FF"/>
                </a:solidFill>
                <a:effectLst/>
                <a:latin typeface="+mn-lt"/>
                <a:ea typeface="Calibri" panose="020F0502020204030204" pitchFamily="34" charset="0"/>
              </a:rPr>
              <a:t>default</a:t>
            </a:r>
            <a:r>
              <a:rPr lang="en-US" sz="1200" spc="-35" dirty="0">
                <a:solidFill>
                  <a:srgbClr val="0000FF"/>
                </a:solidFill>
                <a:effectLst/>
                <a:latin typeface="+mn-lt"/>
                <a:ea typeface="Calibri" panose="020F0502020204030204" pitchFamily="34" charset="0"/>
              </a:rPr>
              <a:t> </a:t>
            </a:r>
            <a:r>
              <a:rPr lang="en-US" sz="1200" spc="-20" dirty="0">
                <a:effectLst/>
                <a:latin typeface="+mn-lt"/>
                <a:ea typeface="Calibri" panose="020F0502020204030204" pitchFamily="34" charset="0"/>
              </a:rPr>
              <a:t>App;</a:t>
            </a:r>
            <a:endParaRPr lang="fr-FR" sz="1200" dirty="0">
              <a:effectLst/>
              <a:latin typeface="+mn-lt"/>
              <a:ea typeface="Calibri" panose="020F0502020204030204" pitchFamily="34" charset="0"/>
            </a:endParaRPr>
          </a:p>
        </p:txBody>
      </p:sp>
    </p:spTree>
    <p:extLst>
      <p:ext uri="{BB962C8B-B14F-4D97-AF65-F5344CB8AC3E}">
        <p14:creationId xmlns:p14="http://schemas.microsoft.com/office/powerpoint/2010/main" val="155728421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Routing</a:t>
            </a:r>
            <a:r>
              <a:rPr lang="fr-FR" sz="2400" b="1" dirty="0">
                <a:solidFill>
                  <a:schemeClr val="accent1">
                    <a:lumMod val="75000"/>
                  </a:schemeClr>
                </a:solidFill>
              </a:rPr>
              <a:t> avec </a:t>
            </a:r>
            <a:r>
              <a:rPr lang="fr-FR" sz="2400" b="1" dirty="0" err="1">
                <a:solidFill>
                  <a:schemeClr val="accent1">
                    <a:lumMod val="75000"/>
                  </a:schemeClr>
                </a:solidFill>
              </a:rPr>
              <a:t>React</a:t>
            </a:r>
            <a:r>
              <a:rPr lang="fr-FR" sz="2400" b="1" dirty="0">
                <a:solidFill>
                  <a:schemeClr val="accent1">
                    <a:lumMod val="75000"/>
                  </a:schemeClr>
                </a:solidFill>
              </a:rPr>
              <a:t> Router</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29" name="ZoneTexte 28">
            <a:extLst>
              <a:ext uri="{FF2B5EF4-FFF2-40B4-BE49-F238E27FC236}">
                <a16:creationId xmlns:a16="http://schemas.microsoft.com/office/drawing/2014/main" id="{3EB22875-58A2-1211-76DB-6C18CB32D896}"/>
              </a:ext>
            </a:extLst>
          </p:cNvPr>
          <p:cNvSpPr txBox="1"/>
          <p:nvPr/>
        </p:nvSpPr>
        <p:spPr>
          <a:xfrm>
            <a:off x="88900" y="892794"/>
            <a:ext cx="8347232" cy="369332"/>
          </a:xfrm>
          <a:prstGeom prst="rect">
            <a:avLst/>
          </a:prstGeom>
          <a:noFill/>
        </p:spPr>
        <p:txBody>
          <a:bodyPr wrap="square">
            <a:spAutoFit/>
          </a:bodyPr>
          <a:lstStyle/>
          <a:p>
            <a:pPr marL="0" lvl="1" algn="l">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Etape 3: </a:t>
            </a:r>
            <a:r>
              <a:rPr lang="fr-FR" dirty="0"/>
              <a:t>Appeler le composant App dans Index.js</a:t>
            </a:r>
          </a:p>
        </p:txBody>
      </p:sp>
      <p:sp>
        <p:nvSpPr>
          <p:cNvPr id="35" name="ZoneTexte 34">
            <a:extLst>
              <a:ext uri="{FF2B5EF4-FFF2-40B4-BE49-F238E27FC236}">
                <a16:creationId xmlns:a16="http://schemas.microsoft.com/office/drawing/2014/main" id="{202ADFA6-DE45-26B8-E246-CD1B9CD6C599}"/>
              </a:ext>
            </a:extLst>
          </p:cNvPr>
          <p:cNvSpPr txBox="1"/>
          <p:nvPr/>
        </p:nvSpPr>
        <p:spPr>
          <a:xfrm>
            <a:off x="304800" y="1508347"/>
            <a:ext cx="4990640" cy="4177744"/>
          </a:xfrm>
          <a:prstGeom prst="rect">
            <a:avLst/>
          </a:prstGeom>
          <a:noFill/>
          <a:ln>
            <a:solidFill>
              <a:schemeClr val="tx2"/>
            </a:solidFill>
          </a:ln>
        </p:spPr>
        <p:txBody>
          <a:bodyPr wrap="none">
            <a:noAutofit/>
          </a:bodyPr>
          <a:lstStyle/>
          <a:p>
            <a:pPr marL="318135" algn="l">
              <a:spcBef>
                <a:spcPts val="205"/>
              </a:spcBef>
            </a:pPr>
            <a:r>
              <a:rPr lang="en-US" sz="1800" b="1" i="1" u="sng" spc="-10" dirty="0">
                <a:effectLst/>
                <a:uFill>
                  <a:solidFill>
                    <a:srgbClr val="000000"/>
                  </a:solidFill>
                </a:uFill>
                <a:latin typeface="+mn-lt"/>
                <a:ea typeface="Calibri" panose="020F0502020204030204" pitchFamily="34" charset="0"/>
              </a:rPr>
              <a:t>Index.js</a:t>
            </a:r>
            <a:endParaRPr lang="fr-FR" sz="1800" b="1" i="1" u="sng" dirty="0">
              <a:effectLst/>
              <a:uFill>
                <a:solidFill>
                  <a:srgbClr val="000000"/>
                </a:solidFill>
              </a:uFill>
              <a:latin typeface="+mn-lt"/>
              <a:ea typeface="Calibri" panose="020F0502020204030204" pitchFamily="34" charset="0"/>
            </a:endParaRPr>
          </a:p>
          <a:p>
            <a:pPr marL="318135" algn="l">
              <a:spcBef>
                <a:spcPts val="60"/>
              </a:spcBef>
              <a:spcAft>
                <a:spcPts val="0"/>
              </a:spcAft>
            </a:pPr>
            <a:r>
              <a:rPr lang="en-US" sz="1600" b="1" i="1" dirty="0">
                <a:effectLst/>
                <a:latin typeface="+mn-lt"/>
                <a:ea typeface="Calibri" panose="020F0502020204030204" pitchFamily="34" charset="0"/>
              </a:rPr>
              <a:t> </a:t>
            </a:r>
            <a:endParaRPr lang="fr-FR" sz="1800" dirty="0">
              <a:effectLst/>
              <a:latin typeface="+mn-lt"/>
              <a:ea typeface="Calibri" panose="020F0502020204030204" pitchFamily="34" charset="0"/>
            </a:endParaRPr>
          </a:p>
          <a:p>
            <a:pPr marL="386715" algn="l"/>
            <a:r>
              <a:rPr lang="en-US" sz="1600" dirty="0">
                <a:solidFill>
                  <a:srgbClr val="0000FF"/>
                </a:solidFill>
                <a:effectLst/>
                <a:latin typeface="+mn-lt"/>
                <a:ea typeface="Calibri" panose="020F0502020204030204" pitchFamily="34" charset="0"/>
              </a:rPr>
              <a:t>import</a:t>
            </a:r>
            <a:r>
              <a:rPr lang="en-US" sz="1600" spc="-25" dirty="0">
                <a:solidFill>
                  <a:srgbClr val="0000FF"/>
                </a:solidFill>
                <a:effectLst/>
                <a:latin typeface="+mn-lt"/>
                <a:ea typeface="Calibri" panose="020F0502020204030204" pitchFamily="34" charset="0"/>
              </a:rPr>
              <a:t> </a:t>
            </a:r>
            <a:r>
              <a:rPr lang="en-US" sz="1600" dirty="0">
                <a:effectLst/>
                <a:latin typeface="+mn-lt"/>
                <a:ea typeface="Calibri" panose="020F0502020204030204" pitchFamily="34" charset="0"/>
              </a:rPr>
              <a:t>React</a:t>
            </a:r>
            <a:r>
              <a:rPr lang="en-US" sz="1600" spc="-25" dirty="0">
                <a:effectLst/>
                <a:latin typeface="+mn-lt"/>
                <a:ea typeface="Calibri" panose="020F0502020204030204" pitchFamily="34" charset="0"/>
              </a:rPr>
              <a:t> </a:t>
            </a:r>
            <a:r>
              <a:rPr lang="en-US" sz="1600" dirty="0">
                <a:solidFill>
                  <a:srgbClr val="0000FF"/>
                </a:solidFill>
                <a:effectLst/>
                <a:latin typeface="+mn-lt"/>
                <a:ea typeface="Calibri" panose="020F0502020204030204" pitchFamily="34" charset="0"/>
              </a:rPr>
              <a:t>from</a:t>
            </a:r>
            <a:r>
              <a:rPr lang="en-US" sz="1600" spc="-15" dirty="0">
                <a:solidFill>
                  <a:srgbClr val="0000FF"/>
                </a:solidFill>
                <a:effectLst/>
                <a:latin typeface="+mn-lt"/>
                <a:ea typeface="Calibri" panose="020F0502020204030204" pitchFamily="34" charset="0"/>
              </a:rPr>
              <a:t> </a:t>
            </a:r>
            <a:r>
              <a:rPr lang="en-US" sz="1600" spc="-10" dirty="0">
                <a:solidFill>
                  <a:srgbClr val="A21515"/>
                </a:solidFill>
                <a:effectLst/>
                <a:latin typeface="+mn-lt"/>
                <a:ea typeface="Calibri" panose="020F0502020204030204" pitchFamily="34" charset="0"/>
              </a:rPr>
              <a:t>'react'</a:t>
            </a:r>
            <a:r>
              <a:rPr lang="en-US" sz="1600" spc="-10" dirty="0">
                <a:effectLst/>
                <a:latin typeface="+mn-lt"/>
                <a:ea typeface="Calibri" panose="020F0502020204030204" pitchFamily="34" charset="0"/>
              </a:rPr>
              <a:t>;</a:t>
            </a:r>
            <a:endParaRPr lang="fr-FR" sz="1600" dirty="0">
              <a:effectLst/>
              <a:latin typeface="+mn-lt"/>
              <a:ea typeface="Calibri" panose="020F0502020204030204" pitchFamily="34" charset="0"/>
            </a:endParaRPr>
          </a:p>
          <a:p>
            <a:pPr marL="386715" marR="2152015" algn="l">
              <a:lnSpc>
                <a:spcPct val="110000"/>
              </a:lnSpc>
              <a:spcBef>
                <a:spcPts val="130"/>
              </a:spcBef>
              <a:spcAft>
                <a:spcPts val="0"/>
              </a:spcAft>
            </a:pPr>
            <a:r>
              <a:rPr lang="en-US" sz="1600" dirty="0">
                <a:solidFill>
                  <a:srgbClr val="0000FF"/>
                </a:solidFill>
                <a:effectLst/>
                <a:latin typeface="+mn-lt"/>
                <a:ea typeface="Calibri" panose="020F0502020204030204" pitchFamily="34" charset="0"/>
              </a:rPr>
              <a:t>import</a:t>
            </a:r>
            <a:r>
              <a:rPr lang="en-US" sz="1600" spc="-55" dirty="0">
                <a:solidFill>
                  <a:srgbClr val="0000FF"/>
                </a:solidFill>
                <a:effectLst/>
                <a:latin typeface="+mn-lt"/>
                <a:ea typeface="Calibri" panose="020F0502020204030204" pitchFamily="34" charset="0"/>
              </a:rPr>
              <a:t> </a:t>
            </a:r>
            <a:r>
              <a:rPr lang="en-US" sz="1600" dirty="0" err="1">
                <a:effectLst/>
                <a:latin typeface="+mn-lt"/>
                <a:ea typeface="Calibri" panose="020F0502020204030204" pitchFamily="34" charset="0"/>
              </a:rPr>
              <a:t>ReactDOM</a:t>
            </a:r>
            <a:r>
              <a:rPr lang="en-US" sz="1600" spc="-50" dirty="0">
                <a:effectLst/>
                <a:latin typeface="+mn-lt"/>
                <a:ea typeface="Calibri" panose="020F0502020204030204" pitchFamily="34" charset="0"/>
              </a:rPr>
              <a:t> </a:t>
            </a:r>
            <a:r>
              <a:rPr lang="en-US" sz="1600" dirty="0">
                <a:solidFill>
                  <a:srgbClr val="0000FF"/>
                </a:solidFill>
                <a:effectLst/>
                <a:latin typeface="+mn-lt"/>
                <a:ea typeface="Calibri" panose="020F0502020204030204" pitchFamily="34" charset="0"/>
              </a:rPr>
              <a:t>from</a:t>
            </a:r>
            <a:r>
              <a:rPr lang="en-US" sz="1600" spc="-55" dirty="0">
                <a:solidFill>
                  <a:srgbClr val="0000FF"/>
                </a:solidFill>
                <a:effectLst/>
                <a:latin typeface="+mn-lt"/>
                <a:ea typeface="Calibri" panose="020F0502020204030204" pitchFamily="34" charset="0"/>
              </a:rPr>
              <a:t> </a:t>
            </a:r>
            <a:r>
              <a:rPr lang="en-US" sz="1600" dirty="0">
                <a:solidFill>
                  <a:srgbClr val="A21515"/>
                </a:solidFill>
                <a:effectLst/>
                <a:latin typeface="+mn-lt"/>
                <a:ea typeface="Calibri" panose="020F0502020204030204" pitchFamily="34" charset="0"/>
              </a:rPr>
              <a:t>'react-</a:t>
            </a:r>
            <a:r>
              <a:rPr lang="en-US" sz="1600" dirty="0" err="1">
                <a:solidFill>
                  <a:srgbClr val="A21515"/>
                </a:solidFill>
                <a:effectLst/>
                <a:latin typeface="+mn-lt"/>
                <a:ea typeface="Calibri" panose="020F0502020204030204" pitchFamily="34" charset="0"/>
              </a:rPr>
              <a:t>dom</a:t>
            </a:r>
            <a:r>
              <a:rPr lang="en-US" sz="1600" dirty="0">
                <a:solidFill>
                  <a:srgbClr val="A21515"/>
                </a:solidFill>
                <a:effectLst/>
                <a:latin typeface="+mn-lt"/>
                <a:ea typeface="Calibri" panose="020F0502020204030204" pitchFamily="34" charset="0"/>
              </a:rPr>
              <a:t>/client’</a:t>
            </a:r>
            <a:r>
              <a:rPr lang="en-US" sz="1600" dirty="0">
                <a:effectLst/>
                <a:latin typeface="+mn-lt"/>
                <a:ea typeface="Calibri" panose="020F0502020204030204" pitchFamily="34" charset="0"/>
              </a:rPr>
              <a:t>;</a:t>
            </a:r>
          </a:p>
          <a:p>
            <a:pPr marL="386715" marR="2152015" algn="l">
              <a:lnSpc>
                <a:spcPct val="110000"/>
              </a:lnSpc>
              <a:spcBef>
                <a:spcPts val="130"/>
              </a:spcBef>
              <a:spcAft>
                <a:spcPts val="0"/>
              </a:spcAft>
            </a:pPr>
            <a:r>
              <a:rPr lang="en-US" sz="1600" dirty="0">
                <a:solidFill>
                  <a:srgbClr val="0000FF"/>
                </a:solidFill>
                <a:effectLst/>
                <a:latin typeface="+mn-lt"/>
                <a:ea typeface="Calibri" panose="020F0502020204030204" pitchFamily="34" charset="0"/>
              </a:rPr>
              <a:t>import </a:t>
            </a:r>
            <a:r>
              <a:rPr lang="en-US" sz="1600" dirty="0">
                <a:solidFill>
                  <a:srgbClr val="A21515"/>
                </a:solidFill>
                <a:effectLst/>
                <a:latin typeface="+mn-lt"/>
                <a:ea typeface="Calibri" panose="020F0502020204030204" pitchFamily="34" charset="0"/>
              </a:rPr>
              <a:t>'./index.css'</a:t>
            </a:r>
            <a:r>
              <a:rPr lang="en-US" sz="1600" dirty="0">
                <a:effectLst/>
                <a:latin typeface="+mn-lt"/>
                <a:ea typeface="Calibri" panose="020F0502020204030204" pitchFamily="34" charset="0"/>
              </a:rPr>
              <a:t>;</a:t>
            </a:r>
            <a:endParaRPr lang="fr-FR" sz="1600" dirty="0">
              <a:effectLst/>
              <a:latin typeface="+mn-lt"/>
              <a:ea typeface="Calibri" panose="020F0502020204030204" pitchFamily="34" charset="0"/>
            </a:endParaRPr>
          </a:p>
          <a:p>
            <a:pPr marL="386715" algn="l">
              <a:lnSpc>
                <a:spcPts val="1285"/>
              </a:lnSpc>
            </a:pPr>
            <a:r>
              <a:rPr lang="en-US" sz="1600" dirty="0">
                <a:solidFill>
                  <a:srgbClr val="0000FF"/>
                </a:solidFill>
                <a:effectLst/>
                <a:latin typeface="+mn-lt"/>
                <a:ea typeface="Calibri" panose="020F0502020204030204" pitchFamily="34" charset="0"/>
              </a:rPr>
              <a:t>import</a:t>
            </a:r>
            <a:r>
              <a:rPr lang="en-US" sz="1600" spc="-20" dirty="0">
                <a:solidFill>
                  <a:srgbClr val="0000FF"/>
                </a:solidFill>
                <a:effectLst/>
                <a:latin typeface="+mn-lt"/>
                <a:ea typeface="Calibri" panose="020F0502020204030204" pitchFamily="34" charset="0"/>
              </a:rPr>
              <a:t> </a:t>
            </a:r>
            <a:r>
              <a:rPr lang="en-US" sz="1600" dirty="0">
                <a:effectLst/>
                <a:latin typeface="+mn-lt"/>
                <a:ea typeface="Calibri" panose="020F0502020204030204" pitchFamily="34" charset="0"/>
              </a:rPr>
              <a:t>App</a:t>
            </a:r>
            <a:r>
              <a:rPr lang="en-US" sz="1600" spc="-20" dirty="0">
                <a:effectLst/>
                <a:latin typeface="+mn-lt"/>
                <a:ea typeface="Calibri" panose="020F0502020204030204" pitchFamily="34" charset="0"/>
              </a:rPr>
              <a:t> </a:t>
            </a:r>
            <a:r>
              <a:rPr lang="en-US" sz="1600" dirty="0">
                <a:solidFill>
                  <a:srgbClr val="0000FF"/>
                </a:solidFill>
                <a:effectLst/>
                <a:latin typeface="+mn-lt"/>
                <a:ea typeface="Calibri" panose="020F0502020204030204" pitchFamily="34" charset="0"/>
              </a:rPr>
              <a:t>from</a:t>
            </a:r>
            <a:r>
              <a:rPr lang="en-US" sz="1600" spc="-15" dirty="0">
                <a:solidFill>
                  <a:srgbClr val="0000FF"/>
                </a:solidFill>
                <a:effectLst/>
                <a:latin typeface="+mn-lt"/>
                <a:ea typeface="Calibri" panose="020F0502020204030204" pitchFamily="34" charset="0"/>
              </a:rPr>
              <a:t> </a:t>
            </a:r>
            <a:r>
              <a:rPr lang="en-US" sz="1600" spc="-10" dirty="0">
                <a:solidFill>
                  <a:srgbClr val="A21515"/>
                </a:solidFill>
                <a:effectLst/>
                <a:latin typeface="+mn-lt"/>
                <a:ea typeface="Calibri" panose="020F0502020204030204" pitchFamily="34" charset="0"/>
              </a:rPr>
              <a:t>'./App'</a:t>
            </a:r>
            <a:r>
              <a:rPr lang="en-US" sz="1600" spc="-10" dirty="0">
                <a:effectLst/>
                <a:latin typeface="+mn-lt"/>
                <a:ea typeface="Calibri" panose="020F0502020204030204" pitchFamily="34" charset="0"/>
              </a:rPr>
              <a:t>;</a:t>
            </a:r>
            <a:endParaRPr lang="fr-FR" sz="1600" dirty="0">
              <a:effectLst/>
              <a:latin typeface="+mn-lt"/>
              <a:ea typeface="Calibri" panose="020F0502020204030204" pitchFamily="34" charset="0"/>
            </a:endParaRPr>
          </a:p>
          <a:p>
            <a:pPr marL="386715" algn="l">
              <a:spcBef>
                <a:spcPts val="140"/>
              </a:spcBef>
              <a:spcAft>
                <a:spcPts val="0"/>
              </a:spcAft>
            </a:pPr>
            <a:r>
              <a:rPr lang="en-US" sz="1600" dirty="0">
                <a:solidFill>
                  <a:srgbClr val="0000FF"/>
                </a:solidFill>
                <a:effectLst/>
                <a:latin typeface="+mn-lt"/>
                <a:ea typeface="Calibri" panose="020F0502020204030204" pitchFamily="34" charset="0"/>
              </a:rPr>
              <a:t>import</a:t>
            </a:r>
            <a:r>
              <a:rPr lang="en-US" sz="1600" spc="-50" dirty="0">
                <a:solidFill>
                  <a:srgbClr val="0000FF"/>
                </a:solidFill>
                <a:effectLst/>
                <a:latin typeface="+mn-lt"/>
                <a:ea typeface="Calibri" panose="020F0502020204030204" pitchFamily="34" charset="0"/>
              </a:rPr>
              <a:t> </a:t>
            </a:r>
            <a:r>
              <a:rPr lang="en-US" sz="1600" dirty="0">
                <a:effectLst/>
                <a:latin typeface="+mn-lt"/>
                <a:ea typeface="Calibri" panose="020F0502020204030204" pitchFamily="34" charset="0"/>
              </a:rPr>
              <a:t>{</a:t>
            </a:r>
            <a:r>
              <a:rPr lang="en-US" sz="1600" spc="-40" dirty="0">
                <a:effectLst/>
                <a:latin typeface="+mn-lt"/>
                <a:ea typeface="Calibri" panose="020F0502020204030204" pitchFamily="34" charset="0"/>
              </a:rPr>
              <a:t> </a:t>
            </a:r>
            <a:r>
              <a:rPr lang="en-US" sz="1600" dirty="0" err="1">
                <a:effectLst/>
                <a:latin typeface="+mn-lt"/>
                <a:ea typeface="Calibri" panose="020F0502020204030204" pitchFamily="34" charset="0"/>
              </a:rPr>
              <a:t>BrowserRouter</a:t>
            </a:r>
            <a:r>
              <a:rPr lang="en-US" sz="1600" spc="-35" dirty="0">
                <a:effectLst/>
                <a:latin typeface="+mn-lt"/>
                <a:ea typeface="Calibri" panose="020F0502020204030204" pitchFamily="34" charset="0"/>
              </a:rPr>
              <a:t> </a:t>
            </a:r>
            <a:r>
              <a:rPr lang="en-US" sz="1600" dirty="0">
                <a:effectLst/>
                <a:latin typeface="+mn-lt"/>
                <a:ea typeface="Calibri" panose="020F0502020204030204" pitchFamily="34" charset="0"/>
              </a:rPr>
              <a:t>}</a:t>
            </a:r>
            <a:r>
              <a:rPr lang="en-US" sz="1600" spc="-35" dirty="0">
                <a:effectLst/>
                <a:latin typeface="+mn-lt"/>
                <a:ea typeface="Calibri" panose="020F0502020204030204" pitchFamily="34" charset="0"/>
              </a:rPr>
              <a:t> </a:t>
            </a:r>
            <a:r>
              <a:rPr lang="en-US" sz="1600" dirty="0">
                <a:solidFill>
                  <a:srgbClr val="0000FF"/>
                </a:solidFill>
                <a:effectLst/>
                <a:latin typeface="+mn-lt"/>
                <a:ea typeface="Calibri" panose="020F0502020204030204" pitchFamily="34" charset="0"/>
              </a:rPr>
              <a:t>from</a:t>
            </a:r>
            <a:r>
              <a:rPr lang="en-US" sz="1600" spc="-40" dirty="0">
                <a:solidFill>
                  <a:srgbClr val="0000FF"/>
                </a:solidFill>
                <a:effectLst/>
                <a:latin typeface="+mn-lt"/>
                <a:ea typeface="Calibri" panose="020F0502020204030204" pitchFamily="34" charset="0"/>
              </a:rPr>
              <a:t> </a:t>
            </a:r>
            <a:r>
              <a:rPr lang="en-US" sz="1600" dirty="0">
                <a:solidFill>
                  <a:srgbClr val="A21515"/>
                </a:solidFill>
                <a:effectLst/>
                <a:latin typeface="+mn-lt"/>
                <a:ea typeface="Calibri" panose="020F0502020204030204" pitchFamily="34" charset="0"/>
              </a:rPr>
              <a:t>"react-router-</a:t>
            </a:r>
            <a:r>
              <a:rPr lang="en-US" sz="1600" spc="-10" dirty="0" err="1">
                <a:solidFill>
                  <a:srgbClr val="A21515"/>
                </a:solidFill>
                <a:effectLst/>
                <a:latin typeface="+mn-lt"/>
                <a:ea typeface="Calibri" panose="020F0502020204030204" pitchFamily="34" charset="0"/>
              </a:rPr>
              <a:t>dom</a:t>
            </a:r>
            <a:r>
              <a:rPr lang="en-US" sz="1600" spc="-10" dirty="0">
                <a:solidFill>
                  <a:srgbClr val="A21515"/>
                </a:solidFill>
                <a:effectLst/>
                <a:latin typeface="+mn-lt"/>
                <a:ea typeface="Calibri" panose="020F0502020204030204" pitchFamily="34" charset="0"/>
              </a:rPr>
              <a:t>"</a:t>
            </a:r>
            <a:r>
              <a:rPr lang="en-US" sz="1600" spc="-10" dirty="0">
                <a:effectLst/>
                <a:latin typeface="+mn-lt"/>
                <a:ea typeface="Calibri" panose="020F0502020204030204" pitchFamily="34" charset="0"/>
              </a:rPr>
              <a:t>;</a:t>
            </a:r>
            <a:endParaRPr lang="fr-FR" sz="1600" dirty="0">
              <a:effectLst/>
              <a:latin typeface="+mn-lt"/>
              <a:ea typeface="Calibri" panose="020F0502020204030204" pitchFamily="34" charset="0"/>
            </a:endParaRPr>
          </a:p>
          <a:p>
            <a:pPr marL="386715" algn="l">
              <a:lnSpc>
                <a:spcPct val="110000"/>
              </a:lnSpc>
              <a:spcBef>
                <a:spcPts val="125"/>
              </a:spcBef>
              <a:spcAft>
                <a:spcPts val="0"/>
              </a:spcAft>
            </a:pPr>
            <a:r>
              <a:rPr lang="en-US" sz="1600" dirty="0">
                <a:solidFill>
                  <a:srgbClr val="0000FF"/>
                </a:solidFill>
                <a:effectLst/>
                <a:latin typeface="+mn-lt"/>
                <a:ea typeface="Calibri" panose="020F0502020204030204" pitchFamily="34" charset="0"/>
              </a:rPr>
              <a:t>const</a:t>
            </a:r>
            <a:r>
              <a:rPr lang="en-US" sz="1600" spc="-55" dirty="0">
                <a:solidFill>
                  <a:srgbClr val="0000FF"/>
                </a:solidFill>
                <a:effectLst/>
                <a:latin typeface="+mn-lt"/>
                <a:ea typeface="Calibri" panose="020F0502020204030204" pitchFamily="34" charset="0"/>
              </a:rPr>
              <a:t> </a:t>
            </a:r>
            <a:r>
              <a:rPr lang="en-US" sz="1600" dirty="0">
                <a:effectLst/>
                <a:latin typeface="+mn-lt"/>
                <a:ea typeface="Calibri" panose="020F0502020204030204" pitchFamily="34" charset="0"/>
              </a:rPr>
              <a:t>root</a:t>
            </a:r>
            <a:r>
              <a:rPr lang="en-US" sz="1600" spc="-60" dirty="0">
                <a:effectLst/>
                <a:latin typeface="+mn-lt"/>
                <a:ea typeface="Calibri" panose="020F0502020204030204" pitchFamily="34" charset="0"/>
              </a:rPr>
              <a:t> </a:t>
            </a:r>
            <a:r>
              <a:rPr lang="en-US" sz="1600" dirty="0">
                <a:effectLst/>
                <a:latin typeface="+mn-lt"/>
                <a:ea typeface="Calibri" panose="020F0502020204030204" pitchFamily="34" charset="0"/>
              </a:rPr>
              <a:t>=</a:t>
            </a:r>
            <a:r>
              <a:rPr lang="en-US" sz="1600" spc="-55" dirty="0">
                <a:effectLst/>
                <a:latin typeface="+mn-lt"/>
                <a:ea typeface="Calibri" panose="020F0502020204030204" pitchFamily="34" charset="0"/>
              </a:rPr>
              <a:t> </a:t>
            </a:r>
            <a:r>
              <a:rPr lang="en-US" sz="1600" dirty="0" err="1">
                <a:effectLst/>
                <a:latin typeface="+mn-lt"/>
                <a:ea typeface="Calibri" panose="020F0502020204030204" pitchFamily="34" charset="0"/>
              </a:rPr>
              <a:t>ReactDOM.createRoot</a:t>
            </a:r>
            <a:endParaRPr lang="en-US" sz="1600" dirty="0">
              <a:effectLst/>
              <a:latin typeface="+mn-lt"/>
              <a:ea typeface="Calibri" panose="020F0502020204030204" pitchFamily="34" charset="0"/>
            </a:endParaRPr>
          </a:p>
          <a:p>
            <a:pPr marL="386715" algn="l">
              <a:lnSpc>
                <a:spcPct val="110000"/>
              </a:lnSpc>
              <a:spcBef>
                <a:spcPts val="125"/>
              </a:spcBef>
              <a:spcAft>
                <a:spcPts val="0"/>
              </a:spcAft>
            </a:pPr>
            <a:r>
              <a:rPr lang="en-US" sz="1600" dirty="0">
                <a:effectLst/>
                <a:latin typeface="+mn-lt"/>
                <a:ea typeface="Calibri" panose="020F0502020204030204" pitchFamily="34" charset="0"/>
              </a:rPr>
              <a:t>(</a:t>
            </a:r>
            <a:r>
              <a:rPr lang="en-US" sz="1600" dirty="0" err="1">
                <a:effectLst/>
                <a:latin typeface="+mn-lt"/>
                <a:ea typeface="Calibri" panose="020F0502020204030204" pitchFamily="34" charset="0"/>
              </a:rPr>
              <a:t>document.getElementById</a:t>
            </a:r>
            <a:r>
              <a:rPr lang="en-US" sz="1600" dirty="0">
                <a:effectLst/>
                <a:latin typeface="+mn-lt"/>
                <a:ea typeface="Calibri" panose="020F0502020204030204" pitchFamily="34" charset="0"/>
              </a:rPr>
              <a:t>(</a:t>
            </a:r>
            <a:r>
              <a:rPr lang="en-US" sz="1600" dirty="0">
                <a:solidFill>
                  <a:srgbClr val="A21515"/>
                </a:solidFill>
                <a:effectLst/>
                <a:latin typeface="+mn-lt"/>
                <a:ea typeface="Calibri" panose="020F0502020204030204" pitchFamily="34" charset="0"/>
              </a:rPr>
              <a:t>'root'</a:t>
            </a:r>
            <a:r>
              <a:rPr lang="en-US" sz="1600" dirty="0">
                <a:effectLst/>
                <a:latin typeface="+mn-lt"/>
                <a:ea typeface="Calibri" panose="020F0502020204030204" pitchFamily="34" charset="0"/>
              </a:rPr>
              <a:t>)); </a:t>
            </a:r>
          </a:p>
          <a:p>
            <a:pPr marL="386715" algn="l">
              <a:lnSpc>
                <a:spcPct val="110000"/>
              </a:lnSpc>
              <a:spcBef>
                <a:spcPts val="125"/>
              </a:spcBef>
              <a:spcAft>
                <a:spcPts val="0"/>
              </a:spcAft>
            </a:pPr>
            <a:r>
              <a:rPr lang="en-US" sz="1600" spc="-10" dirty="0" err="1">
                <a:effectLst/>
                <a:latin typeface="+mn-lt"/>
                <a:ea typeface="Calibri" panose="020F0502020204030204" pitchFamily="34" charset="0"/>
              </a:rPr>
              <a:t>root.render</a:t>
            </a:r>
            <a:r>
              <a:rPr lang="en-US" sz="1600" spc="-10" dirty="0">
                <a:effectLst/>
                <a:latin typeface="+mn-lt"/>
                <a:ea typeface="Calibri" panose="020F0502020204030204" pitchFamily="34" charset="0"/>
              </a:rPr>
              <a:t>(</a:t>
            </a:r>
            <a:endParaRPr lang="fr-FR" sz="1600" dirty="0">
              <a:effectLst/>
              <a:latin typeface="+mn-lt"/>
              <a:ea typeface="Calibri" panose="020F0502020204030204" pitchFamily="34" charset="0"/>
            </a:endParaRPr>
          </a:p>
          <a:p>
            <a:pPr marL="540385" algn="l">
              <a:lnSpc>
                <a:spcPts val="1285"/>
              </a:lnSpc>
            </a:pPr>
            <a:r>
              <a:rPr lang="fr-FR" sz="1600" spc="-10" dirty="0">
                <a:solidFill>
                  <a:srgbClr val="800000"/>
                </a:solidFill>
                <a:effectLst/>
                <a:latin typeface="+mn-lt"/>
                <a:ea typeface="Calibri" panose="020F0502020204030204" pitchFamily="34" charset="0"/>
              </a:rPr>
              <a:t>&lt;</a:t>
            </a:r>
            <a:r>
              <a:rPr lang="fr-FR" sz="1600" spc="-10" dirty="0" err="1">
                <a:solidFill>
                  <a:srgbClr val="800000"/>
                </a:solidFill>
                <a:effectLst/>
                <a:latin typeface="+mn-lt"/>
                <a:ea typeface="Calibri" panose="020F0502020204030204" pitchFamily="34" charset="0"/>
              </a:rPr>
              <a:t>BrowserRouter</a:t>
            </a:r>
            <a:r>
              <a:rPr lang="fr-FR" sz="1600" spc="-10" dirty="0">
                <a:solidFill>
                  <a:srgbClr val="800000"/>
                </a:solidFill>
                <a:effectLst/>
                <a:latin typeface="+mn-lt"/>
                <a:ea typeface="Calibri" panose="020F0502020204030204" pitchFamily="34" charset="0"/>
              </a:rPr>
              <a:t>&gt;</a:t>
            </a:r>
            <a:endParaRPr lang="fr-FR" sz="1600" dirty="0">
              <a:effectLst/>
              <a:latin typeface="+mn-lt"/>
              <a:ea typeface="Calibri" panose="020F0502020204030204" pitchFamily="34" charset="0"/>
            </a:endParaRPr>
          </a:p>
          <a:p>
            <a:pPr marL="694690" algn="l">
              <a:spcBef>
                <a:spcPts val="140"/>
              </a:spcBef>
              <a:spcAft>
                <a:spcPts val="0"/>
              </a:spcAft>
            </a:pPr>
            <a:r>
              <a:rPr lang="fr-FR" sz="1600" dirty="0">
                <a:solidFill>
                  <a:srgbClr val="800000"/>
                </a:solidFill>
                <a:effectLst/>
                <a:latin typeface="+mn-lt"/>
                <a:ea typeface="Calibri" panose="020F0502020204030204" pitchFamily="34" charset="0"/>
              </a:rPr>
              <a:t>&lt;App</a:t>
            </a:r>
            <a:r>
              <a:rPr lang="fr-FR" sz="1600" spc="-20" dirty="0">
                <a:solidFill>
                  <a:srgbClr val="800000"/>
                </a:solidFill>
                <a:effectLst/>
                <a:latin typeface="+mn-lt"/>
                <a:ea typeface="Calibri" panose="020F0502020204030204" pitchFamily="34" charset="0"/>
              </a:rPr>
              <a:t> </a:t>
            </a:r>
            <a:r>
              <a:rPr lang="fr-FR" sz="1600" spc="-25" dirty="0">
                <a:solidFill>
                  <a:srgbClr val="800000"/>
                </a:solidFill>
                <a:effectLst/>
                <a:latin typeface="+mn-lt"/>
                <a:ea typeface="Calibri" panose="020F0502020204030204" pitchFamily="34" charset="0"/>
              </a:rPr>
              <a:t>/&gt;</a:t>
            </a:r>
            <a:endParaRPr lang="fr-FR" sz="1600" dirty="0">
              <a:effectLst/>
              <a:latin typeface="+mn-lt"/>
              <a:ea typeface="Calibri" panose="020F0502020204030204" pitchFamily="34" charset="0"/>
            </a:endParaRPr>
          </a:p>
          <a:p>
            <a:pPr marL="540385" algn="l">
              <a:spcBef>
                <a:spcPts val="130"/>
              </a:spcBef>
              <a:spcAft>
                <a:spcPts val="0"/>
              </a:spcAft>
            </a:pPr>
            <a:r>
              <a:rPr lang="fr-FR" sz="1600" spc="-10" dirty="0">
                <a:solidFill>
                  <a:srgbClr val="800000"/>
                </a:solidFill>
                <a:effectLst/>
                <a:latin typeface="+mn-lt"/>
                <a:ea typeface="Calibri" panose="020F0502020204030204" pitchFamily="34" charset="0"/>
              </a:rPr>
              <a:t>&lt;/</a:t>
            </a:r>
            <a:r>
              <a:rPr lang="fr-FR" sz="1600" spc="-10" dirty="0" err="1">
                <a:solidFill>
                  <a:srgbClr val="800000"/>
                </a:solidFill>
                <a:effectLst/>
                <a:latin typeface="+mn-lt"/>
                <a:ea typeface="Calibri" panose="020F0502020204030204" pitchFamily="34" charset="0"/>
              </a:rPr>
              <a:t>BrowserRouter</a:t>
            </a:r>
            <a:r>
              <a:rPr lang="fr-FR" sz="1600" spc="-10" dirty="0">
                <a:solidFill>
                  <a:srgbClr val="800000"/>
                </a:solidFill>
                <a:effectLst/>
                <a:latin typeface="+mn-lt"/>
                <a:ea typeface="Calibri" panose="020F0502020204030204" pitchFamily="34" charset="0"/>
              </a:rPr>
              <a:t>&gt;</a:t>
            </a:r>
            <a:endParaRPr lang="fr-FR" sz="1600" dirty="0">
              <a:effectLst/>
              <a:latin typeface="+mn-lt"/>
              <a:ea typeface="Calibri" panose="020F0502020204030204" pitchFamily="34" charset="0"/>
            </a:endParaRPr>
          </a:p>
          <a:p>
            <a:pPr marL="386715" algn="l">
              <a:spcBef>
                <a:spcPts val="140"/>
              </a:spcBef>
              <a:spcAft>
                <a:spcPts val="0"/>
              </a:spcAft>
            </a:pPr>
            <a:r>
              <a:rPr lang="fr-FR" sz="1600" spc="-25" dirty="0">
                <a:effectLst/>
                <a:latin typeface="+mn-lt"/>
                <a:ea typeface="Calibri" panose="020F0502020204030204" pitchFamily="34" charset="0"/>
              </a:rPr>
              <a:t>);</a:t>
            </a:r>
            <a:endParaRPr lang="fr-FR" sz="1600" dirty="0">
              <a:effectLst/>
              <a:latin typeface="+mn-lt"/>
              <a:ea typeface="Calibri" panose="020F0502020204030204" pitchFamily="34" charset="0"/>
            </a:endParaRPr>
          </a:p>
        </p:txBody>
      </p:sp>
      <p:pic>
        <p:nvPicPr>
          <p:cNvPr id="3" name="Image 2" descr="Une image contenant texte, capture d’écran, Police, nombre&#10;&#10;Description générée automatiquement">
            <a:extLst>
              <a:ext uri="{FF2B5EF4-FFF2-40B4-BE49-F238E27FC236}">
                <a16:creationId xmlns:a16="http://schemas.microsoft.com/office/drawing/2014/main" id="{6372C6F5-CADC-1D5D-A2EB-08910E0BD8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6871" y="2584342"/>
            <a:ext cx="3473629" cy="2025754"/>
          </a:xfrm>
          <a:prstGeom prst="rect">
            <a:avLst/>
          </a:prstGeom>
        </p:spPr>
      </p:pic>
      <p:sp>
        <p:nvSpPr>
          <p:cNvPr id="5" name="ZoneTexte 4">
            <a:extLst>
              <a:ext uri="{FF2B5EF4-FFF2-40B4-BE49-F238E27FC236}">
                <a16:creationId xmlns:a16="http://schemas.microsoft.com/office/drawing/2014/main" id="{C5E7BF2C-8613-18A2-37CD-B5E4B92D95A2}"/>
              </a:ext>
            </a:extLst>
          </p:cNvPr>
          <p:cNvSpPr txBox="1"/>
          <p:nvPr/>
        </p:nvSpPr>
        <p:spPr>
          <a:xfrm>
            <a:off x="5558536" y="2025087"/>
            <a:ext cx="879856" cy="338554"/>
          </a:xfrm>
          <a:prstGeom prst="rect">
            <a:avLst/>
          </a:prstGeom>
          <a:noFill/>
        </p:spPr>
        <p:txBody>
          <a:bodyPr wrap="none" rtlCol="0">
            <a:spAutoFit/>
          </a:bodyPr>
          <a:lstStyle/>
          <a:p>
            <a:r>
              <a:rPr lang="fr-FR" b="1" dirty="0">
                <a:latin typeface="+mn-lt"/>
              </a:rPr>
              <a:t>Résultat</a:t>
            </a:r>
          </a:p>
        </p:txBody>
      </p:sp>
    </p:spTree>
    <p:extLst>
      <p:ext uri="{BB962C8B-B14F-4D97-AF65-F5344CB8AC3E}">
        <p14:creationId xmlns:p14="http://schemas.microsoft.com/office/powerpoint/2010/main" val="41481347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94851-ED0B-ACEE-E1F7-BAA72B0D4E4E}"/>
            </a:ext>
          </a:extLst>
        </p:cNvPr>
        <p:cNvGrpSpPr/>
        <p:nvPr/>
      </p:nvGrpSpPr>
      <p:grpSpPr>
        <a:xfrm>
          <a:off x="0" y="0"/>
          <a:ext cx="0" cy="0"/>
          <a:chOff x="0" y="0"/>
          <a:chExt cx="0" cy="0"/>
        </a:xfrm>
      </p:grpSpPr>
      <p:sp>
        <p:nvSpPr>
          <p:cNvPr id="3074" name="Rectangle 2059">
            <a:extLst>
              <a:ext uri="{FF2B5EF4-FFF2-40B4-BE49-F238E27FC236}">
                <a16:creationId xmlns:a16="http://schemas.microsoft.com/office/drawing/2014/main" id="{808EF141-1401-ADB8-13FC-33FC7C50F65B}"/>
              </a:ext>
            </a:extLst>
          </p:cNvPr>
          <p:cNvSpPr>
            <a:spLocks noGrp="1" noChangeArrowheads="1"/>
          </p:cNvSpPr>
          <p:nvPr>
            <p:ph type="ctrTitle" sz="quarter"/>
          </p:nvPr>
        </p:nvSpPr>
        <p:spPr>
          <a:xfrm>
            <a:off x="1289304" y="1972019"/>
            <a:ext cx="7091216" cy="1542363"/>
          </a:xfrm>
          <a:solidFill>
            <a:schemeClr val="bg1">
              <a:alpha val="50195"/>
            </a:schemeClr>
          </a:solidFill>
          <a:ln>
            <a:miter lim="800000"/>
            <a:headEnd/>
            <a:tailEnd/>
          </a:ln>
        </p:spPr>
        <p:txBody>
          <a:bodyPr>
            <a:normAutofit/>
          </a:bodyPr>
          <a:lstStyle/>
          <a:p>
            <a:pPr algn="ctr" fontAlgn="ctr">
              <a:spcBef>
                <a:spcPts val="0"/>
              </a:spcBef>
              <a:buSzPts val="1600"/>
            </a:pPr>
            <a:r>
              <a:rPr lang="fr-FR" sz="3600" b="1" dirty="0" err="1">
                <a:solidFill>
                  <a:schemeClr val="bg1"/>
                </a:solidFill>
                <a:latin typeface="Times New Roman" panose="02020603050405020304" pitchFamily="18" charset="0"/>
              </a:rPr>
              <a:t>React</a:t>
            </a:r>
            <a:r>
              <a:rPr lang="fr-FR" sz="3600" b="1" dirty="0">
                <a:solidFill>
                  <a:schemeClr val="bg1"/>
                </a:solidFill>
                <a:latin typeface="Times New Roman" panose="02020603050405020304" pitchFamily="18" charset="0"/>
              </a:rPr>
              <a:t> JS</a:t>
            </a:r>
            <a:br>
              <a:rPr lang="fr-FR" sz="3600" b="1" i="0" u="none" strike="noStrike" dirty="0">
                <a:solidFill>
                  <a:srgbClr val="000000"/>
                </a:solidFill>
                <a:effectLst/>
                <a:latin typeface="Times New Roman" panose="02020603050405020304" pitchFamily="18" charset="0"/>
              </a:rPr>
            </a:br>
            <a:endParaRPr lang="en-US" altLang="fr-FR" dirty="0">
              <a:solidFill>
                <a:schemeClr val="bg1"/>
              </a:solidFill>
              <a:latin typeface="Arial" panose="020B0604020202020204" pitchFamily="34" charset="0"/>
            </a:endParaRPr>
          </a:p>
        </p:txBody>
      </p:sp>
      <p:sp>
        <p:nvSpPr>
          <p:cNvPr id="3" name="ZoneTexte 2">
            <a:extLst>
              <a:ext uri="{FF2B5EF4-FFF2-40B4-BE49-F238E27FC236}">
                <a16:creationId xmlns:a16="http://schemas.microsoft.com/office/drawing/2014/main" id="{3817261D-9012-06CF-E770-085BC28BAA3E}"/>
              </a:ext>
            </a:extLst>
          </p:cNvPr>
          <p:cNvSpPr txBox="1"/>
          <p:nvPr/>
        </p:nvSpPr>
        <p:spPr>
          <a:xfrm>
            <a:off x="1289304" y="3707175"/>
            <a:ext cx="7091216" cy="2769989"/>
          </a:xfrm>
          <a:prstGeom prst="rect">
            <a:avLst/>
          </a:prstGeom>
          <a:noFill/>
        </p:spPr>
        <p:txBody>
          <a:bodyPr wrap="square">
            <a:spAutoFit/>
          </a:bodyPr>
          <a:lstStyle/>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Introduction à </a:t>
            </a:r>
            <a:r>
              <a:rPr lang="fr-FR" sz="2000" dirty="0" err="1">
                <a:solidFill>
                  <a:schemeClr val="bg1"/>
                </a:solidFill>
                <a:latin typeface="+mn-lt"/>
              </a:rPr>
              <a:t>React</a:t>
            </a:r>
            <a:r>
              <a:rPr lang="fr-FR" sz="2000" dirty="0">
                <a:solidFill>
                  <a:schemeClr val="bg1"/>
                </a:solidFill>
                <a:latin typeface="+mn-lt"/>
              </a:rPr>
              <a:t> JS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State</a:t>
            </a:r>
            <a:r>
              <a:rPr lang="fr-FR" sz="2000" b="1" dirty="0">
                <a:solidFill>
                  <a:srgbClr val="FFC000"/>
                </a:solidFill>
                <a:latin typeface="+mn-lt"/>
              </a:rPr>
              <a:t> </a:t>
            </a:r>
            <a:r>
              <a:rPr lang="fr-FR" sz="2000" dirty="0">
                <a:solidFill>
                  <a:schemeClr val="bg1"/>
                </a:solidFill>
                <a:latin typeface="+mn-lt"/>
              </a:rPr>
              <a:t>et</a:t>
            </a:r>
            <a:r>
              <a:rPr lang="fr-FR" sz="2000" b="1" dirty="0">
                <a:solidFill>
                  <a:srgbClr val="FFC000"/>
                </a:solidFill>
                <a:latin typeface="+mn-lt"/>
              </a:rPr>
              <a:t> </a:t>
            </a:r>
            <a:r>
              <a:rPr lang="fr-FR" sz="2000" dirty="0" err="1">
                <a:solidFill>
                  <a:schemeClr val="bg1"/>
                </a:solidFill>
                <a:latin typeface="+mn-lt"/>
              </a:rPr>
              <a:t>Props</a:t>
            </a:r>
            <a:endParaRPr lang="fr-FR" sz="2000" dirty="0">
              <a:solidFill>
                <a:schemeClr val="bg1"/>
              </a:solidFill>
              <a:latin typeface="+mn-lt"/>
            </a:endParaRP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a:solidFill>
                  <a:schemeClr val="bg1"/>
                </a:solidFill>
                <a:latin typeface="+mn-lt"/>
              </a:rPr>
              <a:t>Gestion des événements et formulaires</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dirty="0" err="1">
                <a:solidFill>
                  <a:schemeClr val="bg1"/>
                </a:solidFill>
                <a:latin typeface="+mn-lt"/>
              </a:rPr>
              <a:t>Routing</a:t>
            </a:r>
            <a:r>
              <a:rPr lang="fr-FR" sz="2000" dirty="0">
                <a:solidFill>
                  <a:schemeClr val="bg1"/>
                </a:solidFill>
                <a:latin typeface="+mn-lt"/>
              </a:rPr>
              <a:t> avec </a:t>
            </a:r>
            <a:r>
              <a:rPr lang="fr-FR" sz="2000" dirty="0" err="1">
                <a:solidFill>
                  <a:schemeClr val="bg1"/>
                </a:solidFill>
                <a:latin typeface="+mn-lt"/>
              </a:rPr>
              <a:t>React</a:t>
            </a:r>
            <a:r>
              <a:rPr lang="fr-FR" sz="2000" dirty="0">
                <a:solidFill>
                  <a:schemeClr val="bg1"/>
                </a:solidFill>
                <a:latin typeface="+mn-lt"/>
              </a:rPr>
              <a:t> Router</a:t>
            </a:r>
          </a:p>
          <a:p>
            <a:pPr marL="283464" indent="-283464" algn="l" rtl="0" eaLnBrk="1" fontAlgn="ctr" latinLnBrk="0" hangingPunct="1">
              <a:lnSpc>
                <a:spcPct val="150000"/>
              </a:lnSpc>
              <a:spcBef>
                <a:spcPts val="0"/>
              </a:spcBef>
              <a:spcAft>
                <a:spcPts val="0"/>
              </a:spcAft>
              <a:buClrTx/>
              <a:buSzPts val="1600"/>
              <a:buFont typeface="Wingdings" panose="05000000000000000000" pitchFamily="2" charset="2"/>
              <a:buChar char="§"/>
            </a:pPr>
            <a:r>
              <a:rPr lang="fr-FR" sz="2000" b="1" dirty="0" err="1">
                <a:solidFill>
                  <a:srgbClr val="FFC000"/>
                </a:solidFill>
                <a:latin typeface="+mn-lt"/>
              </a:rPr>
              <a:t>Hooks</a:t>
            </a:r>
            <a:r>
              <a:rPr lang="fr-FR" sz="2000" dirty="0">
                <a:solidFill>
                  <a:schemeClr val="bg1"/>
                </a:solidFill>
                <a:latin typeface="+mn-lt"/>
              </a:rPr>
              <a:t> </a:t>
            </a:r>
            <a:r>
              <a:rPr lang="fr-FR" sz="2000" b="1" dirty="0">
                <a:solidFill>
                  <a:srgbClr val="FFC000"/>
                </a:solidFill>
                <a:latin typeface="+mn-lt"/>
              </a:rPr>
              <a:t>avancés</a:t>
            </a:r>
            <a:r>
              <a:rPr lang="fr-FR" sz="2000" dirty="0">
                <a:solidFill>
                  <a:schemeClr val="bg1"/>
                </a:solidFill>
                <a:latin typeface="+mn-lt"/>
              </a:rPr>
              <a:t> </a:t>
            </a:r>
            <a:r>
              <a:rPr lang="fr-FR" sz="2000" b="1" dirty="0">
                <a:solidFill>
                  <a:srgbClr val="FFC000"/>
                </a:solidFill>
                <a:latin typeface="+mn-lt"/>
              </a:rPr>
              <a:t>et</a:t>
            </a:r>
            <a:r>
              <a:rPr lang="fr-FR" sz="2000" dirty="0">
                <a:solidFill>
                  <a:schemeClr val="bg1"/>
                </a:solidFill>
                <a:latin typeface="+mn-lt"/>
              </a:rPr>
              <a:t> </a:t>
            </a:r>
            <a:r>
              <a:rPr lang="fr-FR" sz="2000" b="1" dirty="0">
                <a:solidFill>
                  <a:srgbClr val="FFC000"/>
                </a:solidFill>
                <a:latin typeface="+mn-lt"/>
              </a:rPr>
              <a:t>contexte</a:t>
            </a:r>
            <a:br>
              <a:rPr lang="fr-FR" sz="1200" b="0" i="0" u="none" strike="noStrike" dirty="0">
                <a:solidFill>
                  <a:schemeClr val="bg1"/>
                </a:solidFill>
                <a:effectLst/>
                <a:latin typeface="Arial" panose="020B0604020202020204" pitchFamily="34" charset="0"/>
              </a:rPr>
            </a:br>
            <a:endParaRPr lang="fr-FR" dirty="0">
              <a:solidFill>
                <a:schemeClr val="bg1"/>
              </a:solidFill>
            </a:endParaRPr>
          </a:p>
        </p:txBody>
      </p:sp>
      <p:pic>
        <p:nvPicPr>
          <p:cNvPr id="2" name="Image 1">
            <a:extLst>
              <a:ext uri="{FF2B5EF4-FFF2-40B4-BE49-F238E27FC236}">
                <a16:creationId xmlns:a16="http://schemas.microsoft.com/office/drawing/2014/main" id="{4D772151-5611-1A53-D435-15967D5F660A}"/>
              </a:ext>
            </a:extLst>
          </p:cNvPr>
          <p:cNvPicPr>
            <a:picLocks noChangeAspect="1"/>
          </p:cNvPicPr>
          <p:nvPr/>
        </p:nvPicPr>
        <p:blipFill>
          <a:blip r:embed="rId3"/>
          <a:stretch>
            <a:fillRect/>
          </a:stretch>
        </p:blipFill>
        <p:spPr>
          <a:xfrm>
            <a:off x="4124745" y="829020"/>
            <a:ext cx="894509" cy="870333"/>
          </a:xfrm>
          <a:prstGeom prst="rect">
            <a:avLst/>
          </a:prstGeom>
        </p:spPr>
      </p:pic>
    </p:spTree>
    <p:extLst>
      <p:ext uri="{BB962C8B-B14F-4D97-AF65-F5344CB8AC3E}">
        <p14:creationId xmlns:p14="http://schemas.microsoft.com/office/powerpoint/2010/main" val="3464939401"/>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a:solidFill>
                  <a:schemeClr val="accent1">
                    <a:lumMod val="75000"/>
                  </a:schemeClr>
                </a:solidFill>
              </a:rPr>
              <a:t>Cycle de vie des composants en classe </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4" y="872148"/>
            <a:ext cx="5909214" cy="4992136"/>
          </a:xfrm>
          <a:prstGeom prst="rect">
            <a:avLst/>
          </a:prstGeom>
          <a:noFill/>
          <a:ln>
            <a:solidFill>
              <a:schemeClr val="tx1"/>
            </a:solidFill>
          </a:ln>
        </p:spPr>
        <p:txBody>
          <a:bodyPr wrap="square">
            <a:spAutoFit/>
          </a:bodyPr>
          <a:lstStyle/>
          <a:p>
            <a:pPr marL="285750" lvl="1" indent="-285750" algn="l" rtl="0">
              <a:spcBef>
                <a:spcPts val="605"/>
              </a:spcBef>
              <a:spcAft>
                <a:spcPts val="0"/>
              </a:spcAft>
              <a:buClr>
                <a:srgbClr val="1F3863"/>
              </a:buClr>
              <a:buSzPts val="1200"/>
              <a:buFont typeface="Wingdings" panose="05000000000000000000" pitchFamily="2" charset="2"/>
              <a:buChar char="§"/>
              <a:tabLst>
                <a:tab pos="539115" algn="l"/>
              </a:tabLst>
            </a:pPr>
            <a:r>
              <a:rPr lang="fr-FR" b="0" dirty="0">
                <a:latin typeface="+mn-lt"/>
              </a:rPr>
              <a:t>3 phases :</a:t>
            </a:r>
          </a:p>
          <a:p>
            <a:pPr marL="628650" indent="-285750" algn="l">
              <a:lnSpc>
                <a:spcPct val="90000"/>
              </a:lnSpc>
              <a:buClr>
                <a:schemeClr val="tx1"/>
              </a:buClr>
              <a:buFont typeface="Courier New" panose="02070309020205020404" pitchFamily="49" charset="0"/>
              <a:buChar char="o"/>
            </a:pPr>
            <a:r>
              <a:rPr lang="fr-FR" b="0" dirty="0">
                <a:latin typeface="+mn-lt"/>
              </a:rPr>
              <a:t>1. Phase de montage (</a:t>
            </a:r>
            <a:r>
              <a:rPr lang="fr-FR" b="0" dirty="0" err="1">
                <a:latin typeface="+mn-lt"/>
              </a:rPr>
              <a:t>Mounting</a:t>
            </a:r>
            <a:r>
              <a:rPr lang="fr-FR" b="0" dirty="0">
                <a:latin typeface="+mn-lt"/>
              </a:rPr>
              <a:t>). </a:t>
            </a:r>
          </a:p>
          <a:p>
            <a:pPr marL="628650" indent="-285750" algn="l">
              <a:lnSpc>
                <a:spcPct val="90000"/>
              </a:lnSpc>
              <a:buClr>
                <a:schemeClr val="tx1"/>
              </a:buClr>
              <a:buFont typeface="Courier New" panose="02070309020205020404" pitchFamily="49" charset="0"/>
              <a:buChar char="o"/>
            </a:pPr>
            <a:r>
              <a:rPr lang="fr-FR" b="0" dirty="0">
                <a:latin typeface="+mn-lt"/>
              </a:rPr>
              <a:t>2. Phase de mise à jour (</a:t>
            </a:r>
            <a:r>
              <a:rPr lang="fr-FR" b="0" dirty="0" err="1">
                <a:latin typeface="+mn-lt"/>
              </a:rPr>
              <a:t>Updating</a:t>
            </a:r>
            <a:r>
              <a:rPr lang="fr-FR" b="0" dirty="0">
                <a:latin typeface="+mn-lt"/>
              </a:rPr>
              <a:t>)</a:t>
            </a:r>
          </a:p>
          <a:p>
            <a:pPr marL="628650" indent="-285750" algn="l">
              <a:lnSpc>
                <a:spcPct val="90000"/>
              </a:lnSpc>
              <a:buClr>
                <a:schemeClr val="tx1"/>
              </a:buClr>
              <a:buFont typeface="Courier New" panose="02070309020205020404" pitchFamily="49" charset="0"/>
              <a:buChar char="o"/>
            </a:pPr>
            <a:r>
              <a:rPr lang="fr-FR" b="0" dirty="0">
                <a:latin typeface="+mn-lt"/>
              </a:rPr>
              <a:t>3. Phase de démontage (</a:t>
            </a:r>
            <a:r>
              <a:rPr lang="fr-FR" b="0" dirty="0" err="1">
                <a:latin typeface="+mn-lt"/>
              </a:rPr>
              <a:t>Unmounting</a:t>
            </a:r>
            <a:r>
              <a:rPr lang="fr-FR" b="0" dirty="0">
                <a:latin typeface="+mn-lt"/>
              </a:rPr>
              <a:t>)</a:t>
            </a:r>
          </a:p>
          <a:p>
            <a:pPr algn="l">
              <a:lnSpc>
                <a:spcPct val="90000"/>
              </a:lnSpc>
              <a:buClr>
                <a:schemeClr val="tx1"/>
              </a:buClr>
            </a:pPr>
            <a:endParaRPr lang="fr-FR" b="0" dirty="0">
              <a:latin typeface="+mn-lt"/>
            </a:endParaRPr>
          </a:p>
          <a:p>
            <a:pPr marL="285750" indent="-285750" algn="l">
              <a:lnSpc>
                <a:spcPct val="90000"/>
              </a:lnSpc>
              <a:buClr>
                <a:schemeClr val="tx1"/>
              </a:buClr>
              <a:buFont typeface="Wingdings" panose="05000000000000000000" pitchFamily="2" charset="2"/>
              <a:buChar char="§"/>
            </a:pPr>
            <a:r>
              <a:rPr lang="fr-FR" b="0" dirty="0">
                <a:latin typeface="+mn-lt"/>
              </a:rPr>
              <a:t>Ordre d’exécution de la phase de montage :</a:t>
            </a:r>
          </a:p>
          <a:p>
            <a:pPr marL="469900" lvl="1" indent="0" algn="l">
              <a:lnSpc>
                <a:spcPct val="90000"/>
              </a:lnSpc>
              <a:buClr>
                <a:schemeClr val="tx1"/>
              </a:buClr>
              <a:buNone/>
            </a:pPr>
            <a:r>
              <a:rPr lang="fr-FR" b="0" dirty="0">
                <a:latin typeface="+mn-lt"/>
              </a:rPr>
              <a:t>   1- </a:t>
            </a:r>
            <a:r>
              <a:rPr lang="fr-FR" b="0" dirty="0" err="1">
                <a:latin typeface="+mn-lt"/>
              </a:rPr>
              <a:t>constructor</a:t>
            </a:r>
            <a:r>
              <a:rPr lang="fr-FR" b="0" dirty="0">
                <a:latin typeface="+mn-lt"/>
              </a:rPr>
              <a:t>()</a:t>
            </a:r>
          </a:p>
          <a:p>
            <a:pPr marL="469900" lvl="1" indent="0" algn="l">
              <a:lnSpc>
                <a:spcPct val="90000"/>
              </a:lnSpc>
              <a:buClr>
                <a:schemeClr val="tx1"/>
              </a:buClr>
              <a:buNone/>
            </a:pPr>
            <a:r>
              <a:rPr lang="fr-FR" b="0" dirty="0">
                <a:latin typeface="+mn-lt"/>
              </a:rPr>
              <a:t>   2- </a:t>
            </a:r>
            <a:r>
              <a:rPr lang="fr-FR" b="0" dirty="0" err="1">
                <a:latin typeface="+mn-lt"/>
              </a:rPr>
              <a:t>render</a:t>
            </a:r>
            <a:r>
              <a:rPr lang="fr-FR" b="0" dirty="0">
                <a:latin typeface="+mn-lt"/>
              </a:rPr>
              <a:t>()</a:t>
            </a:r>
          </a:p>
          <a:p>
            <a:pPr marL="469900" lvl="1" indent="0" algn="l">
              <a:lnSpc>
                <a:spcPct val="90000"/>
              </a:lnSpc>
              <a:buClr>
                <a:schemeClr val="tx1"/>
              </a:buClr>
              <a:buNone/>
            </a:pPr>
            <a:r>
              <a:rPr lang="fr-FR" b="0" dirty="0">
                <a:latin typeface="+mn-lt"/>
              </a:rPr>
              <a:t>   3- </a:t>
            </a:r>
            <a:r>
              <a:rPr lang="fr-FR" b="0" dirty="0" err="1">
                <a:latin typeface="+mn-lt"/>
              </a:rPr>
              <a:t>componentDidMount</a:t>
            </a:r>
            <a:r>
              <a:rPr lang="fr-FR" b="0" dirty="0">
                <a:latin typeface="+mn-lt"/>
              </a:rPr>
              <a:t>(): est utilisé pour :</a:t>
            </a:r>
          </a:p>
          <a:p>
            <a:pPr marL="1168400" lvl="1" indent="-285750" algn="l">
              <a:lnSpc>
                <a:spcPct val="90000"/>
              </a:lnSpc>
              <a:buClr>
                <a:schemeClr val="tx1"/>
              </a:buClr>
              <a:buFont typeface="Courier New" panose="02070309020205020404" pitchFamily="49" charset="0"/>
              <a:buChar char="o"/>
            </a:pPr>
            <a:r>
              <a:rPr lang="fr-FR" b="0" dirty="0">
                <a:latin typeface="+mn-lt"/>
              </a:rPr>
              <a:t>Appels API</a:t>
            </a:r>
          </a:p>
          <a:p>
            <a:pPr marL="1168400" lvl="1" indent="-285750" algn="l">
              <a:lnSpc>
                <a:spcPct val="90000"/>
              </a:lnSpc>
              <a:buClr>
                <a:schemeClr val="tx1"/>
              </a:buClr>
              <a:buFont typeface="Courier New" panose="02070309020205020404" pitchFamily="49" charset="0"/>
              <a:buChar char="o"/>
            </a:pPr>
            <a:r>
              <a:rPr lang="fr-FR" b="0" dirty="0">
                <a:latin typeface="+mn-lt"/>
              </a:rPr>
              <a:t>Abonnements</a:t>
            </a:r>
          </a:p>
          <a:p>
            <a:pPr marL="1168400" lvl="1" indent="-285750" algn="l">
              <a:lnSpc>
                <a:spcPct val="90000"/>
              </a:lnSpc>
              <a:buClr>
                <a:schemeClr val="tx1"/>
              </a:buClr>
              <a:buFont typeface="Courier New" panose="02070309020205020404" pitchFamily="49" charset="0"/>
              <a:buChar char="o"/>
            </a:pPr>
            <a:r>
              <a:rPr lang="fr-FR" b="0" dirty="0" err="1">
                <a:latin typeface="+mn-lt"/>
              </a:rPr>
              <a:t>Timers</a:t>
            </a:r>
            <a:endParaRPr lang="fr-FR" b="0" dirty="0">
              <a:latin typeface="+mn-lt"/>
            </a:endParaRPr>
          </a:p>
          <a:p>
            <a:pPr marL="882650" lvl="1" algn="l">
              <a:lnSpc>
                <a:spcPct val="90000"/>
              </a:lnSpc>
              <a:buClr>
                <a:schemeClr val="tx1"/>
              </a:buClr>
            </a:pPr>
            <a:endParaRPr lang="fr-FR" b="0" dirty="0">
              <a:latin typeface="+mn-lt"/>
            </a:endParaRPr>
          </a:p>
          <a:p>
            <a:pPr marL="285750" lvl="1" indent="-285750" algn="l">
              <a:lnSpc>
                <a:spcPct val="90000"/>
              </a:lnSpc>
              <a:buClr>
                <a:schemeClr val="tx1"/>
              </a:buClr>
              <a:buFont typeface="Wingdings" panose="05000000000000000000" pitchFamily="2" charset="2"/>
              <a:buChar char="§"/>
            </a:pPr>
            <a:r>
              <a:rPr lang="fr-FR" dirty="0">
                <a:latin typeface="+mn-lt"/>
              </a:rPr>
              <a:t>Phase de mise à jour (</a:t>
            </a:r>
            <a:r>
              <a:rPr lang="fr-FR" dirty="0" err="1">
                <a:latin typeface="+mn-lt"/>
              </a:rPr>
              <a:t>Updating</a:t>
            </a:r>
            <a:r>
              <a:rPr lang="fr-FR" dirty="0">
                <a:latin typeface="+mn-lt"/>
              </a:rPr>
              <a:t>) : </a:t>
            </a:r>
            <a:r>
              <a:rPr lang="fr-FR" b="0" dirty="0">
                <a:latin typeface="+mn-lt"/>
              </a:rPr>
              <a:t>Quand les </a:t>
            </a:r>
            <a:r>
              <a:rPr lang="fr-FR" b="0" i="1" dirty="0" err="1">
                <a:latin typeface="+mn-lt"/>
              </a:rPr>
              <a:t>props</a:t>
            </a:r>
            <a:r>
              <a:rPr lang="fr-FR" b="0" dirty="0">
                <a:latin typeface="+mn-lt"/>
              </a:rPr>
              <a:t> ou le </a:t>
            </a:r>
            <a:r>
              <a:rPr lang="fr-FR" b="0" i="1" dirty="0">
                <a:latin typeface="+mn-lt"/>
              </a:rPr>
              <a:t>state</a:t>
            </a:r>
            <a:r>
              <a:rPr lang="fr-FR" b="0" dirty="0">
                <a:latin typeface="+mn-lt"/>
              </a:rPr>
              <a:t> changent. Méthodes principales :</a:t>
            </a:r>
          </a:p>
          <a:p>
            <a:pPr marL="1077913" lvl="2" indent="-285750" algn="l">
              <a:lnSpc>
                <a:spcPct val="90000"/>
              </a:lnSpc>
              <a:buClr>
                <a:schemeClr val="tx1"/>
              </a:buClr>
              <a:buFont typeface="Wingdings" panose="05000000000000000000" pitchFamily="2" charset="2"/>
              <a:buChar char="ü"/>
            </a:pPr>
            <a:r>
              <a:rPr lang="fr-FR" b="0" dirty="0" err="1">
                <a:latin typeface="+mn-lt"/>
              </a:rPr>
              <a:t>shouldComponentUpdate</a:t>
            </a:r>
            <a:r>
              <a:rPr lang="fr-FR" b="0" dirty="0">
                <a:latin typeface="+mn-lt"/>
              </a:rPr>
              <a:t>()</a:t>
            </a:r>
          </a:p>
          <a:p>
            <a:pPr marL="1077913" lvl="2" indent="-285750" algn="l">
              <a:lnSpc>
                <a:spcPct val="90000"/>
              </a:lnSpc>
              <a:buClr>
                <a:schemeClr val="tx1"/>
              </a:buClr>
              <a:buFont typeface="Wingdings" panose="05000000000000000000" pitchFamily="2" charset="2"/>
              <a:buChar char="ü"/>
            </a:pPr>
            <a:r>
              <a:rPr lang="fr-FR" b="0" dirty="0" err="1">
                <a:latin typeface="+mn-lt"/>
              </a:rPr>
              <a:t>render</a:t>
            </a:r>
            <a:r>
              <a:rPr lang="fr-FR" b="0" dirty="0">
                <a:latin typeface="+mn-lt"/>
              </a:rPr>
              <a:t>()</a:t>
            </a:r>
          </a:p>
          <a:p>
            <a:pPr marL="1077913" lvl="2" indent="-285750" algn="l">
              <a:lnSpc>
                <a:spcPct val="90000"/>
              </a:lnSpc>
              <a:buClr>
                <a:schemeClr val="tx1"/>
              </a:buClr>
              <a:buFont typeface="Wingdings" panose="05000000000000000000" pitchFamily="2" charset="2"/>
              <a:buChar char="ü"/>
            </a:pPr>
            <a:r>
              <a:rPr lang="fr-FR" b="0" dirty="0" err="1">
                <a:latin typeface="+mn-lt"/>
              </a:rPr>
              <a:t>componentDidUpdate</a:t>
            </a:r>
            <a:r>
              <a:rPr lang="fr-FR" b="0" dirty="0">
                <a:latin typeface="+mn-lt"/>
              </a:rPr>
              <a:t>()</a:t>
            </a:r>
          </a:p>
          <a:p>
            <a:pPr marL="285750" lvl="1" indent="-285750" algn="l">
              <a:lnSpc>
                <a:spcPct val="90000"/>
              </a:lnSpc>
              <a:buClr>
                <a:schemeClr val="tx1"/>
              </a:buClr>
              <a:buFont typeface="Wingdings" panose="05000000000000000000" pitchFamily="2" charset="2"/>
              <a:buChar char="§"/>
            </a:pPr>
            <a:r>
              <a:rPr lang="fr-FR" dirty="0">
                <a:latin typeface="+mn-lt"/>
              </a:rPr>
              <a:t>Phase de démontage (</a:t>
            </a:r>
            <a:r>
              <a:rPr lang="fr-FR" dirty="0" err="1">
                <a:latin typeface="+mn-lt"/>
              </a:rPr>
              <a:t>Unmounting</a:t>
            </a:r>
            <a:r>
              <a:rPr lang="fr-FR" dirty="0">
                <a:latin typeface="+mn-lt"/>
              </a:rPr>
              <a:t>): </a:t>
            </a:r>
            <a:r>
              <a:rPr lang="fr-FR" b="0" dirty="0">
                <a:latin typeface="+mn-lt"/>
              </a:rPr>
              <a:t>Quand le composant est supprimé du DOM.</a:t>
            </a:r>
          </a:p>
          <a:p>
            <a:pPr marL="742950" lvl="2" indent="-285750" algn="l">
              <a:lnSpc>
                <a:spcPct val="90000"/>
              </a:lnSpc>
              <a:buClr>
                <a:schemeClr val="tx1"/>
              </a:buClr>
              <a:buFont typeface="Courier New" panose="02070309020205020404" pitchFamily="49" charset="0"/>
              <a:buChar char="o"/>
            </a:pPr>
            <a:r>
              <a:rPr lang="fr-FR" dirty="0" err="1">
                <a:latin typeface="+mn-lt"/>
              </a:rPr>
              <a:t>componentWillUnmount</a:t>
            </a:r>
            <a:r>
              <a:rPr lang="fr-FR" dirty="0">
                <a:latin typeface="+mn-lt"/>
              </a:rPr>
              <a:t>()</a:t>
            </a:r>
            <a:endParaRPr lang="fr-FR" b="0" dirty="0">
              <a:latin typeface="+mn-lt"/>
            </a:endParaRPr>
          </a:p>
          <a:p>
            <a:pPr marL="0" indent="0" algn="l">
              <a:lnSpc>
                <a:spcPct val="90000"/>
              </a:lnSpc>
              <a:buClr>
                <a:schemeClr val="tx1"/>
              </a:buClr>
              <a:buNone/>
            </a:pPr>
            <a:endParaRPr lang="fr-FR" b="0" dirty="0">
              <a:latin typeface="+mn-lt"/>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2" name="Image 1">
            <a:extLst>
              <a:ext uri="{FF2B5EF4-FFF2-40B4-BE49-F238E27FC236}">
                <a16:creationId xmlns:a16="http://schemas.microsoft.com/office/drawing/2014/main" id="{B86CC9A1-555A-F5AD-27F1-874468F18421}"/>
              </a:ext>
            </a:extLst>
          </p:cNvPr>
          <p:cNvPicPr>
            <a:picLocks noChangeAspect="1"/>
          </p:cNvPicPr>
          <p:nvPr/>
        </p:nvPicPr>
        <p:blipFill>
          <a:blip r:embed="rId3"/>
          <a:stretch>
            <a:fillRect/>
          </a:stretch>
        </p:blipFill>
        <p:spPr>
          <a:xfrm>
            <a:off x="6301648" y="872148"/>
            <a:ext cx="2810602" cy="2886478"/>
          </a:xfrm>
          <a:prstGeom prst="rect">
            <a:avLst/>
          </a:prstGeom>
          <a:ln>
            <a:solidFill>
              <a:schemeClr val="tx1"/>
            </a:solidFill>
          </a:ln>
        </p:spPr>
      </p:pic>
      <p:pic>
        <p:nvPicPr>
          <p:cNvPr id="5" name="Image 4">
            <a:extLst>
              <a:ext uri="{FF2B5EF4-FFF2-40B4-BE49-F238E27FC236}">
                <a16:creationId xmlns:a16="http://schemas.microsoft.com/office/drawing/2014/main" id="{A4BD6740-E282-1548-1C83-8C9B9BBB40B3}"/>
              </a:ext>
            </a:extLst>
          </p:cNvPr>
          <p:cNvPicPr>
            <a:picLocks noChangeAspect="1"/>
          </p:cNvPicPr>
          <p:nvPr/>
        </p:nvPicPr>
        <p:blipFill>
          <a:blip r:embed="rId4"/>
          <a:stretch>
            <a:fillRect/>
          </a:stretch>
        </p:blipFill>
        <p:spPr>
          <a:xfrm>
            <a:off x="6301648" y="3955266"/>
            <a:ext cx="2842352" cy="1066949"/>
          </a:xfrm>
          <a:prstGeom prst="rect">
            <a:avLst/>
          </a:prstGeom>
          <a:ln>
            <a:solidFill>
              <a:schemeClr val="tx1"/>
            </a:solidFill>
          </a:ln>
        </p:spPr>
      </p:pic>
      <p:pic>
        <p:nvPicPr>
          <p:cNvPr id="7" name="Image 6">
            <a:extLst>
              <a:ext uri="{FF2B5EF4-FFF2-40B4-BE49-F238E27FC236}">
                <a16:creationId xmlns:a16="http://schemas.microsoft.com/office/drawing/2014/main" id="{80F902C0-C662-92F0-55DF-376E53224D96}"/>
              </a:ext>
            </a:extLst>
          </p:cNvPr>
          <p:cNvPicPr>
            <a:picLocks noChangeAspect="1"/>
          </p:cNvPicPr>
          <p:nvPr/>
        </p:nvPicPr>
        <p:blipFill>
          <a:blip r:embed="rId5"/>
          <a:stretch>
            <a:fillRect/>
          </a:stretch>
        </p:blipFill>
        <p:spPr>
          <a:xfrm>
            <a:off x="6353268" y="5218855"/>
            <a:ext cx="2727232" cy="724001"/>
          </a:xfrm>
          <a:prstGeom prst="rect">
            <a:avLst/>
          </a:prstGeom>
          <a:ln>
            <a:solidFill>
              <a:schemeClr val="tx1"/>
            </a:solidFill>
          </a:ln>
        </p:spPr>
      </p:pic>
    </p:spTree>
    <p:extLst>
      <p:ext uri="{BB962C8B-B14F-4D97-AF65-F5344CB8AC3E}">
        <p14:creationId xmlns:p14="http://schemas.microsoft.com/office/powerpoint/2010/main" val="3677817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3" end="1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4" end="1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6" end="1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7" end="17"/>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8" end="1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Hooks</a:t>
            </a:r>
            <a:r>
              <a:rPr lang="fr-FR" sz="2400" b="1" dirty="0">
                <a:solidFill>
                  <a:schemeClr val="accent1">
                    <a:lumMod val="75000"/>
                  </a:schemeClr>
                </a:solidFill>
              </a:rPr>
              <a:t> avancés et contexte</a:t>
            </a: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4057457"/>
          </a:xfrm>
          <a:prstGeom prst="rect">
            <a:avLst/>
          </a:prstGeom>
          <a:noFill/>
        </p:spPr>
        <p:txBody>
          <a:bodyPr wrap="square">
            <a:spAutoFit/>
          </a:bodyPr>
          <a:lstStyle/>
          <a:p>
            <a:pPr marL="0" lvl="1" algn="just" rtl="0">
              <a:spcBef>
                <a:spcPts val="605"/>
              </a:spcBef>
              <a:spcAft>
                <a:spcPts val="0"/>
              </a:spcAft>
              <a:buClr>
                <a:srgbClr val="1F3863"/>
              </a:buClr>
              <a:buSzPts val="1200"/>
              <a:tabLst>
                <a:tab pos="539115" algn="l"/>
              </a:tabLst>
            </a:pPr>
            <a:r>
              <a:rPr lang="fr-FR" sz="1800" b="1" dirty="0" err="1">
                <a:solidFill>
                  <a:schemeClr val="accent1">
                    <a:lumMod val="75000"/>
                  </a:schemeClr>
                </a:solidFill>
                <a:latin typeface="+mn-lt"/>
                <a:ea typeface="+mj-ea"/>
                <a:cs typeface="+mj-cs"/>
              </a:rPr>
              <a:t>Hooks</a:t>
            </a:r>
            <a:endParaRPr lang="fr-FR" sz="1800" b="1" dirty="0">
              <a:solidFill>
                <a:schemeClr val="accent1">
                  <a:lumMod val="75000"/>
                </a:schemeClr>
              </a:solidFill>
              <a:latin typeface="+mn-lt"/>
              <a:ea typeface="+mj-ea"/>
              <a:cs typeface="+mj-cs"/>
            </a:endParaRPr>
          </a:p>
          <a:p>
            <a:pPr marL="285750" lvl="0" indent="-285750" algn="just">
              <a:buFont typeface="Wingdings" panose="05000000000000000000" pitchFamily="2" charset="2"/>
              <a:buChar char="§"/>
            </a:pPr>
            <a:r>
              <a:rPr lang="fr-FR" altLang="fr-FR" b="1" dirty="0">
                <a:latin typeface="+mn-lt"/>
              </a:rPr>
              <a:t>Définition</a:t>
            </a:r>
            <a:r>
              <a:rPr lang="fr-FR" altLang="fr-FR" dirty="0">
                <a:latin typeface="+mn-lt"/>
              </a:rPr>
              <a:t> : Les </a:t>
            </a:r>
            <a:r>
              <a:rPr lang="fr-FR" altLang="fr-FR" dirty="0" err="1">
                <a:latin typeface="+mn-lt"/>
              </a:rPr>
              <a:t>Hooks</a:t>
            </a:r>
            <a:r>
              <a:rPr lang="fr-FR" altLang="fr-FR" dirty="0">
                <a:latin typeface="+mn-lt"/>
              </a:rPr>
              <a:t> sont des fonctions introduites dans </a:t>
            </a:r>
            <a:r>
              <a:rPr lang="fr-FR" altLang="fr-FR" dirty="0" err="1">
                <a:latin typeface="+mn-lt"/>
              </a:rPr>
              <a:t>React</a:t>
            </a:r>
            <a:r>
              <a:rPr lang="fr-FR" altLang="fr-FR" dirty="0">
                <a:latin typeface="+mn-lt"/>
              </a:rPr>
              <a:t> 16.8 qui permettent aux composants fonctionnels d’accrocher des fonctionnalités comme l’état (</a:t>
            </a:r>
            <a:r>
              <a:rPr lang="fr-FR" altLang="fr-FR" dirty="0" err="1">
                <a:latin typeface="+mn-lt"/>
              </a:rPr>
              <a:t>useState</a:t>
            </a:r>
            <a:r>
              <a:rPr lang="fr-FR" altLang="fr-FR" dirty="0">
                <a:latin typeface="+mn-lt"/>
              </a:rPr>
              <a:t>) ou les effets (</a:t>
            </a:r>
            <a:r>
              <a:rPr lang="fr-FR" altLang="fr-FR" dirty="0" err="1">
                <a:latin typeface="+mn-lt"/>
              </a:rPr>
              <a:t>useEffect</a:t>
            </a:r>
            <a:r>
              <a:rPr lang="fr-FR" altLang="fr-FR" dirty="0">
                <a:latin typeface="+mn-lt"/>
              </a:rPr>
              <a:t>) sans avoir besoin de classes.</a:t>
            </a:r>
          </a:p>
          <a:p>
            <a:pPr lvl="0" algn="just"/>
            <a:endParaRPr lang="fr-FR" altLang="fr-FR" dirty="0">
              <a:latin typeface="+mn-lt"/>
            </a:endParaRPr>
          </a:p>
          <a:p>
            <a:pPr marL="285750" lvl="0" indent="-285750" algn="just">
              <a:buFont typeface="Wingdings" panose="05000000000000000000" pitchFamily="2" charset="2"/>
              <a:buChar char="§"/>
            </a:pPr>
            <a:r>
              <a:rPr lang="fr-FR" altLang="fr-FR" b="1" dirty="0">
                <a:latin typeface="+mn-lt"/>
              </a:rPr>
              <a:t>Objectif</a:t>
            </a:r>
            <a:r>
              <a:rPr lang="fr-FR" altLang="fr-FR" dirty="0">
                <a:latin typeface="+mn-lt"/>
              </a:rPr>
              <a:t> : Simplifier le code, améliorer la lisibilité et encourager un style fonctionnel.</a:t>
            </a:r>
          </a:p>
          <a:p>
            <a:pPr lvl="0" algn="just"/>
            <a:endParaRPr lang="fr-FR" altLang="fr-FR" dirty="0">
              <a:latin typeface="+mn-lt"/>
            </a:endParaRPr>
          </a:p>
          <a:p>
            <a:pPr marL="285750" lvl="0" indent="-285750" algn="just">
              <a:buFont typeface="Wingdings" panose="05000000000000000000" pitchFamily="2" charset="2"/>
              <a:buChar char="§"/>
            </a:pPr>
            <a:r>
              <a:rPr lang="fr-FR" altLang="fr-FR" b="1" dirty="0">
                <a:latin typeface="+mn-lt"/>
              </a:rPr>
              <a:t>Exemples principaux</a:t>
            </a:r>
            <a:r>
              <a:rPr lang="fr-FR" altLang="fr-FR" dirty="0">
                <a:latin typeface="+mn-lt"/>
              </a:rPr>
              <a:t> :</a:t>
            </a:r>
          </a:p>
          <a:p>
            <a:pPr marL="742950" lvl="1" indent="-285750" algn="just">
              <a:buFont typeface="Courier New" panose="02070309020205020404" pitchFamily="49" charset="0"/>
              <a:buChar char="o"/>
            </a:pPr>
            <a:r>
              <a:rPr lang="fr-FR" altLang="fr-FR" dirty="0" err="1">
                <a:latin typeface="+mn-lt"/>
              </a:rPr>
              <a:t>useState</a:t>
            </a:r>
            <a:r>
              <a:rPr lang="fr-FR" altLang="fr-FR" dirty="0">
                <a:latin typeface="+mn-lt"/>
              </a:rPr>
              <a:t> : gérer des variables d’état locales.</a:t>
            </a:r>
          </a:p>
          <a:p>
            <a:pPr marL="742950" lvl="1" indent="-285750" algn="just">
              <a:buFont typeface="Courier New" panose="02070309020205020404" pitchFamily="49" charset="0"/>
              <a:buChar char="o"/>
            </a:pPr>
            <a:r>
              <a:rPr lang="fr-FR" altLang="fr-FR" dirty="0" err="1">
                <a:latin typeface="+mn-lt"/>
              </a:rPr>
              <a:t>useEffect</a:t>
            </a:r>
            <a:r>
              <a:rPr lang="fr-FR" altLang="fr-FR" dirty="0">
                <a:latin typeface="+mn-lt"/>
              </a:rPr>
              <a:t> : exécuter du code en réaction à des changements (ex. appel API, mise à jour du DOM).</a:t>
            </a:r>
          </a:p>
          <a:p>
            <a:pPr marL="742950" lvl="1" indent="-285750" algn="just">
              <a:buFont typeface="Courier New" panose="02070309020205020404" pitchFamily="49" charset="0"/>
              <a:buChar char="o"/>
            </a:pPr>
            <a:r>
              <a:rPr lang="fr-FR" altLang="fr-FR" dirty="0" err="1">
                <a:latin typeface="+mn-lt"/>
              </a:rPr>
              <a:t>useContext</a:t>
            </a:r>
            <a:r>
              <a:rPr lang="fr-FR" altLang="fr-FR" dirty="0">
                <a:latin typeface="+mn-lt"/>
              </a:rPr>
              <a:t> : partager des données entre composants sans passer par les </a:t>
            </a:r>
            <a:r>
              <a:rPr lang="fr-FR" altLang="fr-FR" dirty="0" err="1">
                <a:latin typeface="+mn-lt"/>
              </a:rPr>
              <a:t>props</a:t>
            </a:r>
            <a:endParaRPr lang="fr-FR" altLang="fr-FR" dirty="0">
              <a:latin typeface="+mn-lt"/>
            </a:endParaRPr>
          </a:p>
          <a:p>
            <a:pPr marR="200660" algn="just">
              <a:spcBef>
                <a:spcPts val="600"/>
              </a:spcBef>
              <a:spcAft>
                <a:spcPts val="0"/>
              </a:spcAft>
            </a:pPr>
            <a:r>
              <a:rPr lang="fr-FR" dirty="0">
                <a:latin typeface="+mn-lt"/>
                <a:ea typeface="Calibri" panose="020F0502020204030204" pitchFamily="34" charset="0"/>
              </a:rPr>
              <a:t>     </a:t>
            </a:r>
            <a:endParaRPr lang="fr-FR" dirty="0">
              <a:effectLst/>
              <a:latin typeface="+mn-lt"/>
              <a:ea typeface="Calibri" panose="020F0502020204030204" pitchFamily="34" charset="0"/>
            </a:endParaRPr>
          </a:p>
          <a:p>
            <a:pPr marR="526415" algn="just">
              <a:lnSpc>
                <a:spcPct val="107000"/>
              </a:lnSpc>
              <a:spcBef>
                <a:spcPts val="580"/>
              </a:spcBef>
              <a:spcAft>
                <a:spcPts val="0"/>
              </a:spcAft>
            </a:pPr>
            <a:r>
              <a:rPr lang="fr-FR" b="1" dirty="0">
                <a:solidFill>
                  <a:schemeClr val="accent1">
                    <a:lumMod val="75000"/>
                  </a:schemeClr>
                </a:solidFill>
                <a:latin typeface="+mn-lt"/>
                <a:ea typeface="+mj-ea"/>
                <a:cs typeface="+mj-cs"/>
              </a:rPr>
              <a:t>NB: </a:t>
            </a:r>
            <a:r>
              <a:rPr lang="fr-FR" dirty="0">
                <a:effectLst/>
                <a:latin typeface="+mn-lt"/>
                <a:ea typeface="Calibri" panose="020F0502020204030204" pitchFamily="34" charset="0"/>
              </a:rPr>
              <a:t>Bien</a:t>
            </a:r>
            <a:r>
              <a:rPr lang="fr-FR" spc="-5" dirty="0">
                <a:effectLst/>
                <a:latin typeface="+mn-lt"/>
                <a:ea typeface="Calibri" panose="020F0502020204030204" pitchFamily="34" charset="0"/>
              </a:rPr>
              <a:t> </a:t>
            </a:r>
            <a:r>
              <a:rPr lang="fr-FR" dirty="0">
                <a:effectLst/>
                <a:latin typeface="+mn-lt"/>
                <a:ea typeface="Calibri" panose="020F0502020204030204" pitchFamily="34" charset="0"/>
              </a:rPr>
              <a:t>que</a:t>
            </a:r>
            <a:r>
              <a:rPr lang="fr-FR" spc="-10" dirty="0">
                <a:effectLst/>
                <a:latin typeface="+mn-lt"/>
                <a:ea typeface="Calibri" panose="020F0502020204030204" pitchFamily="34" charset="0"/>
              </a:rPr>
              <a:t> </a:t>
            </a:r>
            <a:r>
              <a:rPr lang="fr-FR" dirty="0">
                <a:effectLst/>
                <a:latin typeface="+mn-lt"/>
                <a:ea typeface="Calibri" panose="020F0502020204030204" pitchFamily="34" charset="0"/>
              </a:rPr>
              <a:t>les</a:t>
            </a:r>
            <a:r>
              <a:rPr lang="fr-FR" spc="-15" dirty="0">
                <a:effectLst/>
                <a:latin typeface="+mn-lt"/>
                <a:ea typeface="Calibri" panose="020F0502020204030204" pitchFamily="34" charset="0"/>
              </a:rPr>
              <a:t> </a:t>
            </a:r>
            <a:r>
              <a:rPr lang="fr-FR" dirty="0" err="1">
                <a:effectLst/>
                <a:latin typeface="+mn-lt"/>
                <a:ea typeface="Calibri" panose="020F0502020204030204" pitchFamily="34" charset="0"/>
              </a:rPr>
              <a:t>Hooks</a:t>
            </a:r>
            <a:r>
              <a:rPr lang="fr-FR" spc="-15" dirty="0">
                <a:effectLst/>
                <a:latin typeface="+mn-lt"/>
                <a:ea typeface="Calibri" panose="020F0502020204030204" pitchFamily="34" charset="0"/>
              </a:rPr>
              <a:t> </a:t>
            </a:r>
            <a:r>
              <a:rPr lang="fr-FR" dirty="0">
                <a:effectLst/>
                <a:latin typeface="+mn-lt"/>
                <a:ea typeface="Calibri" panose="020F0502020204030204" pitchFamily="34" charset="0"/>
              </a:rPr>
              <a:t>remplacent</a:t>
            </a:r>
            <a:r>
              <a:rPr lang="fr-FR" spc="-10" dirty="0">
                <a:effectLst/>
                <a:latin typeface="+mn-lt"/>
                <a:ea typeface="Calibri" panose="020F0502020204030204" pitchFamily="34" charset="0"/>
              </a:rPr>
              <a:t> </a:t>
            </a:r>
            <a:r>
              <a:rPr lang="fr-FR" dirty="0">
                <a:effectLst/>
                <a:latin typeface="+mn-lt"/>
                <a:ea typeface="Calibri" panose="020F0502020204030204" pitchFamily="34" charset="0"/>
              </a:rPr>
              <a:t>généralement</a:t>
            </a:r>
            <a:r>
              <a:rPr lang="fr-FR" spc="-20" dirty="0">
                <a:effectLst/>
                <a:latin typeface="+mn-lt"/>
                <a:ea typeface="Calibri" panose="020F0502020204030204" pitchFamily="34" charset="0"/>
              </a:rPr>
              <a:t> </a:t>
            </a:r>
            <a:r>
              <a:rPr lang="fr-FR" dirty="0">
                <a:effectLst/>
                <a:latin typeface="+mn-lt"/>
                <a:ea typeface="Calibri" panose="020F0502020204030204" pitchFamily="34" charset="0"/>
              </a:rPr>
              <a:t>les</a:t>
            </a:r>
            <a:r>
              <a:rPr lang="fr-FR" spc="-25" dirty="0">
                <a:effectLst/>
                <a:latin typeface="+mn-lt"/>
                <a:ea typeface="Calibri" panose="020F0502020204030204" pitchFamily="34" charset="0"/>
              </a:rPr>
              <a:t> </a:t>
            </a:r>
            <a:r>
              <a:rPr lang="fr-FR" dirty="0">
                <a:effectLst/>
                <a:latin typeface="+mn-lt"/>
                <a:ea typeface="Calibri" panose="020F0502020204030204" pitchFamily="34" charset="0"/>
              </a:rPr>
              <a:t>composants</a:t>
            </a:r>
            <a:r>
              <a:rPr lang="fr-FR" spc="-15" dirty="0">
                <a:effectLst/>
                <a:latin typeface="+mn-lt"/>
                <a:ea typeface="Calibri" panose="020F0502020204030204" pitchFamily="34" charset="0"/>
              </a:rPr>
              <a:t> </a:t>
            </a:r>
            <a:r>
              <a:rPr lang="fr-FR" dirty="0">
                <a:effectLst/>
                <a:latin typeface="+mn-lt"/>
                <a:ea typeface="Calibri" panose="020F0502020204030204" pitchFamily="34" charset="0"/>
              </a:rPr>
              <a:t>de</a:t>
            </a:r>
            <a:r>
              <a:rPr lang="fr-FR" spc="-10" dirty="0">
                <a:effectLst/>
                <a:latin typeface="+mn-lt"/>
                <a:ea typeface="Calibri" panose="020F0502020204030204" pitchFamily="34" charset="0"/>
              </a:rPr>
              <a:t> </a:t>
            </a:r>
            <a:r>
              <a:rPr lang="fr-FR" dirty="0">
                <a:effectLst/>
                <a:latin typeface="+mn-lt"/>
                <a:ea typeface="Calibri" panose="020F0502020204030204" pitchFamily="34" charset="0"/>
              </a:rPr>
              <a:t>classe,</a:t>
            </a:r>
            <a:r>
              <a:rPr lang="fr-FR" spc="-10" dirty="0">
                <a:effectLst/>
                <a:latin typeface="+mn-lt"/>
                <a:ea typeface="Calibri" panose="020F0502020204030204" pitchFamily="34" charset="0"/>
              </a:rPr>
              <a:t> </a:t>
            </a:r>
            <a:r>
              <a:rPr lang="fr-FR" dirty="0">
                <a:effectLst/>
                <a:latin typeface="+mn-lt"/>
                <a:ea typeface="Calibri" panose="020F0502020204030204" pitchFamily="34" charset="0"/>
              </a:rPr>
              <a:t>il</a:t>
            </a:r>
            <a:r>
              <a:rPr lang="fr-FR" spc="-25" dirty="0">
                <a:effectLst/>
                <a:latin typeface="+mn-lt"/>
                <a:ea typeface="Calibri" panose="020F0502020204030204" pitchFamily="34" charset="0"/>
              </a:rPr>
              <a:t> </a:t>
            </a:r>
            <a:r>
              <a:rPr lang="fr-FR" dirty="0">
                <a:effectLst/>
                <a:latin typeface="+mn-lt"/>
                <a:ea typeface="Calibri" panose="020F0502020204030204" pitchFamily="34" charset="0"/>
              </a:rPr>
              <a:t>n'est</a:t>
            </a:r>
            <a:r>
              <a:rPr lang="fr-FR" spc="-20" dirty="0">
                <a:effectLst/>
                <a:latin typeface="+mn-lt"/>
                <a:ea typeface="Calibri" panose="020F0502020204030204" pitchFamily="34" charset="0"/>
              </a:rPr>
              <a:t> </a:t>
            </a:r>
            <a:r>
              <a:rPr lang="fr-FR" dirty="0">
                <a:effectLst/>
                <a:latin typeface="+mn-lt"/>
                <a:ea typeface="Calibri" panose="020F0502020204030204" pitchFamily="34" charset="0"/>
              </a:rPr>
              <a:t>pas</a:t>
            </a:r>
            <a:r>
              <a:rPr lang="fr-FR" spc="-25" dirty="0">
                <a:effectLst/>
                <a:latin typeface="+mn-lt"/>
                <a:ea typeface="Calibri" panose="020F0502020204030204" pitchFamily="34" charset="0"/>
              </a:rPr>
              <a:t> </a:t>
            </a:r>
            <a:r>
              <a:rPr lang="fr-FR" dirty="0">
                <a:effectLst/>
                <a:latin typeface="+mn-lt"/>
                <a:ea typeface="Calibri" panose="020F0502020204030204" pitchFamily="34" charset="0"/>
              </a:rPr>
              <a:t>prévu</a:t>
            </a:r>
            <a:r>
              <a:rPr lang="fr-FR" spc="-25" dirty="0">
                <a:effectLst/>
                <a:latin typeface="+mn-lt"/>
                <a:ea typeface="Calibri" panose="020F0502020204030204" pitchFamily="34" charset="0"/>
              </a:rPr>
              <a:t> </a:t>
            </a:r>
            <a:r>
              <a:rPr lang="fr-FR" dirty="0">
                <a:effectLst/>
                <a:latin typeface="+mn-lt"/>
                <a:ea typeface="Calibri" panose="020F0502020204030204" pitchFamily="34" charset="0"/>
              </a:rPr>
              <a:t>de supprimer des classes de </a:t>
            </a:r>
            <a:r>
              <a:rPr lang="fr-FR" dirty="0" err="1">
                <a:effectLst/>
                <a:latin typeface="+mn-lt"/>
                <a:ea typeface="Calibri" panose="020F0502020204030204" pitchFamily="34" charset="0"/>
              </a:rPr>
              <a:t>React</a:t>
            </a:r>
            <a:endParaRPr lang="fr-FR" b="1" dirty="0">
              <a:solidFill>
                <a:schemeClr val="accent1">
                  <a:lumMod val="75000"/>
                </a:schemeClr>
              </a:solidFill>
              <a:latin typeface="+mn-lt"/>
              <a:ea typeface="+mj-ea"/>
              <a:cs typeface="+mj-cs"/>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0455533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Hooks</a:t>
            </a:r>
            <a:r>
              <a:rPr lang="fr-FR" sz="2400" b="1" dirty="0">
                <a:solidFill>
                  <a:schemeClr val="accent1">
                    <a:lumMod val="75000"/>
                  </a:schemeClr>
                </a:solidFill>
              </a:rPr>
              <a:t> avancés et contexte: </a:t>
            </a:r>
            <a:r>
              <a:rPr lang="fr-FR" sz="2400" b="1" dirty="0" err="1">
                <a:solidFill>
                  <a:schemeClr val="accent1">
                    <a:lumMod val="75000"/>
                  </a:schemeClr>
                </a:solidFill>
              </a:rPr>
              <a:t>useState</a:t>
            </a:r>
            <a:endParaRPr lang="fr-FR" sz="2400" b="1" dirty="0">
              <a:solidFill>
                <a:schemeClr val="accent1">
                  <a:lumMod val="75000"/>
                </a:schemeClr>
              </a:solidFill>
            </a:endParaRP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1384995"/>
          </a:xfrm>
          <a:prstGeom prst="rect">
            <a:avLst/>
          </a:prstGeom>
          <a:noFill/>
        </p:spPr>
        <p:txBody>
          <a:bodyPr wrap="square">
            <a:spAutoFit/>
          </a:bodyPr>
          <a:lstStyle/>
          <a:p>
            <a:pPr marL="0" lvl="1" algn="just" rtl="0">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Hook </a:t>
            </a:r>
            <a:r>
              <a:rPr lang="fr-FR" sz="1800" b="1" dirty="0" err="1">
                <a:solidFill>
                  <a:schemeClr val="accent1">
                    <a:lumMod val="75000"/>
                  </a:schemeClr>
                </a:solidFill>
                <a:latin typeface="+mn-lt"/>
                <a:ea typeface="+mj-ea"/>
                <a:cs typeface="+mj-cs"/>
              </a:rPr>
              <a:t>useState</a:t>
            </a:r>
            <a:endParaRPr lang="fr-FR" sz="1800" b="1" dirty="0">
              <a:solidFill>
                <a:schemeClr val="accent1">
                  <a:lumMod val="75000"/>
                </a:schemeClr>
              </a:solidFill>
              <a:latin typeface="+mn-lt"/>
              <a:ea typeface="+mj-ea"/>
              <a:cs typeface="+mj-cs"/>
            </a:endParaRPr>
          </a:p>
          <a:p>
            <a:pPr marL="285750" indent="-285750" algn="just">
              <a:buFont typeface="Wingdings" panose="05000000000000000000" pitchFamily="2" charset="2"/>
              <a:buChar char="§"/>
            </a:pPr>
            <a:r>
              <a:rPr lang="fr-FR" altLang="fr-FR" b="1" dirty="0">
                <a:latin typeface="+mn-lt"/>
              </a:rPr>
              <a:t>Définition</a:t>
            </a:r>
            <a:r>
              <a:rPr lang="fr-FR" altLang="fr-FR" dirty="0">
                <a:latin typeface="+mn-lt"/>
              </a:rPr>
              <a:t> : </a:t>
            </a:r>
            <a:r>
              <a:rPr lang="fr-FR" altLang="fr-FR" dirty="0" err="1">
                <a:latin typeface="+mn-lt"/>
              </a:rPr>
              <a:t>useState</a:t>
            </a:r>
            <a:r>
              <a:rPr lang="fr-FR" altLang="fr-FR" dirty="0">
                <a:latin typeface="+mn-lt"/>
              </a:rPr>
              <a:t> permet d’ajouter et de gérer un état dans un composant </a:t>
            </a:r>
            <a:r>
              <a:rPr lang="fr-FR" altLang="fr-FR" b="1" dirty="0">
                <a:latin typeface="+mn-lt"/>
              </a:rPr>
              <a:t>fonctionnel</a:t>
            </a:r>
            <a:r>
              <a:rPr lang="fr-FR" altLang="fr-FR" dirty="0">
                <a:latin typeface="+mn-lt"/>
              </a:rPr>
              <a:t>. Il retourne une paire : la valeur actuelle de l’état et une fonction pour la mettre à jour </a:t>
            </a:r>
          </a:p>
          <a:p>
            <a:pPr marL="285750" indent="-285750" algn="just">
              <a:buFont typeface="Wingdings" panose="05000000000000000000" pitchFamily="2" charset="2"/>
              <a:buChar char="§"/>
            </a:pPr>
            <a:endParaRPr lang="fr-FR" altLang="fr-FR" dirty="0">
              <a:latin typeface="+mn-lt"/>
            </a:endParaRPr>
          </a:p>
          <a:p>
            <a:pPr algn="just"/>
            <a:r>
              <a:rPr lang="fr-FR" altLang="fr-FR" sz="1800" b="1" dirty="0">
                <a:solidFill>
                  <a:schemeClr val="accent1">
                    <a:lumMod val="75000"/>
                  </a:schemeClr>
                </a:solidFill>
                <a:latin typeface="+mn-lt"/>
                <a:ea typeface="+mj-ea"/>
                <a:cs typeface="+mj-cs"/>
              </a:rPr>
              <a:t>Les étapes</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7" name="Image 6" descr="Une image contenant texte, capture d’écran, logiciel, Police">
            <a:extLst>
              <a:ext uri="{FF2B5EF4-FFF2-40B4-BE49-F238E27FC236}">
                <a16:creationId xmlns:a16="http://schemas.microsoft.com/office/drawing/2014/main" id="{86987D5F-0065-CFF8-95EC-3AE48A0C9F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5137" y="1837719"/>
            <a:ext cx="3998680" cy="4033692"/>
          </a:xfrm>
          <a:prstGeom prst="rect">
            <a:avLst/>
          </a:prstGeom>
        </p:spPr>
      </p:pic>
      <p:sp>
        <p:nvSpPr>
          <p:cNvPr id="8" name="Rectangle 2">
            <a:extLst>
              <a:ext uri="{FF2B5EF4-FFF2-40B4-BE49-F238E27FC236}">
                <a16:creationId xmlns:a16="http://schemas.microsoft.com/office/drawing/2014/main" id="{6D5B6D71-6F5E-28D2-3B6D-6E84B953A567}"/>
              </a:ext>
            </a:extLst>
          </p:cNvPr>
          <p:cNvSpPr>
            <a:spLocks noChangeArrowheads="1"/>
          </p:cNvSpPr>
          <p:nvPr/>
        </p:nvSpPr>
        <p:spPr bwMode="auto">
          <a:xfrm>
            <a:off x="328935" y="3017595"/>
            <a:ext cx="3655924" cy="132343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b="1" i="0" u="none" strike="noStrike" cap="none" normalizeH="0" baseline="0" dirty="0" err="1">
                <a:ln>
                  <a:noFill/>
                </a:ln>
                <a:solidFill>
                  <a:schemeClr val="tx1"/>
                </a:solidFill>
                <a:effectLst/>
                <a:latin typeface="+mn-lt"/>
              </a:rPr>
              <a:t>useState</a:t>
            </a:r>
            <a:r>
              <a:rPr kumimoji="0" lang="fr-FR" altLang="fr-FR" b="1" i="0" u="none" strike="noStrike" cap="none" normalizeH="0" baseline="0" dirty="0">
                <a:ln>
                  <a:noFill/>
                </a:ln>
                <a:solidFill>
                  <a:schemeClr val="tx1"/>
                </a:solidFill>
                <a:effectLst/>
                <a:latin typeface="+mn-lt"/>
              </a:rPr>
              <a:t>(</a:t>
            </a:r>
            <a:r>
              <a:rPr kumimoji="0" lang="fr-FR" altLang="fr-FR" b="1" i="0" u="none" strike="noStrike" cap="none" normalizeH="0" baseline="0" dirty="0" err="1">
                <a:ln>
                  <a:noFill/>
                </a:ln>
                <a:solidFill>
                  <a:schemeClr val="tx1"/>
                </a:solidFill>
                <a:effectLst/>
                <a:latin typeface="+mn-lt"/>
              </a:rPr>
              <a:t>initialValue</a:t>
            </a:r>
            <a:r>
              <a:rPr kumimoji="0" lang="fr-FR" altLang="fr-FR" b="1" i="0" u="none" strike="noStrike" cap="none" normalizeH="0" baseline="0" dirty="0">
                <a:ln>
                  <a:noFill/>
                </a:ln>
                <a:solidFill>
                  <a:schemeClr val="tx1"/>
                </a:solidFill>
                <a:effectLst/>
                <a:latin typeface="+mn-lt"/>
              </a:rPr>
              <a:t>) </a:t>
            </a:r>
            <a:r>
              <a:rPr kumimoji="0" lang="fr-FR" altLang="fr-FR" b="0" i="0" u="none" strike="noStrike" cap="none" normalizeH="0" baseline="0" dirty="0">
                <a:ln>
                  <a:noFill/>
                </a:ln>
                <a:solidFill>
                  <a:schemeClr val="tx1"/>
                </a:solidFill>
                <a:effectLst/>
                <a:latin typeface="+mn-lt"/>
              </a:rPr>
              <a:t>: initialise l’état avec une valeur donnée.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b="1" i="0" u="none" strike="noStrike" cap="none" normalizeH="0" baseline="0" dirty="0">
                <a:ln>
                  <a:noFill/>
                </a:ln>
                <a:solidFill>
                  <a:schemeClr val="tx1"/>
                </a:solidFill>
                <a:effectLst/>
                <a:latin typeface="+mn-lt"/>
              </a:rPr>
              <a:t>state</a:t>
            </a:r>
            <a:r>
              <a:rPr kumimoji="0" lang="fr-FR" altLang="fr-FR" b="0" i="0" u="none" strike="noStrike" cap="none" normalizeH="0" baseline="0" dirty="0">
                <a:ln>
                  <a:noFill/>
                </a:ln>
                <a:solidFill>
                  <a:schemeClr val="tx1"/>
                </a:solidFill>
                <a:effectLst/>
                <a:latin typeface="+mn-lt"/>
              </a:rPr>
              <a:t> : la valeur actuelle.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b="1" i="0" u="none" strike="noStrike" cap="none" normalizeH="0" baseline="0" dirty="0" err="1">
                <a:ln>
                  <a:noFill/>
                </a:ln>
                <a:solidFill>
                  <a:schemeClr val="tx1"/>
                </a:solidFill>
                <a:effectLst/>
                <a:latin typeface="+mn-lt"/>
              </a:rPr>
              <a:t>setCount</a:t>
            </a:r>
            <a:r>
              <a:rPr kumimoji="0" lang="fr-FR" altLang="fr-FR" b="0" i="0" u="none" strike="noStrike" cap="none" normalizeH="0" baseline="0" dirty="0">
                <a:ln>
                  <a:noFill/>
                </a:ln>
                <a:solidFill>
                  <a:schemeClr val="tx1"/>
                </a:solidFill>
                <a:effectLst/>
                <a:latin typeface="+mn-lt"/>
              </a:rPr>
              <a:t> : fonction pour mettre à jour l’état.</a:t>
            </a:r>
          </a:p>
        </p:txBody>
      </p:sp>
      <p:sp>
        <p:nvSpPr>
          <p:cNvPr id="11" name="Rectangle 3">
            <a:extLst>
              <a:ext uri="{FF2B5EF4-FFF2-40B4-BE49-F238E27FC236}">
                <a16:creationId xmlns:a16="http://schemas.microsoft.com/office/drawing/2014/main" id="{4F5E7169-B2EA-D85D-9B9C-E9282D6BD2DB}"/>
              </a:ext>
            </a:extLst>
          </p:cNvPr>
          <p:cNvSpPr>
            <a:spLocks noChangeArrowheads="1"/>
          </p:cNvSpPr>
          <p:nvPr/>
        </p:nvSpPr>
        <p:spPr bwMode="auto">
          <a:xfrm>
            <a:off x="328936" y="2360940"/>
            <a:ext cx="3655924"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b="1" i="0" u="none" strike="noStrike" cap="none" normalizeH="0" baseline="0" dirty="0">
                <a:ln>
                  <a:noFill/>
                </a:ln>
                <a:solidFill>
                  <a:schemeClr val="tx1"/>
                </a:solidFill>
                <a:effectLst/>
                <a:latin typeface="+mn-lt"/>
              </a:rPr>
              <a:t>Toujours appeler </a:t>
            </a:r>
            <a:r>
              <a:rPr kumimoji="0" lang="fr-FR" altLang="fr-FR" b="0" i="0" u="none" strike="noStrike" cap="none" normalizeH="0" baseline="0" dirty="0" err="1">
                <a:ln>
                  <a:noFill/>
                </a:ln>
                <a:solidFill>
                  <a:schemeClr val="tx1"/>
                </a:solidFill>
                <a:effectLst/>
                <a:latin typeface="+mn-lt"/>
              </a:rPr>
              <a:t>useState</a:t>
            </a:r>
            <a:r>
              <a:rPr kumimoji="0" lang="fr-FR" altLang="fr-FR" b="1" i="0" u="none" strike="noStrike" cap="none" normalizeH="0" baseline="0" dirty="0">
                <a:ln>
                  <a:noFill/>
                </a:ln>
                <a:solidFill>
                  <a:schemeClr val="tx1"/>
                </a:solidFill>
                <a:effectLst/>
                <a:latin typeface="+mn-lt"/>
              </a:rPr>
              <a:t> en haut du composant</a:t>
            </a:r>
            <a:r>
              <a:rPr kumimoji="0" lang="fr-FR" altLang="fr-FR" b="0" i="0" u="none" strike="noStrike" cap="none" normalizeH="0" baseline="0" dirty="0">
                <a:ln>
                  <a:noFill/>
                </a:ln>
                <a:solidFill>
                  <a:schemeClr val="tx1"/>
                </a:solidFill>
                <a:effectLst/>
                <a:latin typeface="+mn-lt"/>
              </a:rPr>
              <a:t> </a:t>
            </a:r>
          </a:p>
        </p:txBody>
      </p:sp>
      <p:cxnSp>
        <p:nvCxnSpPr>
          <p:cNvPr id="13" name="Connecteur : en angle 12">
            <a:extLst>
              <a:ext uri="{FF2B5EF4-FFF2-40B4-BE49-F238E27FC236}">
                <a16:creationId xmlns:a16="http://schemas.microsoft.com/office/drawing/2014/main" id="{69B5717B-8E20-003F-8B39-A1BFC5902FF9}"/>
              </a:ext>
            </a:extLst>
          </p:cNvPr>
          <p:cNvCxnSpPr>
            <a:cxnSpLocks/>
            <a:stCxn id="11" idx="3"/>
          </p:cNvCxnSpPr>
          <p:nvPr/>
        </p:nvCxnSpPr>
        <p:spPr>
          <a:xfrm flipV="1">
            <a:off x="3984860" y="2257143"/>
            <a:ext cx="1020277" cy="396185"/>
          </a:xfrm>
          <a:prstGeom prst="bentConnector3">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 en angle 15">
            <a:extLst>
              <a:ext uri="{FF2B5EF4-FFF2-40B4-BE49-F238E27FC236}">
                <a16:creationId xmlns:a16="http://schemas.microsoft.com/office/drawing/2014/main" id="{CC49B6E9-84B0-C28F-DF61-2D7930E47C82}"/>
              </a:ext>
            </a:extLst>
          </p:cNvPr>
          <p:cNvCxnSpPr>
            <a:cxnSpLocks/>
            <a:stCxn id="8" idx="3"/>
          </p:cNvCxnSpPr>
          <p:nvPr/>
        </p:nvCxnSpPr>
        <p:spPr>
          <a:xfrm flipV="1">
            <a:off x="3984859" y="3167054"/>
            <a:ext cx="1174284" cy="512261"/>
          </a:xfrm>
          <a:prstGeom prst="bentConnector3">
            <a:avLst>
              <a:gd name="adj1" fmla="val 50000"/>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4">
            <a:extLst>
              <a:ext uri="{FF2B5EF4-FFF2-40B4-BE49-F238E27FC236}">
                <a16:creationId xmlns:a16="http://schemas.microsoft.com/office/drawing/2014/main" id="{4D91AD21-821C-0824-7EFB-F9A94CC15B76}"/>
              </a:ext>
            </a:extLst>
          </p:cNvPr>
          <p:cNvSpPr>
            <a:spLocks noChangeArrowheads="1"/>
          </p:cNvSpPr>
          <p:nvPr/>
        </p:nvSpPr>
        <p:spPr bwMode="auto">
          <a:xfrm>
            <a:off x="304800" y="4428458"/>
            <a:ext cx="3680059" cy="83099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b="1" i="0" u="none" strike="noStrike" cap="none" normalizeH="0" baseline="0" dirty="0">
                <a:ln>
                  <a:noFill/>
                </a:ln>
                <a:solidFill>
                  <a:schemeClr val="tx1"/>
                </a:solidFill>
                <a:effectLst/>
                <a:latin typeface="+mn-lt"/>
              </a:rPr>
              <a:t>Basé sur le rendu</a:t>
            </a:r>
            <a:r>
              <a:rPr kumimoji="0" lang="fr-FR" altLang="fr-FR" b="0" i="0" u="none" strike="noStrike" cap="none" normalizeH="0" baseline="0" dirty="0">
                <a:ln>
                  <a:noFill/>
                </a:ln>
                <a:solidFill>
                  <a:schemeClr val="tx1"/>
                </a:solidFill>
                <a:effectLst/>
                <a:latin typeface="+mn-lt"/>
              </a:rPr>
              <a:t> : chaque appel à </a:t>
            </a:r>
            <a:r>
              <a:rPr kumimoji="0" lang="fr-FR" altLang="fr-FR" b="0" i="0" u="none" strike="noStrike" cap="none" normalizeH="0" baseline="0" dirty="0" err="1">
                <a:ln>
                  <a:noFill/>
                </a:ln>
                <a:solidFill>
                  <a:schemeClr val="tx1"/>
                </a:solidFill>
                <a:effectLst/>
                <a:latin typeface="+mn-lt"/>
              </a:rPr>
              <a:t>setCount</a:t>
            </a:r>
            <a:r>
              <a:rPr kumimoji="0" lang="fr-FR" altLang="fr-FR" b="0" i="0" u="none" strike="noStrike" cap="none" normalizeH="0" baseline="0" dirty="0">
                <a:ln>
                  <a:noFill/>
                </a:ln>
                <a:solidFill>
                  <a:schemeClr val="tx1"/>
                </a:solidFill>
                <a:effectLst/>
                <a:latin typeface="+mn-lt"/>
              </a:rPr>
              <a:t> déclenche un nouveau rendu du composant. </a:t>
            </a:r>
          </a:p>
        </p:txBody>
      </p:sp>
      <p:cxnSp>
        <p:nvCxnSpPr>
          <p:cNvPr id="20" name="Connecteur : en angle 19">
            <a:extLst>
              <a:ext uri="{FF2B5EF4-FFF2-40B4-BE49-F238E27FC236}">
                <a16:creationId xmlns:a16="http://schemas.microsoft.com/office/drawing/2014/main" id="{EAB0F0D0-7FF0-C692-200F-5400ED4A08AD}"/>
              </a:ext>
            </a:extLst>
          </p:cNvPr>
          <p:cNvCxnSpPr>
            <a:cxnSpLocks/>
            <a:stCxn id="19" idx="3"/>
          </p:cNvCxnSpPr>
          <p:nvPr/>
        </p:nvCxnSpPr>
        <p:spPr>
          <a:xfrm flipV="1">
            <a:off x="3984859" y="4671963"/>
            <a:ext cx="1366787" cy="171994"/>
          </a:xfrm>
          <a:prstGeom prst="bentConnector3">
            <a:avLst>
              <a:gd name="adj1" fmla="val 50000"/>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805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9"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5016022" cy="2416046"/>
          </a:xfrm>
          <a:prstGeom prst="rect">
            <a:avLst/>
          </a:prstGeom>
          <a:noFill/>
        </p:spPr>
        <p:txBody>
          <a:bodyPr wrap="square">
            <a:spAutoFit/>
          </a:bodyPr>
          <a:lstStyle/>
          <a:p>
            <a:pPr marL="0" lvl="1" algn="l" rtl="0">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Hook </a:t>
            </a:r>
            <a:r>
              <a:rPr lang="fr-FR" sz="1800" b="1" dirty="0" err="1">
                <a:solidFill>
                  <a:schemeClr val="accent1">
                    <a:lumMod val="75000"/>
                  </a:schemeClr>
                </a:solidFill>
                <a:latin typeface="+mn-lt"/>
                <a:ea typeface="+mj-ea"/>
                <a:cs typeface="+mj-cs"/>
              </a:rPr>
              <a:t>useState</a:t>
            </a:r>
            <a:r>
              <a:rPr lang="fr-FR" sz="1800" b="1" dirty="0">
                <a:solidFill>
                  <a:schemeClr val="accent1">
                    <a:lumMod val="75000"/>
                  </a:schemeClr>
                </a:solidFill>
                <a:latin typeface="+mn-lt"/>
                <a:ea typeface="+mj-ea"/>
                <a:cs typeface="+mj-cs"/>
              </a:rPr>
              <a:t>: Exemple </a:t>
            </a:r>
          </a:p>
          <a:p>
            <a:pPr marL="0" lvl="1" algn="l" rtl="0">
              <a:spcBef>
                <a:spcPts val="605"/>
              </a:spcBef>
              <a:spcAft>
                <a:spcPts val="0"/>
              </a:spcAft>
              <a:buClr>
                <a:srgbClr val="1F3863"/>
              </a:buClr>
              <a:buSzPts val="1200"/>
              <a:tabLst>
                <a:tab pos="539115" algn="l"/>
              </a:tabLst>
            </a:pPr>
            <a:r>
              <a:rPr lang="fr-FR" b="1" dirty="0">
                <a:latin typeface="+mn-lt"/>
                <a:ea typeface="+mj-ea"/>
                <a:cs typeface="+mj-cs"/>
              </a:rPr>
              <a:t>Réalisation d’un compteur</a:t>
            </a:r>
          </a:p>
          <a:p>
            <a:pPr marL="285750" indent="-285750" algn="l">
              <a:buFont typeface="Wingdings" panose="05000000000000000000" pitchFamily="2" charset="2"/>
              <a:buChar char="§"/>
            </a:pPr>
            <a:r>
              <a:rPr lang="fr-FR" dirty="0">
                <a:latin typeface="+mn-lt"/>
              </a:rPr>
              <a:t>Le clic sur le bouton « </a:t>
            </a:r>
            <a:r>
              <a:rPr lang="fr-FR" b="1" dirty="0">
                <a:latin typeface="+mn-lt"/>
              </a:rPr>
              <a:t>incrémenter »</a:t>
            </a:r>
            <a:r>
              <a:rPr lang="fr-FR" dirty="0">
                <a:latin typeface="+mn-lt"/>
              </a:rPr>
              <a:t> incrémente le compteur </a:t>
            </a:r>
          </a:p>
          <a:p>
            <a:pPr marL="285750" indent="-285750" algn="l">
              <a:buFont typeface="Wingdings" panose="05000000000000000000" pitchFamily="2" charset="2"/>
              <a:buChar char="§"/>
            </a:pPr>
            <a:r>
              <a:rPr lang="fr-FR" dirty="0">
                <a:latin typeface="+mn-lt"/>
              </a:rPr>
              <a:t>Le clic sur le bouton « </a:t>
            </a:r>
            <a:r>
              <a:rPr lang="fr-FR" b="1" dirty="0">
                <a:latin typeface="+mn-lt"/>
              </a:rPr>
              <a:t>décrémenter »</a:t>
            </a:r>
            <a:r>
              <a:rPr lang="fr-FR" dirty="0">
                <a:latin typeface="+mn-lt"/>
              </a:rPr>
              <a:t> décrémente le compteur </a:t>
            </a:r>
          </a:p>
          <a:p>
            <a:pPr marL="285750" indent="-285750" algn="l">
              <a:buFont typeface="Wingdings" panose="05000000000000000000" pitchFamily="2" charset="2"/>
              <a:buChar char="§"/>
            </a:pPr>
            <a:r>
              <a:rPr lang="fr-FR" dirty="0">
                <a:latin typeface="+mn-lt"/>
              </a:rPr>
              <a:t>La valeur du compteur doit être affiché</a:t>
            </a:r>
          </a:p>
          <a:p>
            <a:pPr marL="285750" indent="-285750" algn="l">
              <a:buFont typeface="Wingdings" panose="05000000000000000000" pitchFamily="2" charset="2"/>
              <a:buChar char="§"/>
            </a:pPr>
            <a:r>
              <a:rPr lang="fr-FR" dirty="0">
                <a:latin typeface="+mn-lt"/>
              </a:rPr>
              <a:t>D’où on a besoin d’une propriété d’état, on va la nommée valeur</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pic>
        <p:nvPicPr>
          <p:cNvPr id="2" name="Image 1" descr="Une image contenant texte  Description générée automatiquement">
            <a:extLst>
              <a:ext uri="{FF2B5EF4-FFF2-40B4-BE49-F238E27FC236}">
                <a16:creationId xmlns:a16="http://schemas.microsoft.com/office/drawing/2014/main" id="{B3D32A5F-F6BC-A3D2-5FE3-394633658B2F}"/>
              </a:ext>
            </a:extLst>
          </p:cNvPr>
          <p:cNvPicPr>
            <a:picLocks/>
          </p:cNvPicPr>
          <p:nvPr/>
        </p:nvPicPr>
        <p:blipFill>
          <a:blip r:embed="rId3" cstate="print"/>
          <a:stretch>
            <a:fillRect/>
          </a:stretch>
        </p:blipFill>
        <p:spPr>
          <a:xfrm>
            <a:off x="5707781" y="872148"/>
            <a:ext cx="3107283" cy="1533525"/>
          </a:xfrm>
          <a:prstGeom prst="rect">
            <a:avLst/>
          </a:prstGeom>
        </p:spPr>
      </p:pic>
      <p:sp>
        <p:nvSpPr>
          <p:cNvPr id="12" name="ZoneTexte 11">
            <a:extLst>
              <a:ext uri="{FF2B5EF4-FFF2-40B4-BE49-F238E27FC236}">
                <a16:creationId xmlns:a16="http://schemas.microsoft.com/office/drawing/2014/main" id="{B1C561DA-B507-F273-1FC0-90B42B416C08}"/>
              </a:ext>
            </a:extLst>
          </p:cNvPr>
          <p:cNvSpPr txBox="1"/>
          <p:nvPr/>
        </p:nvSpPr>
        <p:spPr>
          <a:xfrm>
            <a:off x="304800" y="3429000"/>
            <a:ext cx="2378488" cy="338554"/>
          </a:xfrm>
          <a:prstGeom prst="rect">
            <a:avLst/>
          </a:prstGeom>
          <a:noFill/>
        </p:spPr>
        <p:txBody>
          <a:bodyPr wrap="square">
            <a:spAutoFit/>
          </a:bodyPr>
          <a:lstStyle/>
          <a:p>
            <a:pPr marL="89535" algn="l">
              <a:spcBef>
                <a:spcPts val="600"/>
              </a:spcBef>
            </a:pPr>
            <a:r>
              <a:rPr lang="fr-FR" sz="1600" b="1" dirty="0">
                <a:effectLst/>
                <a:latin typeface="Calibri" panose="020F0502020204030204" pitchFamily="34" charset="0"/>
                <a:ea typeface="Calibri" panose="020F0502020204030204" pitchFamily="34" charset="0"/>
              </a:rPr>
              <a:t>Composant</a:t>
            </a:r>
            <a:r>
              <a:rPr lang="fr-FR" sz="1600" b="1" spc="-5" dirty="0">
                <a:effectLst/>
                <a:latin typeface="Calibri" panose="020F0502020204030204" pitchFamily="34" charset="0"/>
                <a:ea typeface="Calibri" panose="020F0502020204030204" pitchFamily="34" charset="0"/>
              </a:rPr>
              <a:t> </a:t>
            </a:r>
            <a:r>
              <a:rPr lang="fr-FR" sz="1600" b="1" spc="-10" dirty="0">
                <a:effectLst/>
                <a:latin typeface="Calibri" panose="020F0502020204030204" pitchFamily="34" charset="0"/>
                <a:ea typeface="Calibri" panose="020F0502020204030204" pitchFamily="34" charset="0"/>
              </a:rPr>
              <a:t>Compteur.js</a:t>
            </a:r>
            <a:endParaRPr lang="fr-FR" sz="1600" b="1" dirty="0">
              <a:effectLst/>
              <a:latin typeface="Calibri" panose="020F0502020204030204" pitchFamily="34" charset="0"/>
              <a:ea typeface="Calibri" panose="020F0502020204030204" pitchFamily="34" charset="0"/>
            </a:endParaRPr>
          </a:p>
        </p:txBody>
      </p:sp>
      <p:sp>
        <p:nvSpPr>
          <p:cNvPr id="14" name="Textbox 42">
            <a:extLst>
              <a:ext uri="{FF2B5EF4-FFF2-40B4-BE49-F238E27FC236}">
                <a16:creationId xmlns:a16="http://schemas.microsoft.com/office/drawing/2014/main" id="{18E9B3E8-5E97-F2EE-3ED3-D358CF829947}"/>
              </a:ext>
            </a:extLst>
          </p:cNvPr>
          <p:cNvSpPr txBox="1">
            <a:spLocks/>
          </p:cNvSpPr>
          <p:nvPr/>
        </p:nvSpPr>
        <p:spPr>
          <a:xfrm>
            <a:off x="2683288" y="3118394"/>
            <a:ext cx="6255101" cy="3571163"/>
          </a:xfrm>
          <a:prstGeom prst="rect">
            <a:avLst/>
          </a:prstGeom>
          <a:solidFill>
            <a:srgbClr val="1E1E1E"/>
          </a:solidFill>
        </p:spPr>
        <p:txBody>
          <a:bodyPr wrap="none" lIns="0" tIns="0" rIns="0" bIns="0" rtlCol="0">
            <a:noAutofit/>
          </a:bodyPr>
          <a:lstStyle/>
          <a:p>
            <a:pPr marL="17780" marR="2847340" algn="l">
              <a:lnSpc>
                <a:spcPct val="115000"/>
              </a:lnSpc>
              <a:spcBef>
                <a:spcPts val="185"/>
              </a:spcBef>
              <a:spcAft>
                <a:spcPts val="0"/>
              </a:spcAft>
            </a:pPr>
            <a:r>
              <a:rPr lang="fr-FR" sz="1400" dirty="0">
                <a:solidFill>
                  <a:srgbClr val="C585C0"/>
                </a:solidFill>
                <a:effectLst/>
                <a:latin typeface="+mn-lt"/>
                <a:ea typeface="Calibri" panose="020F0502020204030204" pitchFamily="34" charset="0"/>
              </a:rPr>
              <a:t>import</a:t>
            </a:r>
            <a:r>
              <a:rPr lang="fr-FR" sz="1400" spc="-40" dirty="0">
                <a:solidFill>
                  <a:srgbClr val="C585C0"/>
                </a:solidFill>
                <a:effectLst/>
                <a:latin typeface="+mn-lt"/>
                <a:ea typeface="Calibri" panose="020F0502020204030204" pitchFamily="34" charset="0"/>
              </a:rPr>
              <a:t> </a:t>
            </a:r>
            <a:r>
              <a:rPr lang="fr-FR" sz="1400" dirty="0" err="1">
                <a:solidFill>
                  <a:srgbClr val="9CDCFD"/>
                </a:solidFill>
                <a:effectLst/>
                <a:latin typeface="+mn-lt"/>
                <a:ea typeface="Calibri" panose="020F0502020204030204" pitchFamily="34" charset="0"/>
              </a:rPr>
              <a:t>React</a:t>
            </a:r>
            <a:r>
              <a:rPr lang="fr-FR" sz="1400" dirty="0">
                <a:solidFill>
                  <a:srgbClr val="D3D3D3"/>
                </a:solidFill>
                <a:effectLst/>
                <a:latin typeface="+mn-lt"/>
                <a:ea typeface="Calibri" panose="020F0502020204030204" pitchFamily="34" charset="0"/>
              </a:rPr>
              <a:t>,</a:t>
            </a:r>
            <a:r>
              <a:rPr lang="fr-FR" sz="1400" spc="-30" dirty="0">
                <a:solidFill>
                  <a:srgbClr val="D3D3D3"/>
                </a:solidFill>
                <a:effectLst/>
                <a:latin typeface="+mn-lt"/>
                <a:ea typeface="Calibri" panose="020F0502020204030204" pitchFamily="34" charset="0"/>
              </a:rPr>
              <a:t> </a:t>
            </a:r>
            <a:r>
              <a:rPr lang="fr-FR" sz="1400" dirty="0">
                <a:solidFill>
                  <a:srgbClr val="D3D3D3"/>
                </a:solidFill>
                <a:effectLst/>
                <a:latin typeface="+mn-lt"/>
                <a:ea typeface="Calibri" panose="020F0502020204030204" pitchFamily="34" charset="0"/>
              </a:rPr>
              <a:t>{</a:t>
            </a:r>
            <a:r>
              <a:rPr lang="fr-FR" sz="1400" spc="-35" dirty="0">
                <a:solidFill>
                  <a:srgbClr val="D3D3D3"/>
                </a:solidFill>
                <a:effectLst/>
                <a:latin typeface="+mn-lt"/>
                <a:ea typeface="Calibri" panose="020F0502020204030204" pitchFamily="34" charset="0"/>
              </a:rPr>
              <a:t> </a:t>
            </a:r>
            <a:r>
              <a:rPr lang="fr-FR" sz="1400" dirty="0" err="1">
                <a:solidFill>
                  <a:srgbClr val="9CDCFD"/>
                </a:solidFill>
                <a:effectLst/>
                <a:latin typeface="+mn-lt"/>
                <a:ea typeface="Calibri" panose="020F0502020204030204" pitchFamily="34" charset="0"/>
              </a:rPr>
              <a:t>useState</a:t>
            </a:r>
            <a:r>
              <a:rPr lang="fr-FR" sz="1400" spc="-30" dirty="0">
                <a:solidFill>
                  <a:srgbClr val="9CDCFD"/>
                </a:solidFill>
                <a:effectLst/>
                <a:latin typeface="+mn-lt"/>
                <a:ea typeface="Calibri" panose="020F0502020204030204" pitchFamily="34" charset="0"/>
              </a:rPr>
              <a:t> </a:t>
            </a:r>
            <a:r>
              <a:rPr lang="fr-FR" sz="1400" dirty="0">
                <a:solidFill>
                  <a:srgbClr val="D3D3D3"/>
                </a:solidFill>
                <a:effectLst/>
                <a:latin typeface="+mn-lt"/>
                <a:ea typeface="Calibri" panose="020F0502020204030204" pitchFamily="34" charset="0"/>
              </a:rPr>
              <a:t>}</a:t>
            </a:r>
            <a:r>
              <a:rPr lang="fr-FR" sz="1400" spc="-40" dirty="0">
                <a:solidFill>
                  <a:srgbClr val="D3D3D3"/>
                </a:solidFill>
                <a:effectLst/>
                <a:latin typeface="+mn-lt"/>
                <a:ea typeface="Calibri" panose="020F0502020204030204" pitchFamily="34" charset="0"/>
              </a:rPr>
              <a:t> </a:t>
            </a:r>
            <a:r>
              <a:rPr lang="fr-FR" sz="1400" dirty="0" err="1">
                <a:solidFill>
                  <a:srgbClr val="C585C0"/>
                </a:solidFill>
                <a:effectLst/>
                <a:latin typeface="+mn-lt"/>
                <a:ea typeface="Calibri" panose="020F0502020204030204" pitchFamily="34" charset="0"/>
              </a:rPr>
              <a:t>from</a:t>
            </a:r>
            <a:r>
              <a:rPr lang="fr-FR" sz="1400" spc="-40" dirty="0">
                <a:solidFill>
                  <a:srgbClr val="C585C0"/>
                </a:solidFill>
                <a:effectLst/>
                <a:latin typeface="+mn-lt"/>
                <a:ea typeface="Calibri" panose="020F0502020204030204" pitchFamily="34" charset="0"/>
              </a:rPr>
              <a:t> </a:t>
            </a:r>
            <a:r>
              <a:rPr lang="fr-FR" sz="1400" dirty="0">
                <a:solidFill>
                  <a:srgbClr val="CE9178"/>
                </a:solidFill>
                <a:effectLst/>
                <a:latin typeface="+mn-lt"/>
                <a:ea typeface="Calibri" panose="020F0502020204030204" pitchFamily="34" charset="0"/>
              </a:rPr>
              <a:t>"</a:t>
            </a:r>
            <a:r>
              <a:rPr lang="fr-FR" sz="1400" dirty="0" err="1">
                <a:solidFill>
                  <a:srgbClr val="CE9178"/>
                </a:solidFill>
                <a:effectLst/>
                <a:latin typeface="+mn-lt"/>
                <a:ea typeface="Calibri" panose="020F0502020204030204" pitchFamily="34" charset="0"/>
              </a:rPr>
              <a:t>react</a:t>
            </a:r>
            <a:r>
              <a:rPr lang="fr-FR" sz="1400" dirty="0">
                <a:solidFill>
                  <a:srgbClr val="CE9178"/>
                </a:solidFill>
                <a:effectLst/>
                <a:latin typeface="+mn-lt"/>
                <a:ea typeface="Calibri" panose="020F0502020204030204" pitchFamily="34" charset="0"/>
              </a:rPr>
              <a:t>"</a:t>
            </a:r>
            <a:r>
              <a:rPr lang="fr-FR" sz="1400" dirty="0">
                <a:solidFill>
                  <a:srgbClr val="D3D3D3"/>
                </a:solidFill>
                <a:effectLst/>
                <a:latin typeface="+mn-lt"/>
                <a:ea typeface="Calibri" panose="020F0502020204030204" pitchFamily="34" charset="0"/>
              </a:rPr>
              <a:t>;</a:t>
            </a:r>
          </a:p>
          <a:p>
            <a:pPr marL="17780" marR="2847340" algn="l">
              <a:lnSpc>
                <a:spcPct val="115000"/>
              </a:lnSpc>
              <a:spcBef>
                <a:spcPts val="185"/>
              </a:spcBef>
              <a:spcAft>
                <a:spcPts val="0"/>
              </a:spcAft>
            </a:pPr>
            <a:r>
              <a:rPr lang="fr-FR" sz="1400" dirty="0">
                <a:solidFill>
                  <a:srgbClr val="D3D3D3"/>
                </a:solidFill>
                <a:effectLst/>
                <a:latin typeface="+mn-lt"/>
                <a:ea typeface="Calibri" panose="020F0502020204030204" pitchFamily="34" charset="0"/>
              </a:rPr>
              <a:t> </a:t>
            </a:r>
            <a:r>
              <a:rPr lang="fr-FR" sz="1400" dirty="0">
                <a:solidFill>
                  <a:srgbClr val="C585C0"/>
                </a:solidFill>
                <a:effectLst/>
                <a:latin typeface="+mn-lt"/>
                <a:ea typeface="Calibri" panose="020F0502020204030204" pitchFamily="34" charset="0"/>
              </a:rPr>
              <a:t>export default </a:t>
            </a:r>
            <a:r>
              <a:rPr lang="fr-FR" sz="1400" dirty="0" err="1">
                <a:solidFill>
                  <a:srgbClr val="559CD5"/>
                </a:solidFill>
                <a:effectLst/>
                <a:latin typeface="+mn-lt"/>
                <a:ea typeface="Calibri" panose="020F0502020204030204" pitchFamily="34" charset="0"/>
              </a:rPr>
              <a:t>function</a:t>
            </a:r>
            <a:r>
              <a:rPr lang="fr-FR" sz="1400" dirty="0">
                <a:solidFill>
                  <a:srgbClr val="559CD5"/>
                </a:solidFill>
                <a:effectLst/>
                <a:latin typeface="+mn-lt"/>
                <a:ea typeface="Calibri" panose="020F0502020204030204" pitchFamily="34" charset="0"/>
              </a:rPr>
              <a:t> </a:t>
            </a:r>
            <a:r>
              <a:rPr lang="fr-FR" sz="1400" dirty="0">
                <a:solidFill>
                  <a:srgbClr val="DCDCAA"/>
                </a:solidFill>
                <a:effectLst/>
                <a:latin typeface="+mn-lt"/>
                <a:ea typeface="Calibri" panose="020F0502020204030204" pitchFamily="34" charset="0"/>
              </a:rPr>
              <a:t>Compteur</a:t>
            </a:r>
            <a:r>
              <a:rPr lang="fr-FR" sz="1400" dirty="0">
                <a:solidFill>
                  <a:srgbClr val="D3D3D3"/>
                </a:solidFill>
                <a:effectLst/>
                <a:latin typeface="+mn-lt"/>
                <a:ea typeface="Calibri" panose="020F0502020204030204" pitchFamily="34" charset="0"/>
              </a:rPr>
              <a:t>(){ </a:t>
            </a:r>
          </a:p>
          <a:p>
            <a:pPr marL="17780" marR="2847340" algn="l">
              <a:lnSpc>
                <a:spcPct val="115000"/>
              </a:lnSpc>
              <a:spcBef>
                <a:spcPts val="185"/>
              </a:spcBef>
              <a:spcAft>
                <a:spcPts val="0"/>
              </a:spcAft>
            </a:pPr>
            <a:r>
              <a:rPr lang="fr-FR" sz="1400" dirty="0" err="1">
                <a:solidFill>
                  <a:srgbClr val="559CD5"/>
                </a:solidFill>
                <a:effectLst/>
                <a:latin typeface="+mn-lt"/>
                <a:ea typeface="Calibri" panose="020F0502020204030204" pitchFamily="34" charset="0"/>
              </a:rPr>
              <a:t>const</a:t>
            </a:r>
            <a:r>
              <a:rPr lang="fr-FR" sz="1400" dirty="0">
                <a:solidFill>
                  <a:srgbClr val="559CD5"/>
                </a:solidFill>
                <a:effectLst/>
                <a:latin typeface="+mn-lt"/>
                <a:ea typeface="Calibri" panose="020F0502020204030204" pitchFamily="34" charset="0"/>
              </a:rPr>
              <a:t> </a:t>
            </a:r>
            <a:r>
              <a:rPr lang="fr-FR" sz="1400" dirty="0">
                <a:solidFill>
                  <a:srgbClr val="D3D3D3"/>
                </a:solidFill>
                <a:effectLst/>
                <a:latin typeface="+mn-lt"/>
                <a:ea typeface="Calibri" panose="020F0502020204030204" pitchFamily="34" charset="0"/>
              </a:rPr>
              <a:t>[</a:t>
            </a:r>
            <a:r>
              <a:rPr lang="fr-FR" sz="1400" dirty="0" err="1">
                <a:solidFill>
                  <a:srgbClr val="4FC1FF"/>
                </a:solidFill>
                <a:effectLst/>
                <a:latin typeface="+mn-lt"/>
                <a:ea typeface="Calibri" panose="020F0502020204030204" pitchFamily="34" charset="0"/>
              </a:rPr>
              <a:t>valeur</a:t>
            </a:r>
            <a:r>
              <a:rPr lang="fr-FR" sz="1400" dirty="0" err="1">
                <a:solidFill>
                  <a:srgbClr val="D3D3D3"/>
                </a:solidFill>
                <a:effectLst/>
                <a:latin typeface="+mn-lt"/>
                <a:ea typeface="Calibri" panose="020F0502020204030204" pitchFamily="34" charset="0"/>
              </a:rPr>
              <a:t>,</a:t>
            </a:r>
            <a:r>
              <a:rPr lang="fr-FR" sz="1400" dirty="0" err="1">
                <a:solidFill>
                  <a:srgbClr val="DCDCAA"/>
                </a:solidFill>
                <a:effectLst/>
                <a:latin typeface="+mn-lt"/>
                <a:ea typeface="Calibri" panose="020F0502020204030204" pitchFamily="34" charset="0"/>
              </a:rPr>
              <a:t>setValeur</a:t>
            </a:r>
            <a:r>
              <a:rPr lang="fr-FR" sz="1400" dirty="0">
                <a:solidFill>
                  <a:srgbClr val="D3D3D3"/>
                </a:solidFill>
                <a:effectLst/>
                <a:latin typeface="+mn-lt"/>
                <a:ea typeface="Calibri" panose="020F0502020204030204" pitchFamily="34" charset="0"/>
              </a:rPr>
              <a:t>]=</a:t>
            </a:r>
            <a:r>
              <a:rPr lang="fr-FR" sz="1400" dirty="0" err="1">
                <a:solidFill>
                  <a:srgbClr val="DCDCAA"/>
                </a:solidFill>
                <a:effectLst/>
                <a:latin typeface="+mn-lt"/>
                <a:ea typeface="Calibri" panose="020F0502020204030204" pitchFamily="34" charset="0"/>
              </a:rPr>
              <a:t>useState</a:t>
            </a:r>
            <a:r>
              <a:rPr lang="fr-FR" sz="1400" dirty="0">
                <a:solidFill>
                  <a:srgbClr val="D3D3D3"/>
                </a:solidFill>
                <a:effectLst/>
                <a:latin typeface="+mn-lt"/>
                <a:ea typeface="Calibri" panose="020F0502020204030204" pitchFamily="34" charset="0"/>
              </a:rPr>
              <a:t>(</a:t>
            </a:r>
            <a:r>
              <a:rPr lang="fr-FR" sz="1400" dirty="0">
                <a:solidFill>
                  <a:srgbClr val="B5CEA8"/>
                </a:solidFill>
                <a:effectLst/>
                <a:latin typeface="+mn-lt"/>
                <a:ea typeface="Calibri" panose="020F0502020204030204" pitchFamily="34" charset="0"/>
              </a:rPr>
              <a:t>0</a:t>
            </a:r>
            <a:r>
              <a:rPr lang="fr-FR" sz="140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310515" marR="2847340" indent="-292735" algn="l">
              <a:lnSpc>
                <a:spcPct val="115000"/>
              </a:lnSpc>
              <a:spcAft>
                <a:spcPts val="0"/>
              </a:spcAft>
            </a:pPr>
            <a:r>
              <a:rPr lang="fr-FR" sz="1400" dirty="0" err="1">
                <a:solidFill>
                  <a:srgbClr val="559CD5"/>
                </a:solidFill>
                <a:effectLst/>
                <a:latin typeface="+mn-lt"/>
                <a:ea typeface="Calibri" panose="020F0502020204030204" pitchFamily="34" charset="0"/>
              </a:rPr>
              <a:t>function</a:t>
            </a:r>
            <a:r>
              <a:rPr lang="fr-FR" sz="1400" spc="-145" dirty="0">
                <a:solidFill>
                  <a:srgbClr val="559CD5"/>
                </a:solidFill>
                <a:effectLst/>
                <a:latin typeface="+mn-lt"/>
                <a:ea typeface="Calibri" panose="020F0502020204030204" pitchFamily="34" charset="0"/>
              </a:rPr>
              <a:t> </a:t>
            </a:r>
            <a:r>
              <a:rPr lang="fr-FR" sz="1400" dirty="0" err="1">
                <a:solidFill>
                  <a:srgbClr val="DCDCAA"/>
                </a:solidFill>
                <a:effectLst/>
                <a:latin typeface="+mn-lt"/>
                <a:ea typeface="Calibri" panose="020F0502020204030204" pitchFamily="34" charset="0"/>
              </a:rPr>
              <a:t>incrementer</a:t>
            </a:r>
            <a:r>
              <a:rPr lang="fr-FR" sz="1400" dirty="0">
                <a:solidFill>
                  <a:srgbClr val="D3D3D3"/>
                </a:solidFill>
                <a:effectLst/>
                <a:latin typeface="+mn-lt"/>
                <a:ea typeface="Calibri" panose="020F0502020204030204" pitchFamily="34" charset="0"/>
              </a:rPr>
              <a:t>(){ </a:t>
            </a:r>
          </a:p>
          <a:p>
            <a:pPr marL="310515" marR="2847340" indent="-292735" algn="l">
              <a:lnSpc>
                <a:spcPct val="115000"/>
              </a:lnSpc>
              <a:spcAft>
                <a:spcPts val="0"/>
              </a:spcAft>
            </a:pPr>
            <a:r>
              <a:rPr lang="fr-FR" sz="1400" spc="-10" dirty="0" err="1">
                <a:solidFill>
                  <a:srgbClr val="DCDCAA"/>
                </a:solidFill>
                <a:effectLst/>
                <a:latin typeface="+mn-lt"/>
                <a:ea typeface="Calibri" panose="020F0502020204030204" pitchFamily="34" charset="0"/>
              </a:rPr>
              <a:t>setValeur</a:t>
            </a:r>
            <a:r>
              <a:rPr lang="fr-FR" sz="1400" spc="-10" dirty="0">
                <a:solidFill>
                  <a:srgbClr val="D3D3D3"/>
                </a:solidFill>
                <a:effectLst/>
                <a:latin typeface="+mn-lt"/>
                <a:ea typeface="Calibri" panose="020F0502020204030204" pitchFamily="34" charset="0"/>
              </a:rPr>
              <a:t>(</a:t>
            </a:r>
            <a:r>
              <a:rPr lang="fr-FR" sz="1400" spc="-10" dirty="0">
                <a:solidFill>
                  <a:srgbClr val="4FC1FF"/>
                </a:solidFill>
                <a:effectLst/>
                <a:latin typeface="+mn-lt"/>
                <a:ea typeface="Calibri" panose="020F0502020204030204" pitchFamily="34" charset="0"/>
              </a:rPr>
              <a:t>valeur</a:t>
            </a:r>
            <a:r>
              <a:rPr lang="fr-FR" sz="1400" spc="-10" dirty="0">
                <a:solidFill>
                  <a:srgbClr val="D3D3D3"/>
                </a:solidFill>
                <a:effectLst/>
                <a:latin typeface="+mn-lt"/>
                <a:ea typeface="Calibri" panose="020F0502020204030204" pitchFamily="34" charset="0"/>
              </a:rPr>
              <a:t>+</a:t>
            </a:r>
            <a:r>
              <a:rPr lang="fr-FR" sz="1400" spc="-10" dirty="0">
                <a:solidFill>
                  <a:srgbClr val="B5CEA8"/>
                </a:solidFill>
                <a:effectLst/>
                <a:latin typeface="+mn-lt"/>
                <a:ea typeface="Calibri" panose="020F0502020204030204" pitchFamily="34" charset="0"/>
              </a:rPr>
              <a:t>1</a:t>
            </a:r>
            <a:r>
              <a:rPr lang="fr-FR" sz="1400" spc="-10" dirty="0">
                <a:solidFill>
                  <a:srgbClr val="D3D3D3"/>
                </a:solidFill>
                <a:effectLst/>
                <a:latin typeface="+mn-lt"/>
                <a:ea typeface="Calibri" panose="020F0502020204030204" pitchFamily="34" charset="0"/>
              </a:rPr>
              <a:t>)</a:t>
            </a:r>
            <a:r>
              <a:rPr lang="fr-FR" sz="1400" spc="-5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310515" marR="4091940" indent="-292735" algn="l">
              <a:lnSpc>
                <a:spcPct val="115000"/>
              </a:lnSpc>
              <a:spcBef>
                <a:spcPts val="195"/>
              </a:spcBef>
              <a:spcAft>
                <a:spcPts val="0"/>
              </a:spcAft>
            </a:pPr>
            <a:r>
              <a:rPr lang="fr-FR" sz="1400" dirty="0" err="1">
                <a:solidFill>
                  <a:srgbClr val="559CD5"/>
                </a:solidFill>
                <a:effectLst/>
                <a:latin typeface="+mn-lt"/>
                <a:ea typeface="Calibri" panose="020F0502020204030204" pitchFamily="34" charset="0"/>
              </a:rPr>
              <a:t>Function</a:t>
            </a:r>
            <a:r>
              <a:rPr lang="fr-FR" sz="1400" dirty="0" err="1">
                <a:solidFill>
                  <a:srgbClr val="DCDCAA"/>
                </a:solidFill>
                <a:effectLst/>
                <a:latin typeface="+mn-lt"/>
                <a:ea typeface="Calibri" panose="020F0502020204030204" pitchFamily="34" charset="0"/>
              </a:rPr>
              <a:t>decrementer</a:t>
            </a:r>
            <a:r>
              <a:rPr lang="fr-FR" sz="1400" dirty="0">
                <a:solidFill>
                  <a:srgbClr val="D3D3D3"/>
                </a:solidFill>
                <a:effectLst/>
                <a:latin typeface="+mn-lt"/>
                <a:ea typeface="Calibri" panose="020F0502020204030204" pitchFamily="34" charset="0"/>
              </a:rPr>
              <a:t>(){ </a:t>
            </a:r>
          </a:p>
          <a:p>
            <a:pPr marL="310515" marR="4091940" indent="-292735" algn="l">
              <a:lnSpc>
                <a:spcPct val="115000"/>
              </a:lnSpc>
              <a:spcBef>
                <a:spcPts val="195"/>
              </a:spcBef>
              <a:spcAft>
                <a:spcPts val="0"/>
              </a:spcAft>
            </a:pPr>
            <a:r>
              <a:rPr lang="fr-FR" sz="1400" spc="-10" dirty="0" err="1">
                <a:solidFill>
                  <a:srgbClr val="DCDCAA"/>
                </a:solidFill>
                <a:effectLst/>
                <a:latin typeface="+mn-lt"/>
                <a:ea typeface="Calibri" panose="020F0502020204030204" pitchFamily="34" charset="0"/>
              </a:rPr>
              <a:t>setValeur</a:t>
            </a:r>
            <a:r>
              <a:rPr lang="fr-FR" sz="1400" spc="-10" dirty="0">
                <a:solidFill>
                  <a:srgbClr val="D3D3D3"/>
                </a:solidFill>
                <a:effectLst/>
                <a:latin typeface="+mn-lt"/>
                <a:ea typeface="Calibri" panose="020F0502020204030204" pitchFamily="34" charset="0"/>
              </a:rPr>
              <a:t>(</a:t>
            </a:r>
            <a:r>
              <a:rPr lang="fr-FR" sz="1400" spc="-10" dirty="0">
                <a:solidFill>
                  <a:srgbClr val="4FC1FF"/>
                </a:solidFill>
                <a:effectLst/>
                <a:latin typeface="+mn-lt"/>
                <a:ea typeface="Calibri" panose="020F0502020204030204" pitchFamily="34" charset="0"/>
              </a:rPr>
              <a:t>valeur</a:t>
            </a:r>
            <a:r>
              <a:rPr lang="fr-FR" sz="1400" spc="-25" dirty="0">
                <a:solidFill>
                  <a:srgbClr val="B5CEA8"/>
                </a:solidFill>
                <a:effectLst/>
                <a:latin typeface="+mn-lt"/>
                <a:ea typeface="Calibri" panose="020F0502020204030204" pitchFamily="34" charset="0"/>
              </a:rPr>
              <a:t>1</a:t>
            </a:r>
            <a:r>
              <a:rPr lang="fr-FR" sz="1400" spc="-25" dirty="0">
                <a:solidFill>
                  <a:srgbClr val="D3D3D3"/>
                </a:solidFill>
                <a:effectLst/>
                <a:latin typeface="+mn-lt"/>
                <a:ea typeface="Calibri" panose="020F0502020204030204" pitchFamily="34" charset="0"/>
              </a:rPr>
              <a:t>)</a:t>
            </a:r>
            <a:r>
              <a:rPr lang="pt-BR" sz="1400" spc="-5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310515" algn="l">
              <a:spcBef>
                <a:spcPts val="195"/>
              </a:spcBef>
              <a:spcAft>
                <a:spcPts val="0"/>
              </a:spcAft>
            </a:pPr>
            <a:r>
              <a:rPr lang="pt-BR" sz="1400" spc="-10" dirty="0">
                <a:solidFill>
                  <a:srgbClr val="C585C0"/>
                </a:solidFill>
                <a:effectLst/>
                <a:latin typeface="+mn-lt"/>
                <a:ea typeface="Calibri" panose="020F0502020204030204" pitchFamily="34" charset="0"/>
              </a:rPr>
              <a:t>return</a:t>
            </a:r>
            <a:r>
              <a:rPr lang="pt-BR" sz="1400" spc="-1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603250" algn="l">
              <a:spcBef>
                <a:spcPts val="200"/>
              </a:spcBef>
              <a:spcAft>
                <a:spcPts val="0"/>
              </a:spcAft>
            </a:pPr>
            <a:r>
              <a:rPr lang="pt-BR" sz="1400" spc="-10" dirty="0">
                <a:solidFill>
                  <a:srgbClr val="808080"/>
                </a:solidFill>
                <a:effectLst/>
                <a:latin typeface="+mn-lt"/>
                <a:ea typeface="Calibri" panose="020F0502020204030204" pitchFamily="34" charset="0"/>
              </a:rPr>
              <a:t>&lt;</a:t>
            </a:r>
            <a:r>
              <a:rPr lang="pt-BR" sz="1400" spc="-10" dirty="0">
                <a:solidFill>
                  <a:srgbClr val="559CD5"/>
                </a:solidFill>
                <a:effectLst/>
                <a:latin typeface="+mn-lt"/>
                <a:ea typeface="Calibri" panose="020F0502020204030204" pitchFamily="34" charset="0"/>
              </a:rPr>
              <a:t>div</a:t>
            </a:r>
            <a:r>
              <a:rPr lang="pt-BR"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895985" algn="l">
              <a:spcBef>
                <a:spcPts val="185"/>
              </a:spcBef>
              <a:spcAft>
                <a:spcPts val="0"/>
              </a:spcAft>
            </a:pPr>
            <a:r>
              <a:rPr lang="pt-BR" sz="1400" dirty="0">
                <a:solidFill>
                  <a:srgbClr val="808080"/>
                </a:solidFill>
                <a:effectLst/>
                <a:latin typeface="+mn-lt"/>
                <a:ea typeface="Calibri" panose="020F0502020204030204" pitchFamily="34" charset="0"/>
              </a:rPr>
              <a:t>&lt;</a:t>
            </a:r>
            <a:r>
              <a:rPr lang="pt-BR" sz="1400" dirty="0">
                <a:solidFill>
                  <a:srgbClr val="559CD5"/>
                </a:solidFill>
                <a:effectLst/>
                <a:latin typeface="+mn-lt"/>
                <a:ea typeface="Calibri" panose="020F0502020204030204" pitchFamily="34" charset="0"/>
              </a:rPr>
              <a:t>h1</a:t>
            </a:r>
            <a:r>
              <a:rPr lang="pt-BR" sz="1400" dirty="0">
                <a:solidFill>
                  <a:srgbClr val="808080"/>
                </a:solidFill>
                <a:effectLst/>
                <a:latin typeface="+mn-lt"/>
                <a:ea typeface="Calibri" panose="020F0502020204030204" pitchFamily="34" charset="0"/>
              </a:rPr>
              <a:t>&gt;</a:t>
            </a:r>
            <a:r>
              <a:rPr lang="pt-BR" sz="1400" dirty="0">
                <a:solidFill>
                  <a:srgbClr val="D3D3D3"/>
                </a:solidFill>
                <a:effectLst/>
                <a:latin typeface="+mn-lt"/>
                <a:ea typeface="Calibri" panose="020F0502020204030204" pitchFamily="34" charset="0"/>
              </a:rPr>
              <a:t>compteur:</a:t>
            </a:r>
            <a:r>
              <a:rPr lang="pt-BR" sz="1400" spc="-75" dirty="0">
                <a:solidFill>
                  <a:srgbClr val="D3D3D3"/>
                </a:solidFill>
                <a:effectLst/>
                <a:latin typeface="+mn-lt"/>
                <a:ea typeface="Calibri" panose="020F0502020204030204" pitchFamily="34" charset="0"/>
              </a:rPr>
              <a:t> </a:t>
            </a:r>
            <a:r>
              <a:rPr lang="pt-BR" sz="1400" spc="-10" dirty="0">
                <a:solidFill>
                  <a:srgbClr val="559CD5"/>
                </a:solidFill>
                <a:effectLst/>
                <a:latin typeface="+mn-lt"/>
                <a:ea typeface="Calibri" panose="020F0502020204030204" pitchFamily="34" charset="0"/>
              </a:rPr>
              <a:t>{</a:t>
            </a:r>
            <a:r>
              <a:rPr lang="pt-BR" sz="1400" spc="-10" dirty="0">
                <a:solidFill>
                  <a:srgbClr val="4FC1FF"/>
                </a:solidFill>
                <a:effectLst/>
                <a:latin typeface="+mn-lt"/>
                <a:ea typeface="Calibri" panose="020F0502020204030204" pitchFamily="34" charset="0"/>
              </a:rPr>
              <a:t>valeur</a:t>
            </a:r>
            <a:r>
              <a:rPr lang="pt-BR" sz="1400" spc="-10" dirty="0">
                <a:solidFill>
                  <a:srgbClr val="559CD5"/>
                </a:solidFill>
                <a:effectLst/>
                <a:latin typeface="+mn-lt"/>
                <a:ea typeface="Calibri" panose="020F0502020204030204" pitchFamily="34" charset="0"/>
              </a:rPr>
              <a:t>}</a:t>
            </a:r>
            <a:r>
              <a:rPr lang="pt-BR" sz="1400" spc="-10" dirty="0">
                <a:solidFill>
                  <a:srgbClr val="808080"/>
                </a:solidFill>
                <a:effectLst/>
                <a:latin typeface="+mn-lt"/>
                <a:ea typeface="Calibri" panose="020F0502020204030204" pitchFamily="34" charset="0"/>
              </a:rPr>
              <a:t>&lt;/</a:t>
            </a:r>
            <a:r>
              <a:rPr lang="pt-BR" sz="1400" spc="-10" dirty="0">
                <a:solidFill>
                  <a:srgbClr val="559CD5"/>
                </a:solidFill>
                <a:effectLst/>
                <a:latin typeface="+mn-lt"/>
                <a:ea typeface="Calibri" panose="020F0502020204030204" pitchFamily="34" charset="0"/>
              </a:rPr>
              <a:t>h1</a:t>
            </a:r>
            <a:r>
              <a:rPr lang="pt-BR"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895985" algn="l">
              <a:spcBef>
                <a:spcPts val="200"/>
              </a:spcBef>
              <a:spcAft>
                <a:spcPts val="0"/>
              </a:spcAft>
            </a:pPr>
            <a:r>
              <a:rPr lang="en-US" sz="1400" dirty="0">
                <a:solidFill>
                  <a:srgbClr val="808080"/>
                </a:solidFill>
                <a:effectLst/>
                <a:latin typeface="+mn-lt"/>
                <a:ea typeface="Calibri" panose="020F0502020204030204" pitchFamily="34" charset="0"/>
              </a:rPr>
              <a:t>&lt;</a:t>
            </a:r>
            <a:r>
              <a:rPr lang="en-US" sz="1400" dirty="0">
                <a:solidFill>
                  <a:srgbClr val="559CD5"/>
                </a:solidFill>
                <a:effectLst/>
                <a:latin typeface="+mn-lt"/>
                <a:ea typeface="Calibri" panose="020F0502020204030204" pitchFamily="34" charset="0"/>
              </a:rPr>
              <a:t>input</a:t>
            </a:r>
            <a:r>
              <a:rPr lang="en-US" sz="1400" spc="-90" dirty="0">
                <a:solidFill>
                  <a:srgbClr val="559CD5"/>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type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"button"</a:t>
            </a:r>
            <a:r>
              <a:rPr lang="en-US" sz="1400" spc="-80" dirty="0">
                <a:solidFill>
                  <a:srgbClr val="CE9178"/>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value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a:t>
            </a:r>
            <a:r>
              <a:rPr lang="en-US" sz="1400" dirty="0" err="1">
                <a:solidFill>
                  <a:srgbClr val="CE9178"/>
                </a:solidFill>
                <a:effectLst/>
                <a:latin typeface="+mn-lt"/>
                <a:ea typeface="Calibri" panose="020F0502020204030204" pitchFamily="34" charset="0"/>
              </a:rPr>
              <a:t>incrementer</a:t>
            </a:r>
            <a:r>
              <a:rPr lang="en-US" sz="1400" dirty="0">
                <a:solidFill>
                  <a:srgbClr val="CE9178"/>
                </a:solidFill>
                <a:effectLst/>
                <a:latin typeface="+mn-lt"/>
                <a:ea typeface="Calibri" panose="020F0502020204030204" pitchFamily="34" charset="0"/>
              </a:rPr>
              <a:t>"</a:t>
            </a:r>
            <a:r>
              <a:rPr lang="en-US" sz="1400" spc="-70" dirty="0">
                <a:solidFill>
                  <a:srgbClr val="CE9178"/>
                </a:solidFill>
                <a:effectLst/>
                <a:latin typeface="+mn-lt"/>
                <a:ea typeface="Calibri" panose="020F0502020204030204" pitchFamily="34" charset="0"/>
              </a:rPr>
              <a:t> </a:t>
            </a:r>
            <a:r>
              <a:rPr lang="en-US" sz="1400" spc="-10" dirty="0" err="1">
                <a:solidFill>
                  <a:srgbClr val="9CDCFD"/>
                </a:solidFill>
                <a:effectLst/>
                <a:latin typeface="+mn-lt"/>
                <a:ea typeface="Calibri" panose="020F0502020204030204" pitchFamily="34" charset="0"/>
              </a:rPr>
              <a:t>onClick</a:t>
            </a:r>
            <a:r>
              <a:rPr lang="en-US" sz="1400" spc="-10" dirty="0">
                <a:solidFill>
                  <a:srgbClr val="D3D3D3"/>
                </a:solidFill>
                <a:effectLst/>
                <a:latin typeface="+mn-lt"/>
                <a:ea typeface="Calibri" panose="020F0502020204030204" pitchFamily="34" charset="0"/>
              </a:rPr>
              <a:t>=</a:t>
            </a:r>
            <a:r>
              <a:rPr lang="en-US" sz="1400" spc="-10" dirty="0">
                <a:solidFill>
                  <a:srgbClr val="559CD5"/>
                </a:solidFill>
                <a:effectLst/>
                <a:latin typeface="+mn-lt"/>
                <a:ea typeface="Calibri" panose="020F0502020204030204" pitchFamily="34" charset="0"/>
              </a:rPr>
              <a:t>{</a:t>
            </a:r>
            <a:r>
              <a:rPr lang="en-US" sz="1400" spc="-10" dirty="0" err="1">
                <a:solidFill>
                  <a:srgbClr val="DCDCAA"/>
                </a:solidFill>
                <a:effectLst/>
                <a:latin typeface="+mn-lt"/>
                <a:ea typeface="Calibri" panose="020F0502020204030204" pitchFamily="34" charset="0"/>
              </a:rPr>
              <a:t>incrementer</a:t>
            </a:r>
            <a:r>
              <a:rPr lang="en-US" sz="1400" spc="-10" dirty="0">
                <a:solidFill>
                  <a:srgbClr val="559CD5"/>
                </a:solidFill>
                <a:effectLst/>
                <a:latin typeface="+mn-lt"/>
                <a:ea typeface="Calibri" panose="020F0502020204030204" pitchFamily="34" charset="0"/>
              </a:rPr>
              <a:t>}</a:t>
            </a:r>
            <a:r>
              <a:rPr lang="en-US"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895985" algn="l">
              <a:spcBef>
                <a:spcPts val="200"/>
              </a:spcBef>
              <a:spcAft>
                <a:spcPts val="0"/>
              </a:spcAft>
            </a:pPr>
            <a:r>
              <a:rPr lang="en-US" sz="1400" dirty="0">
                <a:solidFill>
                  <a:srgbClr val="808080"/>
                </a:solidFill>
                <a:effectLst/>
                <a:latin typeface="+mn-lt"/>
                <a:ea typeface="Calibri" panose="020F0502020204030204" pitchFamily="34" charset="0"/>
              </a:rPr>
              <a:t>&lt;</a:t>
            </a:r>
            <a:r>
              <a:rPr lang="en-US" sz="1400" dirty="0">
                <a:solidFill>
                  <a:srgbClr val="559CD5"/>
                </a:solidFill>
                <a:effectLst/>
                <a:latin typeface="+mn-lt"/>
                <a:ea typeface="Calibri" panose="020F0502020204030204" pitchFamily="34" charset="0"/>
              </a:rPr>
              <a:t>input</a:t>
            </a:r>
            <a:r>
              <a:rPr lang="en-US" sz="1400" spc="-90" dirty="0">
                <a:solidFill>
                  <a:srgbClr val="559CD5"/>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type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"button"</a:t>
            </a:r>
            <a:r>
              <a:rPr lang="en-US" sz="1400" spc="-80" dirty="0">
                <a:solidFill>
                  <a:srgbClr val="CE9178"/>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value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a:t>
            </a:r>
            <a:r>
              <a:rPr lang="en-US" sz="1400" dirty="0" err="1">
                <a:solidFill>
                  <a:srgbClr val="CE9178"/>
                </a:solidFill>
                <a:effectLst/>
                <a:latin typeface="+mn-lt"/>
                <a:ea typeface="Calibri" panose="020F0502020204030204" pitchFamily="34" charset="0"/>
              </a:rPr>
              <a:t>decrementer</a:t>
            </a:r>
            <a:r>
              <a:rPr lang="en-US" sz="1400" dirty="0">
                <a:solidFill>
                  <a:srgbClr val="CE9178"/>
                </a:solidFill>
                <a:effectLst/>
                <a:latin typeface="+mn-lt"/>
                <a:ea typeface="Calibri" panose="020F0502020204030204" pitchFamily="34" charset="0"/>
              </a:rPr>
              <a:t>"</a:t>
            </a:r>
            <a:r>
              <a:rPr lang="en-US" sz="1400" spc="-70" dirty="0">
                <a:solidFill>
                  <a:srgbClr val="CE9178"/>
                </a:solidFill>
                <a:effectLst/>
                <a:latin typeface="+mn-lt"/>
                <a:ea typeface="Calibri" panose="020F0502020204030204" pitchFamily="34" charset="0"/>
              </a:rPr>
              <a:t> </a:t>
            </a:r>
            <a:r>
              <a:rPr lang="en-US" sz="1400" spc="-10" dirty="0" err="1">
                <a:solidFill>
                  <a:srgbClr val="9CDCFD"/>
                </a:solidFill>
                <a:effectLst/>
                <a:latin typeface="+mn-lt"/>
                <a:ea typeface="Calibri" panose="020F0502020204030204" pitchFamily="34" charset="0"/>
              </a:rPr>
              <a:t>onClick</a:t>
            </a:r>
            <a:r>
              <a:rPr lang="en-US" sz="1400" spc="-10" dirty="0">
                <a:solidFill>
                  <a:srgbClr val="D3D3D3"/>
                </a:solidFill>
                <a:effectLst/>
                <a:latin typeface="+mn-lt"/>
                <a:ea typeface="Calibri" panose="020F0502020204030204" pitchFamily="34" charset="0"/>
              </a:rPr>
              <a:t>=</a:t>
            </a:r>
            <a:r>
              <a:rPr lang="en-US" sz="1400" spc="-10" dirty="0">
                <a:solidFill>
                  <a:srgbClr val="559CD5"/>
                </a:solidFill>
                <a:effectLst/>
                <a:latin typeface="+mn-lt"/>
                <a:ea typeface="Calibri" panose="020F0502020204030204" pitchFamily="34" charset="0"/>
              </a:rPr>
              <a:t>{</a:t>
            </a:r>
            <a:r>
              <a:rPr lang="en-US" sz="1400" spc="-10" dirty="0" err="1">
                <a:solidFill>
                  <a:srgbClr val="DCDCAA"/>
                </a:solidFill>
                <a:effectLst/>
                <a:latin typeface="+mn-lt"/>
                <a:ea typeface="Calibri" panose="020F0502020204030204" pitchFamily="34" charset="0"/>
              </a:rPr>
              <a:t>decrementer</a:t>
            </a:r>
            <a:r>
              <a:rPr lang="en-US" sz="1400" spc="-10" dirty="0">
                <a:solidFill>
                  <a:srgbClr val="559CD5"/>
                </a:solidFill>
                <a:effectLst/>
                <a:latin typeface="+mn-lt"/>
                <a:ea typeface="Calibri" panose="020F0502020204030204" pitchFamily="34" charset="0"/>
              </a:rPr>
              <a:t>}</a:t>
            </a:r>
            <a:r>
              <a:rPr lang="en-US"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603250" algn="l"/>
            <a:r>
              <a:rPr lang="fr-FR" sz="1400" spc="-10" dirty="0">
                <a:solidFill>
                  <a:srgbClr val="808080"/>
                </a:solidFill>
                <a:effectLst/>
                <a:latin typeface="+mn-lt"/>
                <a:ea typeface="Calibri" panose="020F0502020204030204" pitchFamily="34" charset="0"/>
              </a:rPr>
              <a:t>&lt;/</a:t>
            </a:r>
            <a:r>
              <a:rPr lang="fr-FR" sz="1400" spc="-10" dirty="0">
                <a:solidFill>
                  <a:srgbClr val="559CD5"/>
                </a:solidFill>
                <a:effectLst/>
                <a:latin typeface="+mn-lt"/>
                <a:ea typeface="Calibri" panose="020F0502020204030204" pitchFamily="34" charset="0"/>
              </a:rPr>
              <a:t>div</a:t>
            </a:r>
            <a:r>
              <a:rPr lang="fr-FR"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310515" algn="l">
              <a:spcBef>
                <a:spcPts val="200"/>
              </a:spcBef>
              <a:spcAft>
                <a:spcPts val="0"/>
              </a:spcAft>
            </a:pPr>
            <a:r>
              <a:rPr lang="fr-FR" sz="1400" spc="-5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p:txBody>
      </p:sp>
      <p:sp>
        <p:nvSpPr>
          <p:cNvPr id="17" name="Rectangle 4">
            <a:extLst>
              <a:ext uri="{FF2B5EF4-FFF2-40B4-BE49-F238E27FC236}">
                <a16:creationId xmlns:a16="http://schemas.microsoft.com/office/drawing/2014/main" id="{3C2CEF41-A546-6284-450A-6286C60C69DC}"/>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Hooks</a:t>
            </a:r>
            <a:r>
              <a:rPr lang="fr-FR" sz="2400" b="1" dirty="0">
                <a:solidFill>
                  <a:schemeClr val="accent1">
                    <a:lumMod val="75000"/>
                  </a:schemeClr>
                </a:solidFill>
              </a:rPr>
              <a:t> avancés et contexte: </a:t>
            </a:r>
            <a:r>
              <a:rPr lang="fr-FR" sz="2400" b="1" dirty="0" err="1">
                <a:solidFill>
                  <a:schemeClr val="accent1">
                    <a:lumMod val="75000"/>
                  </a:schemeClr>
                </a:solidFill>
              </a:rPr>
              <a:t>useState</a:t>
            </a:r>
            <a:endParaRPr lang="fr-FR" sz="2400" b="1" dirty="0">
              <a:solidFill>
                <a:schemeClr val="accent1">
                  <a:lumMod val="75000"/>
                </a:schemeClr>
              </a:solidFill>
            </a:endParaRPr>
          </a:p>
        </p:txBody>
      </p:sp>
    </p:spTree>
    <p:extLst>
      <p:ext uri="{BB962C8B-B14F-4D97-AF65-F5344CB8AC3E}">
        <p14:creationId xmlns:p14="http://schemas.microsoft.com/office/powerpoint/2010/main" val="168768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2" name="ZoneTexte 11">
            <a:extLst>
              <a:ext uri="{FF2B5EF4-FFF2-40B4-BE49-F238E27FC236}">
                <a16:creationId xmlns:a16="http://schemas.microsoft.com/office/drawing/2014/main" id="{B1C561DA-B507-F273-1FC0-90B42B416C08}"/>
              </a:ext>
            </a:extLst>
          </p:cNvPr>
          <p:cNvSpPr txBox="1"/>
          <p:nvPr/>
        </p:nvSpPr>
        <p:spPr>
          <a:xfrm>
            <a:off x="0" y="1096735"/>
            <a:ext cx="7392202" cy="338554"/>
          </a:xfrm>
          <a:prstGeom prst="rect">
            <a:avLst/>
          </a:prstGeom>
          <a:noFill/>
        </p:spPr>
        <p:txBody>
          <a:bodyPr wrap="square">
            <a:spAutoFit/>
          </a:bodyPr>
          <a:lstStyle/>
          <a:p>
            <a:pPr marL="89535" algn="l">
              <a:spcBef>
                <a:spcPts val="600"/>
              </a:spcBef>
            </a:pPr>
            <a:r>
              <a:rPr lang="fr-FR" sz="1600" b="1" dirty="0">
                <a:effectLst/>
                <a:latin typeface="Calibri" panose="020F0502020204030204" pitchFamily="34" charset="0"/>
                <a:ea typeface="Calibri" panose="020F0502020204030204" pitchFamily="34" charset="0"/>
              </a:rPr>
              <a:t>Composant</a:t>
            </a:r>
            <a:r>
              <a:rPr lang="fr-FR" sz="1600" b="1" spc="-5" dirty="0">
                <a:effectLst/>
                <a:latin typeface="Calibri" panose="020F0502020204030204" pitchFamily="34" charset="0"/>
                <a:ea typeface="Calibri" panose="020F0502020204030204" pitchFamily="34" charset="0"/>
              </a:rPr>
              <a:t> </a:t>
            </a:r>
            <a:r>
              <a:rPr lang="fr-FR" sz="1600" b="1" spc="-10" dirty="0">
                <a:effectLst/>
                <a:latin typeface="Calibri" panose="020F0502020204030204" pitchFamily="34" charset="0"/>
                <a:ea typeface="Calibri" panose="020F0502020204030204" pitchFamily="34" charset="0"/>
              </a:rPr>
              <a:t>Compteur.js : deuxième solution en utilisant </a:t>
            </a:r>
            <a:r>
              <a:rPr lang="fr-FR" sz="1600" b="1" spc="-10" dirty="0" err="1">
                <a:effectLst/>
                <a:latin typeface="Calibri" panose="020F0502020204030204" pitchFamily="34" charset="0"/>
                <a:ea typeface="Calibri" panose="020F0502020204030204" pitchFamily="34" charset="0"/>
              </a:rPr>
              <a:t>arrow</a:t>
            </a:r>
            <a:r>
              <a:rPr lang="fr-FR" sz="1600" b="1" spc="-10" dirty="0">
                <a:effectLst/>
                <a:latin typeface="Calibri" panose="020F0502020204030204" pitchFamily="34" charset="0"/>
                <a:ea typeface="Calibri" panose="020F0502020204030204" pitchFamily="34" charset="0"/>
              </a:rPr>
              <a:t> </a:t>
            </a:r>
            <a:r>
              <a:rPr lang="fr-FR" sz="1600" b="1" spc="-10" dirty="0" err="1">
                <a:effectLst/>
                <a:latin typeface="Calibri" panose="020F0502020204030204" pitchFamily="34" charset="0"/>
                <a:ea typeface="Calibri" panose="020F0502020204030204" pitchFamily="34" charset="0"/>
              </a:rPr>
              <a:t>function</a:t>
            </a:r>
            <a:endParaRPr lang="fr-FR" sz="1600" b="1" dirty="0">
              <a:effectLst/>
              <a:latin typeface="Calibri" panose="020F0502020204030204" pitchFamily="34" charset="0"/>
              <a:ea typeface="Calibri" panose="020F0502020204030204" pitchFamily="34" charset="0"/>
            </a:endParaRPr>
          </a:p>
        </p:txBody>
      </p:sp>
      <p:sp>
        <p:nvSpPr>
          <p:cNvPr id="5" name="Textbox 43">
            <a:extLst>
              <a:ext uri="{FF2B5EF4-FFF2-40B4-BE49-F238E27FC236}">
                <a16:creationId xmlns:a16="http://schemas.microsoft.com/office/drawing/2014/main" id="{F11066D7-9953-954C-DBEC-EA94CB6AAB4A}"/>
              </a:ext>
            </a:extLst>
          </p:cNvPr>
          <p:cNvSpPr txBox="1">
            <a:spLocks/>
          </p:cNvSpPr>
          <p:nvPr/>
        </p:nvSpPr>
        <p:spPr>
          <a:xfrm>
            <a:off x="983628" y="1919647"/>
            <a:ext cx="6408574" cy="3672341"/>
          </a:xfrm>
          <a:prstGeom prst="rect">
            <a:avLst/>
          </a:prstGeom>
          <a:solidFill>
            <a:srgbClr val="1E1E1E"/>
          </a:solidFill>
        </p:spPr>
        <p:txBody>
          <a:bodyPr wrap="square" lIns="0" tIns="0" rIns="0" bIns="0" rtlCol="0">
            <a:noAutofit/>
          </a:bodyPr>
          <a:lstStyle/>
          <a:p>
            <a:pPr marL="17780" marR="2847340" algn="l">
              <a:lnSpc>
                <a:spcPct val="115000"/>
              </a:lnSpc>
              <a:spcBef>
                <a:spcPts val="185"/>
              </a:spcBef>
              <a:spcAft>
                <a:spcPts val="0"/>
              </a:spcAft>
            </a:pPr>
            <a:r>
              <a:rPr lang="fr-FR" sz="1400" dirty="0">
                <a:solidFill>
                  <a:srgbClr val="C585C0"/>
                </a:solidFill>
                <a:effectLst/>
                <a:latin typeface="+mn-lt"/>
                <a:ea typeface="Calibri" panose="020F0502020204030204" pitchFamily="34" charset="0"/>
              </a:rPr>
              <a:t>import</a:t>
            </a:r>
            <a:r>
              <a:rPr lang="fr-FR" sz="1400" spc="-40" dirty="0">
                <a:solidFill>
                  <a:srgbClr val="C585C0"/>
                </a:solidFill>
                <a:effectLst/>
                <a:latin typeface="+mn-lt"/>
                <a:ea typeface="Calibri" panose="020F0502020204030204" pitchFamily="34" charset="0"/>
              </a:rPr>
              <a:t> </a:t>
            </a:r>
            <a:r>
              <a:rPr lang="fr-FR" sz="1400" dirty="0" err="1">
                <a:solidFill>
                  <a:srgbClr val="9CDCFD"/>
                </a:solidFill>
                <a:effectLst/>
                <a:latin typeface="+mn-lt"/>
                <a:ea typeface="Calibri" panose="020F0502020204030204" pitchFamily="34" charset="0"/>
              </a:rPr>
              <a:t>React</a:t>
            </a:r>
            <a:r>
              <a:rPr lang="fr-FR" sz="1400" dirty="0">
                <a:solidFill>
                  <a:srgbClr val="D3D3D3"/>
                </a:solidFill>
                <a:effectLst/>
                <a:latin typeface="+mn-lt"/>
                <a:ea typeface="Calibri" panose="020F0502020204030204" pitchFamily="34" charset="0"/>
              </a:rPr>
              <a:t>,</a:t>
            </a:r>
            <a:r>
              <a:rPr lang="fr-FR" sz="1400" spc="-30" dirty="0">
                <a:solidFill>
                  <a:srgbClr val="D3D3D3"/>
                </a:solidFill>
                <a:effectLst/>
                <a:latin typeface="+mn-lt"/>
                <a:ea typeface="Calibri" panose="020F0502020204030204" pitchFamily="34" charset="0"/>
              </a:rPr>
              <a:t> </a:t>
            </a:r>
            <a:r>
              <a:rPr lang="fr-FR" sz="1400" dirty="0">
                <a:solidFill>
                  <a:srgbClr val="D3D3D3"/>
                </a:solidFill>
                <a:effectLst/>
                <a:latin typeface="+mn-lt"/>
                <a:ea typeface="Calibri" panose="020F0502020204030204" pitchFamily="34" charset="0"/>
              </a:rPr>
              <a:t>{</a:t>
            </a:r>
            <a:r>
              <a:rPr lang="fr-FR" sz="1400" spc="-35" dirty="0">
                <a:solidFill>
                  <a:srgbClr val="D3D3D3"/>
                </a:solidFill>
                <a:effectLst/>
                <a:latin typeface="+mn-lt"/>
                <a:ea typeface="Calibri" panose="020F0502020204030204" pitchFamily="34" charset="0"/>
              </a:rPr>
              <a:t> </a:t>
            </a:r>
            <a:r>
              <a:rPr lang="fr-FR" sz="1400" dirty="0" err="1">
                <a:solidFill>
                  <a:srgbClr val="9CDCFD"/>
                </a:solidFill>
                <a:effectLst/>
                <a:latin typeface="+mn-lt"/>
                <a:ea typeface="Calibri" panose="020F0502020204030204" pitchFamily="34" charset="0"/>
              </a:rPr>
              <a:t>useState</a:t>
            </a:r>
            <a:r>
              <a:rPr lang="fr-FR" sz="1400" spc="-30" dirty="0">
                <a:solidFill>
                  <a:srgbClr val="9CDCFD"/>
                </a:solidFill>
                <a:effectLst/>
                <a:latin typeface="+mn-lt"/>
                <a:ea typeface="Calibri" panose="020F0502020204030204" pitchFamily="34" charset="0"/>
              </a:rPr>
              <a:t> </a:t>
            </a:r>
            <a:r>
              <a:rPr lang="fr-FR" sz="1400" dirty="0">
                <a:solidFill>
                  <a:srgbClr val="D3D3D3"/>
                </a:solidFill>
                <a:effectLst/>
                <a:latin typeface="+mn-lt"/>
                <a:ea typeface="Calibri" panose="020F0502020204030204" pitchFamily="34" charset="0"/>
              </a:rPr>
              <a:t>}</a:t>
            </a:r>
            <a:r>
              <a:rPr lang="fr-FR" sz="1400" spc="-40" dirty="0">
                <a:solidFill>
                  <a:srgbClr val="D3D3D3"/>
                </a:solidFill>
                <a:effectLst/>
                <a:latin typeface="+mn-lt"/>
                <a:ea typeface="Calibri" panose="020F0502020204030204" pitchFamily="34" charset="0"/>
              </a:rPr>
              <a:t> </a:t>
            </a:r>
            <a:r>
              <a:rPr lang="fr-FR" sz="1400" dirty="0" err="1">
                <a:solidFill>
                  <a:srgbClr val="C585C0"/>
                </a:solidFill>
                <a:effectLst/>
                <a:latin typeface="+mn-lt"/>
                <a:ea typeface="Calibri" panose="020F0502020204030204" pitchFamily="34" charset="0"/>
              </a:rPr>
              <a:t>from</a:t>
            </a:r>
            <a:r>
              <a:rPr lang="fr-FR" sz="1400" spc="-40" dirty="0">
                <a:solidFill>
                  <a:srgbClr val="C585C0"/>
                </a:solidFill>
                <a:effectLst/>
                <a:latin typeface="+mn-lt"/>
                <a:ea typeface="Calibri" panose="020F0502020204030204" pitchFamily="34" charset="0"/>
              </a:rPr>
              <a:t> </a:t>
            </a:r>
            <a:r>
              <a:rPr lang="fr-FR" sz="1400" dirty="0">
                <a:solidFill>
                  <a:srgbClr val="CE9178"/>
                </a:solidFill>
                <a:effectLst/>
                <a:latin typeface="+mn-lt"/>
                <a:ea typeface="Calibri" panose="020F0502020204030204" pitchFamily="34" charset="0"/>
              </a:rPr>
              <a:t>"</a:t>
            </a:r>
            <a:r>
              <a:rPr lang="fr-FR" sz="1400" dirty="0" err="1">
                <a:solidFill>
                  <a:srgbClr val="CE9178"/>
                </a:solidFill>
                <a:effectLst/>
                <a:latin typeface="+mn-lt"/>
                <a:ea typeface="Calibri" panose="020F0502020204030204" pitchFamily="34" charset="0"/>
              </a:rPr>
              <a:t>react</a:t>
            </a:r>
            <a:r>
              <a:rPr lang="fr-FR" sz="1400" dirty="0">
                <a:solidFill>
                  <a:srgbClr val="CE9178"/>
                </a:solidFill>
                <a:effectLst/>
                <a:latin typeface="+mn-lt"/>
                <a:ea typeface="Calibri" panose="020F0502020204030204" pitchFamily="34" charset="0"/>
              </a:rPr>
              <a:t>"</a:t>
            </a:r>
            <a:r>
              <a:rPr lang="fr-FR" sz="1400" dirty="0">
                <a:solidFill>
                  <a:srgbClr val="D3D3D3"/>
                </a:solidFill>
                <a:effectLst/>
                <a:latin typeface="+mn-lt"/>
                <a:ea typeface="Calibri" panose="020F0502020204030204" pitchFamily="34" charset="0"/>
              </a:rPr>
              <a:t>;</a:t>
            </a:r>
          </a:p>
          <a:p>
            <a:pPr marL="17780" marR="2847340" algn="l">
              <a:lnSpc>
                <a:spcPct val="115000"/>
              </a:lnSpc>
              <a:spcBef>
                <a:spcPts val="185"/>
              </a:spcBef>
              <a:spcAft>
                <a:spcPts val="0"/>
              </a:spcAft>
            </a:pPr>
            <a:r>
              <a:rPr lang="fr-FR" sz="1400" dirty="0">
                <a:solidFill>
                  <a:srgbClr val="D3D3D3"/>
                </a:solidFill>
                <a:effectLst/>
                <a:latin typeface="+mn-lt"/>
                <a:ea typeface="Calibri" panose="020F0502020204030204" pitchFamily="34" charset="0"/>
              </a:rPr>
              <a:t> </a:t>
            </a:r>
            <a:r>
              <a:rPr lang="fr-FR" sz="1400" dirty="0">
                <a:solidFill>
                  <a:srgbClr val="C585C0"/>
                </a:solidFill>
                <a:effectLst/>
                <a:latin typeface="+mn-lt"/>
                <a:ea typeface="Calibri" panose="020F0502020204030204" pitchFamily="34" charset="0"/>
              </a:rPr>
              <a:t>export default </a:t>
            </a:r>
            <a:r>
              <a:rPr lang="fr-FR" sz="1400" dirty="0" err="1">
                <a:solidFill>
                  <a:srgbClr val="559CD5"/>
                </a:solidFill>
                <a:effectLst/>
                <a:latin typeface="+mn-lt"/>
                <a:ea typeface="Calibri" panose="020F0502020204030204" pitchFamily="34" charset="0"/>
              </a:rPr>
              <a:t>function</a:t>
            </a:r>
            <a:r>
              <a:rPr lang="fr-FR" sz="1400" dirty="0">
                <a:solidFill>
                  <a:srgbClr val="559CD5"/>
                </a:solidFill>
                <a:effectLst/>
                <a:latin typeface="+mn-lt"/>
                <a:ea typeface="Calibri" panose="020F0502020204030204" pitchFamily="34" charset="0"/>
              </a:rPr>
              <a:t> </a:t>
            </a:r>
            <a:r>
              <a:rPr lang="fr-FR" sz="1400" dirty="0">
                <a:solidFill>
                  <a:srgbClr val="DCDCAA"/>
                </a:solidFill>
                <a:effectLst/>
                <a:latin typeface="+mn-lt"/>
                <a:ea typeface="Calibri" panose="020F0502020204030204" pitchFamily="34" charset="0"/>
              </a:rPr>
              <a:t>Compteur</a:t>
            </a:r>
            <a:r>
              <a:rPr lang="fr-FR" sz="1400" dirty="0">
                <a:solidFill>
                  <a:srgbClr val="D3D3D3"/>
                </a:solidFill>
                <a:effectLst/>
                <a:latin typeface="+mn-lt"/>
                <a:ea typeface="Calibri" panose="020F0502020204030204" pitchFamily="34" charset="0"/>
              </a:rPr>
              <a:t>(){ </a:t>
            </a:r>
          </a:p>
          <a:p>
            <a:pPr marL="17780" marR="2847340" algn="l">
              <a:lnSpc>
                <a:spcPct val="115000"/>
              </a:lnSpc>
              <a:spcBef>
                <a:spcPts val="185"/>
              </a:spcBef>
              <a:spcAft>
                <a:spcPts val="0"/>
              </a:spcAft>
            </a:pPr>
            <a:r>
              <a:rPr lang="fr-FR" sz="1400" dirty="0" err="1">
                <a:solidFill>
                  <a:srgbClr val="559CD5"/>
                </a:solidFill>
                <a:effectLst/>
                <a:latin typeface="+mn-lt"/>
                <a:ea typeface="Calibri" panose="020F0502020204030204" pitchFamily="34" charset="0"/>
              </a:rPr>
              <a:t>const</a:t>
            </a:r>
            <a:r>
              <a:rPr lang="fr-FR" sz="1400" dirty="0">
                <a:solidFill>
                  <a:srgbClr val="559CD5"/>
                </a:solidFill>
                <a:effectLst/>
                <a:latin typeface="+mn-lt"/>
                <a:ea typeface="Calibri" panose="020F0502020204030204" pitchFamily="34" charset="0"/>
              </a:rPr>
              <a:t> </a:t>
            </a:r>
            <a:r>
              <a:rPr lang="fr-FR" sz="1400" dirty="0">
                <a:solidFill>
                  <a:srgbClr val="D3D3D3"/>
                </a:solidFill>
                <a:effectLst/>
                <a:latin typeface="+mn-lt"/>
                <a:ea typeface="Calibri" panose="020F0502020204030204" pitchFamily="34" charset="0"/>
              </a:rPr>
              <a:t>[</a:t>
            </a:r>
            <a:r>
              <a:rPr lang="fr-FR" sz="1400" dirty="0" err="1">
                <a:solidFill>
                  <a:srgbClr val="4FC1FF"/>
                </a:solidFill>
                <a:effectLst/>
                <a:latin typeface="+mn-lt"/>
                <a:ea typeface="Calibri" panose="020F0502020204030204" pitchFamily="34" charset="0"/>
              </a:rPr>
              <a:t>valeur</a:t>
            </a:r>
            <a:r>
              <a:rPr lang="fr-FR" sz="1400" dirty="0" err="1">
                <a:solidFill>
                  <a:srgbClr val="D3D3D3"/>
                </a:solidFill>
                <a:effectLst/>
                <a:latin typeface="+mn-lt"/>
                <a:ea typeface="Calibri" panose="020F0502020204030204" pitchFamily="34" charset="0"/>
              </a:rPr>
              <a:t>,</a:t>
            </a:r>
            <a:r>
              <a:rPr lang="fr-FR" sz="1400" dirty="0" err="1">
                <a:solidFill>
                  <a:srgbClr val="DCDCAA"/>
                </a:solidFill>
                <a:effectLst/>
                <a:latin typeface="+mn-lt"/>
                <a:ea typeface="Calibri" panose="020F0502020204030204" pitchFamily="34" charset="0"/>
              </a:rPr>
              <a:t>setValeur</a:t>
            </a:r>
            <a:r>
              <a:rPr lang="fr-FR" sz="1400" dirty="0">
                <a:solidFill>
                  <a:srgbClr val="D3D3D3"/>
                </a:solidFill>
                <a:effectLst/>
                <a:latin typeface="+mn-lt"/>
                <a:ea typeface="Calibri" panose="020F0502020204030204" pitchFamily="34" charset="0"/>
              </a:rPr>
              <a:t>]=</a:t>
            </a:r>
            <a:r>
              <a:rPr lang="fr-FR" sz="1400" dirty="0" err="1">
                <a:solidFill>
                  <a:srgbClr val="DCDCAA"/>
                </a:solidFill>
                <a:effectLst/>
                <a:latin typeface="+mn-lt"/>
                <a:ea typeface="Calibri" panose="020F0502020204030204" pitchFamily="34" charset="0"/>
              </a:rPr>
              <a:t>useState</a:t>
            </a:r>
            <a:r>
              <a:rPr lang="fr-FR" sz="1400" dirty="0">
                <a:solidFill>
                  <a:srgbClr val="D3D3D3"/>
                </a:solidFill>
                <a:effectLst/>
                <a:latin typeface="+mn-lt"/>
                <a:ea typeface="Calibri" panose="020F0502020204030204" pitchFamily="34" charset="0"/>
              </a:rPr>
              <a:t>(</a:t>
            </a:r>
            <a:r>
              <a:rPr lang="fr-FR" sz="1400" dirty="0">
                <a:solidFill>
                  <a:srgbClr val="B5CEA8"/>
                </a:solidFill>
                <a:effectLst/>
                <a:latin typeface="+mn-lt"/>
                <a:ea typeface="Calibri" panose="020F0502020204030204" pitchFamily="34" charset="0"/>
              </a:rPr>
              <a:t>0</a:t>
            </a:r>
            <a:r>
              <a:rPr lang="fr-FR" sz="140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17780" marR="2566670" algn="l">
              <a:lnSpc>
                <a:spcPct val="115000"/>
              </a:lnSpc>
              <a:spcBef>
                <a:spcPts val="5"/>
              </a:spcBef>
              <a:spcAft>
                <a:spcPts val="0"/>
              </a:spcAft>
            </a:pPr>
            <a:r>
              <a:rPr lang="fr-FR" sz="1400" dirty="0" err="1">
                <a:solidFill>
                  <a:srgbClr val="559CD5"/>
                </a:solidFill>
                <a:effectLst/>
                <a:latin typeface="+mn-lt"/>
                <a:ea typeface="Calibri" panose="020F0502020204030204" pitchFamily="34" charset="0"/>
              </a:rPr>
              <a:t>const</a:t>
            </a:r>
            <a:r>
              <a:rPr lang="fr-FR" sz="1400" spc="-145" dirty="0">
                <a:solidFill>
                  <a:srgbClr val="559CD5"/>
                </a:solidFill>
                <a:effectLst/>
                <a:latin typeface="+mn-lt"/>
                <a:ea typeface="Calibri" panose="020F0502020204030204" pitchFamily="34" charset="0"/>
              </a:rPr>
              <a:t> </a:t>
            </a:r>
            <a:r>
              <a:rPr lang="fr-FR" sz="1400" dirty="0" err="1">
                <a:solidFill>
                  <a:srgbClr val="DCDCAA"/>
                </a:solidFill>
                <a:effectLst/>
                <a:latin typeface="+mn-lt"/>
                <a:ea typeface="Calibri" panose="020F0502020204030204" pitchFamily="34" charset="0"/>
              </a:rPr>
              <a:t>incrementer</a:t>
            </a:r>
            <a:r>
              <a:rPr lang="fr-FR" sz="1400" dirty="0">
                <a:solidFill>
                  <a:srgbClr val="D3D3D3"/>
                </a:solidFill>
                <a:effectLst/>
                <a:latin typeface="+mn-lt"/>
                <a:ea typeface="Calibri" panose="020F0502020204030204" pitchFamily="34" charset="0"/>
              </a:rPr>
              <a:t>=()</a:t>
            </a:r>
            <a:r>
              <a:rPr lang="fr-FR" sz="1400" dirty="0">
                <a:solidFill>
                  <a:srgbClr val="559CD5"/>
                </a:solidFill>
                <a:effectLst/>
                <a:latin typeface="+mn-lt"/>
                <a:ea typeface="Calibri" panose="020F0502020204030204" pitchFamily="34" charset="0"/>
              </a:rPr>
              <a:t>=&gt;</a:t>
            </a:r>
            <a:r>
              <a:rPr lang="fr-FR" sz="1400" dirty="0">
                <a:solidFill>
                  <a:srgbClr val="D3D3D3"/>
                </a:solidFill>
                <a:effectLst/>
                <a:latin typeface="+mn-lt"/>
                <a:ea typeface="Calibri" panose="020F0502020204030204" pitchFamily="34" charset="0"/>
              </a:rPr>
              <a:t>{</a:t>
            </a:r>
            <a:r>
              <a:rPr lang="fr-FR" sz="1400" dirty="0" err="1">
                <a:solidFill>
                  <a:srgbClr val="DCDCAA"/>
                </a:solidFill>
                <a:effectLst/>
                <a:latin typeface="+mn-lt"/>
                <a:ea typeface="Calibri" panose="020F0502020204030204" pitchFamily="34" charset="0"/>
              </a:rPr>
              <a:t>setValeur</a:t>
            </a:r>
            <a:r>
              <a:rPr lang="fr-FR" sz="1400" dirty="0">
                <a:solidFill>
                  <a:srgbClr val="D3D3D3"/>
                </a:solidFill>
                <a:effectLst/>
                <a:latin typeface="+mn-lt"/>
                <a:ea typeface="Calibri" panose="020F0502020204030204" pitchFamily="34" charset="0"/>
              </a:rPr>
              <a:t>(</a:t>
            </a:r>
            <a:r>
              <a:rPr lang="fr-FR" sz="1400" dirty="0">
                <a:solidFill>
                  <a:srgbClr val="4FC1FF"/>
                </a:solidFill>
                <a:effectLst/>
                <a:latin typeface="+mn-lt"/>
                <a:ea typeface="Calibri" panose="020F0502020204030204" pitchFamily="34" charset="0"/>
              </a:rPr>
              <a:t>valeur</a:t>
            </a:r>
            <a:r>
              <a:rPr lang="fr-FR" sz="1400" dirty="0">
                <a:solidFill>
                  <a:srgbClr val="D3D3D3"/>
                </a:solidFill>
                <a:effectLst/>
                <a:latin typeface="+mn-lt"/>
                <a:ea typeface="Calibri" panose="020F0502020204030204" pitchFamily="34" charset="0"/>
              </a:rPr>
              <a:t>+</a:t>
            </a:r>
            <a:r>
              <a:rPr lang="fr-FR" sz="1400" dirty="0">
                <a:solidFill>
                  <a:srgbClr val="B5CEA8"/>
                </a:solidFill>
                <a:effectLst/>
                <a:latin typeface="+mn-lt"/>
                <a:ea typeface="Calibri" panose="020F0502020204030204" pitchFamily="34" charset="0"/>
              </a:rPr>
              <a:t>1</a:t>
            </a:r>
            <a:r>
              <a:rPr lang="fr-FR" sz="1400" dirty="0">
                <a:solidFill>
                  <a:srgbClr val="D3D3D3"/>
                </a:solidFill>
                <a:effectLst/>
                <a:latin typeface="+mn-lt"/>
                <a:ea typeface="Calibri" panose="020F0502020204030204" pitchFamily="34" charset="0"/>
              </a:rPr>
              <a:t>)} </a:t>
            </a:r>
          </a:p>
          <a:p>
            <a:pPr marL="17780" marR="2566670" algn="l">
              <a:lnSpc>
                <a:spcPct val="115000"/>
              </a:lnSpc>
              <a:spcBef>
                <a:spcPts val="5"/>
              </a:spcBef>
              <a:spcAft>
                <a:spcPts val="0"/>
              </a:spcAft>
            </a:pPr>
            <a:r>
              <a:rPr lang="fr-FR" sz="1400" spc="-10" dirty="0" err="1">
                <a:solidFill>
                  <a:srgbClr val="559CD5"/>
                </a:solidFill>
                <a:effectLst/>
                <a:latin typeface="+mn-lt"/>
                <a:ea typeface="Calibri" panose="020F0502020204030204" pitchFamily="34" charset="0"/>
              </a:rPr>
              <a:t>const</a:t>
            </a:r>
            <a:r>
              <a:rPr lang="fr-FR" sz="1400" spc="150" dirty="0">
                <a:solidFill>
                  <a:srgbClr val="559CD5"/>
                </a:solidFill>
                <a:effectLst/>
                <a:latin typeface="+mn-lt"/>
                <a:ea typeface="Calibri" panose="020F0502020204030204" pitchFamily="34" charset="0"/>
              </a:rPr>
              <a:t> </a:t>
            </a:r>
            <a:r>
              <a:rPr lang="fr-FR" sz="1400" spc="-10" dirty="0" err="1">
                <a:solidFill>
                  <a:srgbClr val="DCDCAA"/>
                </a:solidFill>
                <a:effectLst/>
                <a:latin typeface="+mn-lt"/>
                <a:ea typeface="Calibri" panose="020F0502020204030204" pitchFamily="34" charset="0"/>
              </a:rPr>
              <a:t>decrementer</a:t>
            </a:r>
            <a:r>
              <a:rPr lang="fr-FR" sz="1400" spc="-10" dirty="0">
                <a:solidFill>
                  <a:srgbClr val="D3D3D3"/>
                </a:solidFill>
                <a:effectLst/>
                <a:latin typeface="+mn-lt"/>
                <a:ea typeface="Calibri" panose="020F0502020204030204" pitchFamily="34" charset="0"/>
              </a:rPr>
              <a:t>=()</a:t>
            </a:r>
            <a:r>
              <a:rPr lang="fr-FR" sz="1400" spc="-10" dirty="0">
                <a:solidFill>
                  <a:srgbClr val="559CD5"/>
                </a:solidFill>
                <a:effectLst/>
                <a:latin typeface="+mn-lt"/>
                <a:ea typeface="Calibri" panose="020F0502020204030204" pitchFamily="34" charset="0"/>
              </a:rPr>
              <a:t>=&gt;</a:t>
            </a:r>
            <a:r>
              <a:rPr lang="fr-FR" sz="1400" spc="-10" dirty="0">
                <a:solidFill>
                  <a:srgbClr val="D3D3D3"/>
                </a:solidFill>
                <a:effectLst/>
                <a:latin typeface="+mn-lt"/>
                <a:ea typeface="Calibri" panose="020F0502020204030204" pitchFamily="34" charset="0"/>
              </a:rPr>
              <a:t>{</a:t>
            </a:r>
            <a:r>
              <a:rPr lang="fr-FR" sz="1400" spc="-10" dirty="0" err="1">
                <a:solidFill>
                  <a:srgbClr val="DCDCAA"/>
                </a:solidFill>
                <a:effectLst/>
                <a:latin typeface="+mn-lt"/>
                <a:ea typeface="Calibri" panose="020F0502020204030204" pitchFamily="34" charset="0"/>
              </a:rPr>
              <a:t>setValeur</a:t>
            </a:r>
            <a:r>
              <a:rPr lang="fr-FR" sz="1400" spc="-10" dirty="0">
                <a:solidFill>
                  <a:srgbClr val="D3D3D3"/>
                </a:solidFill>
                <a:effectLst/>
                <a:latin typeface="+mn-lt"/>
                <a:ea typeface="Calibri" panose="020F0502020204030204" pitchFamily="34" charset="0"/>
              </a:rPr>
              <a:t>(</a:t>
            </a:r>
            <a:r>
              <a:rPr lang="fr-FR" sz="1400" spc="-10" dirty="0">
                <a:solidFill>
                  <a:srgbClr val="4FC1FF"/>
                </a:solidFill>
                <a:effectLst/>
                <a:latin typeface="+mn-lt"/>
                <a:ea typeface="Calibri" panose="020F0502020204030204" pitchFamily="34" charset="0"/>
              </a:rPr>
              <a:t>valeur</a:t>
            </a:r>
            <a:r>
              <a:rPr lang="fr-FR" sz="1400" spc="-10" dirty="0">
                <a:solidFill>
                  <a:srgbClr val="D3D3D3"/>
                </a:solidFill>
                <a:effectLst/>
                <a:latin typeface="+mn-lt"/>
                <a:ea typeface="Calibri" panose="020F0502020204030204" pitchFamily="34" charset="0"/>
              </a:rPr>
              <a:t>-</a:t>
            </a:r>
            <a:r>
              <a:rPr lang="fr-FR" sz="1400" spc="-25" dirty="0">
                <a:solidFill>
                  <a:srgbClr val="B5CEA8"/>
                </a:solidFill>
                <a:effectLst/>
                <a:latin typeface="+mn-lt"/>
                <a:ea typeface="Calibri" panose="020F0502020204030204" pitchFamily="34" charset="0"/>
              </a:rPr>
              <a:t>1</a:t>
            </a:r>
            <a:r>
              <a:rPr lang="fr-FR" sz="1400" spc="-25"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310515" algn="l">
              <a:spcBef>
                <a:spcPts val="20"/>
              </a:spcBef>
              <a:spcAft>
                <a:spcPts val="0"/>
              </a:spcAft>
            </a:pPr>
            <a:r>
              <a:rPr lang="pt-BR" sz="1400" spc="-10" dirty="0">
                <a:solidFill>
                  <a:srgbClr val="C585C0"/>
                </a:solidFill>
                <a:effectLst/>
                <a:latin typeface="+mn-lt"/>
                <a:ea typeface="Calibri" panose="020F0502020204030204" pitchFamily="34" charset="0"/>
              </a:rPr>
              <a:t>return</a:t>
            </a:r>
            <a:r>
              <a:rPr lang="pt-BR" sz="1400" spc="-1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603250" algn="l">
              <a:spcBef>
                <a:spcPts val="200"/>
              </a:spcBef>
              <a:spcAft>
                <a:spcPts val="0"/>
              </a:spcAft>
            </a:pPr>
            <a:r>
              <a:rPr lang="pt-BR" sz="1400" spc="-10" dirty="0">
                <a:solidFill>
                  <a:srgbClr val="808080"/>
                </a:solidFill>
                <a:effectLst/>
                <a:latin typeface="+mn-lt"/>
                <a:ea typeface="Calibri" panose="020F0502020204030204" pitchFamily="34" charset="0"/>
              </a:rPr>
              <a:t>&lt;</a:t>
            </a:r>
            <a:r>
              <a:rPr lang="pt-BR" sz="1400" spc="-10" dirty="0">
                <a:solidFill>
                  <a:srgbClr val="559CD5"/>
                </a:solidFill>
                <a:effectLst/>
                <a:latin typeface="+mn-lt"/>
                <a:ea typeface="Calibri" panose="020F0502020204030204" pitchFamily="34" charset="0"/>
              </a:rPr>
              <a:t>div</a:t>
            </a:r>
            <a:r>
              <a:rPr lang="pt-BR"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895985" algn="l">
              <a:spcBef>
                <a:spcPts val="195"/>
              </a:spcBef>
              <a:spcAft>
                <a:spcPts val="0"/>
              </a:spcAft>
            </a:pPr>
            <a:r>
              <a:rPr lang="pt-BR" sz="1400" dirty="0">
                <a:solidFill>
                  <a:srgbClr val="808080"/>
                </a:solidFill>
                <a:effectLst/>
                <a:latin typeface="+mn-lt"/>
                <a:ea typeface="Calibri" panose="020F0502020204030204" pitchFamily="34" charset="0"/>
              </a:rPr>
              <a:t>&lt;</a:t>
            </a:r>
            <a:r>
              <a:rPr lang="pt-BR" sz="1400" dirty="0">
                <a:solidFill>
                  <a:srgbClr val="559CD5"/>
                </a:solidFill>
                <a:effectLst/>
                <a:latin typeface="+mn-lt"/>
                <a:ea typeface="Calibri" panose="020F0502020204030204" pitchFamily="34" charset="0"/>
              </a:rPr>
              <a:t>h1</a:t>
            </a:r>
            <a:r>
              <a:rPr lang="pt-BR" sz="1400" dirty="0">
                <a:solidFill>
                  <a:srgbClr val="808080"/>
                </a:solidFill>
                <a:effectLst/>
                <a:latin typeface="+mn-lt"/>
                <a:ea typeface="Calibri" panose="020F0502020204030204" pitchFamily="34" charset="0"/>
              </a:rPr>
              <a:t>&gt;</a:t>
            </a:r>
            <a:r>
              <a:rPr lang="pt-BR" sz="1400" dirty="0">
                <a:solidFill>
                  <a:srgbClr val="D3D3D3"/>
                </a:solidFill>
                <a:effectLst/>
                <a:latin typeface="+mn-lt"/>
                <a:ea typeface="Calibri" panose="020F0502020204030204" pitchFamily="34" charset="0"/>
              </a:rPr>
              <a:t>compteur:</a:t>
            </a:r>
            <a:r>
              <a:rPr lang="pt-BR" sz="1400" spc="-75" dirty="0">
                <a:solidFill>
                  <a:srgbClr val="D3D3D3"/>
                </a:solidFill>
                <a:effectLst/>
                <a:latin typeface="+mn-lt"/>
                <a:ea typeface="Calibri" panose="020F0502020204030204" pitchFamily="34" charset="0"/>
              </a:rPr>
              <a:t> </a:t>
            </a:r>
            <a:r>
              <a:rPr lang="pt-BR" sz="1400" spc="-10" dirty="0">
                <a:solidFill>
                  <a:srgbClr val="559CD5"/>
                </a:solidFill>
                <a:effectLst/>
                <a:latin typeface="+mn-lt"/>
                <a:ea typeface="Calibri" panose="020F0502020204030204" pitchFamily="34" charset="0"/>
              </a:rPr>
              <a:t>{</a:t>
            </a:r>
            <a:r>
              <a:rPr lang="pt-BR" sz="1400" spc="-10" dirty="0">
                <a:solidFill>
                  <a:srgbClr val="4FC1FF"/>
                </a:solidFill>
                <a:effectLst/>
                <a:latin typeface="+mn-lt"/>
                <a:ea typeface="Calibri" panose="020F0502020204030204" pitchFamily="34" charset="0"/>
              </a:rPr>
              <a:t>valeur</a:t>
            </a:r>
            <a:r>
              <a:rPr lang="pt-BR" sz="1400" spc="-10" dirty="0">
                <a:solidFill>
                  <a:srgbClr val="559CD5"/>
                </a:solidFill>
                <a:effectLst/>
                <a:latin typeface="+mn-lt"/>
                <a:ea typeface="Calibri" panose="020F0502020204030204" pitchFamily="34" charset="0"/>
              </a:rPr>
              <a:t>}</a:t>
            </a:r>
            <a:r>
              <a:rPr lang="pt-BR" sz="1400" spc="-10" dirty="0">
                <a:solidFill>
                  <a:srgbClr val="808080"/>
                </a:solidFill>
                <a:effectLst/>
                <a:latin typeface="+mn-lt"/>
                <a:ea typeface="Calibri" panose="020F0502020204030204" pitchFamily="34" charset="0"/>
              </a:rPr>
              <a:t>&lt;/</a:t>
            </a:r>
            <a:r>
              <a:rPr lang="pt-BR" sz="1400" spc="-10" dirty="0">
                <a:solidFill>
                  <a:srgbClr val="559CD5"/>
                </a:solidFill>
                <a:effectLst/>
                <a:latin typeface="+mn-lt"/>
                <a:ea typeface="Calibri" panose="020F0502020204030204" pitchFamily="34" charset="0"/>
              </a:rPr>
              <a:t>h1</a:t>
            </a:r>
            <a:r>
              <a:rPr lang="pt-BR"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895985" algn="l">
              <a:spcBef>
                <a:spcPts val="190"/>
              </a:spcBef>
              <a:spcAft>
                <a:spcPts val="0"/>
              </a:spcAft>
            </a:pPr>
            <a:r>
              <a:rPr lang="en-US" sz="1400" dirty="0">
                <a:solidFill>
                  <a:srgbClr val="808080"/>
                </a:solidFill>
                <a:effectLst/>
                <a:latin typeface="+mn-lt"/>
                <a:ea typeface="Calibri" panose="020F0502020204030204" pitchFamily="34" charset="0"/>
              </a:rPr>
              <a:t>&lt;</a:t>
            </a:r>
            <a:r>
              <a:rPr lang="en-US" sz="1400" dirty="0">
                <a:solidFill>
                  <a:srgbClr val="559CD5"/>
                </a:solidFill>
                <a:effectLst/>
                <a:latin typeface="+mn-lt"/>
                <a:ea typeface="Calibri" panose="020F0502020204030204" pitchFamily="34" charset="0"/>
              </a:rPr>
              <a:t>input</a:t>
            </a:r>
            <a:r>
              <a:rPr lang="en-US" sz="1400" spc="-90" dirty="0">
                <a:solidFill>
                  <a:srgbClr val="559CD5"/>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type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"button"</a:t>
            </a:r>
            <a:r>
              <a:rPr lang="en-US" sz="1400" spc="-80" dirty="0">
                <a:solidFill>
                  <a:srgbClr val="CE9178"/>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value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a:t>
            </a:r>
            <a:r>
              <a:rPr lang="en-US" sz="1400" dirty="0" err="1">
                <a:solidFill>
                  <a:srgbClr val="CE9178"/>
                </a:solidFill>
                <a:effectLst/>
                <a:latin typeface="+mn-lt"/>
                <a:ea typeface="Calibri" panose="020F0502020204030204" pitchFamily="34" charset="0"/>
              </a:rPr>
              <a:t>incrementer</a:t>
            </a:r>
            <a:r>
              <a:rPr lang="en-US" sz="1400" dirty="0">
                <a:solidFill>
                  <a:srgbClr val="CE9178"/>
                </a:solidFill>
                <a:effectLst/>
                <a:latin typeface="+mn-lt"/>
                <a:ea typeface="Calibri" panose="020F0502020204030204" pitchFamily="34" charset="0"/>
              </a:rPr>
              <a:t>"</a:t>
            </a:r>
            <a:r>
              <a:rPr lang="en-US" sz="1400" spc="-70" dirty="0">
                <a:solidFill>
                  <a:srgbClr val="CE9178"/>
                </a:solidFill>
                <a:effectLst/>
                <a:latin typeface="+mn-lt"/>
                <a:ea typeface="Calibri" panose="020F0502020204030204" pitchFamily="34" charset="0"/>
              </a:rPr>
              <a:t> </a:t>
            </a:r>
            <a:r>
              <a:rPr lang="en-US" sz="1400" spc="-10" dirty="0" err="1">
                <a:solidFill>
                  <a:srgbClr val="9CDCFD"/>
                </a:solidFill>
                <a:effectLst/>
                <a:latin typeface="+mn-lt"/>
                <a:ea typeface="Calibri" panose="020F0502020204030204" pitchFamily="34" charset="0"/>
              </a:rPr>
              <a:t>onClick</a:t>
            </a:r>
            <a:r>
              <a:rPr lang="en-US" sz="1400" spc="-10" dirty="0">
                <a:solidFill>
                  <a:srgbClr val="D3D3D3"/>
                </a:solidFill>
                <a:effectLst/>
                <a:latin typeface="+mn-lt"/>
                <a:ea typeface="Calibri" panose="020F0502020204030204" pitchFamily="34" charset="0"/>
              </a:rPr>
              <a:t>=</a:t>
            </a:r>
            <a:r>
              <a:rPr lang="en-US" sz="1400" spc="-10" dirty="0">
                <a:solidFill>
                  <a:srgbClr val="559CD5"/>
                </a:solidFill>
                <a:effectLst/>
                <a:latin typeface="+mn-lt"/>
                <a:ea typeface="Calibri" panose="020F0502020204030204" pitchFamily="34" charset="0"/>
              </a:rPr>
              <a:t>{</a:t>
            </a:r>
            <a:r>
              <a:rPr lang="en-US" sz="1400" spc="-10" dirty="0" err="1">
                <a:solidFill>
                  <a:srgbClr val="DCDCAA"/>
                </a:solidFill>
                <a:effectLst/>
                <a:latin typeface="+mn-lt"/>
                <a:ea typeface="Calibri" panose="020F0502020204030204" pitchFamily="34" charset="0"/>
              </a:rPr>
              <a:t>incrementer</a:t>
            </a:r>
            <a:r>
              <a:rPr lang="en-US" sz="1400" spc="-10" dirty="0">
                <a:solidFill>
                  <a:srgbClr val="559CD5"/>
                </a:solidFill>
                <a:effectLst/>
                <a:latin typeface="+mn-lt"/>
                <a:ea typeface="Calibri" panose="020F0502020204030204" pitchFamily="34" charset="0"/>
              </a:rPr>
              <a:t>}</a:t>
            </a:r>
            <a:r>
              <a:rPr lang="en-US"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895985" algn="l">
              <a:spcBef>
                <a:spcPts val="195"/>
              </a:spcBef>
              <a:spcAft>
                <a:spcPts val="0"/>
              </a:spcAft>
            </a:pPr>
            <a:r>
              <a:rPr lang="en-US" sz="1400" dirty="0">
                <a:solidFill>
                  <a:srgbClr val="808080"/>
                </a:solidFill>
                <a:effectLst/>
                <a:latin typeface="+mn-lt"/>
                <a:ea typeface="Calibri" panose="020F0502020204030204" pitchFamily="34" charset="0"/>
              </a:rPr>
              <a:t>&lt;</a:t>
            </a:r>
            <a:r>
              <a:rPr lang="en-US" sz="1400" dirty="0">
                <a:solidFill>
                  <a:srgbClr val="559CD5"/>
                </a:solidFill>
                <a:effectLst/>
                <a:latin typeface="+mn-lt"/>
                <a:ea typeface="Calibri" panose="020F0502020204030204" pitchFamily="34" charset="0"/>
              </a:rPr>
              <a:t>input</a:t>
            </a:r>
            <a:r>
              <a:rPr lang="en-US" sz="1400" spc="-90" dirty="0">
                <a:solidFill>
                  <a:srgbClr val="559CD5"/>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type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"button"</a:t>
            </a:r>
            <a:r>
              <a:rPr lang="en-US" sz="1400" spc="-80" dirty="0">
                <a:solidFill>
                  <a:srgbClr val="CE9178"/>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value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a:t>
            </a:r>
            <a:r>
              <a:rPr lang="en-US" sz="1400" dirty="0" err="1">
                <a:solidFill>
                  <a:srgbClr val="CE9178"/>
                </a:solidFill>
                <a:effectLst/>
                <a:latin typeface="+mn-lt"/>
                <a:ea typeface="Calibri" panose="020F0502020204030204" pitchFamily="34" charset="0"/>
              </a:rPr>
              <a:t>decrementer</a:t>
            </a:r>
            <a:r>
              <a:rPr lang="en-US" sz="1400" dirty="0">
                <a:solidFill>
                  <a:srgbClr val="CE9178"/>
                </a:solidFill>
                <a:effectLst/>
                <a:latin typeface="+mn-lt"/>
                <a:ea typeface="Calibri" panose="020F0502020204030204" pitchFamily="34" charset="0"/>
              </a:rPr>
              <a:t>"</a:t>
            </a:r>
            <a:r>
              <a:rPr lang="en-US" sz="1400" spc="-70" dirty="0">
                <a:solidFill>
                  <a:srgbClr val="CE9178"/>
                </a:solidFill>
                <a:effectLst/>
                <a:latin typeface="+mn-lt"/>
                <a:ea typeface="Calibri" panose="020F0502020204030204" pitchFamily="34" charset="0"/>
              </a:rPr>
              <a:t> </a:t>
            </a:r>
            <a:r>
              <a:rPr lang="en-US" sz="1400" spc="-10" dirty="0" err="1">
                <a:solidFill>
                  <a:srgbClr val="9CDCFD"/>
                </a:solidFill>
                <a:effectLst/>
                <a:latin typeface="+mn-lt"/>
                <a:ea typeface="Calibri" panose="020F0502020204030204" pitchFamily="34" charset="0"/>
              </a:rPr>
              <a:t>onClick</a:t>
            </a:r>
            <a:r>
              <a:rPr lang="en-US" sz="1400" spc="-10" dirty="0">
                <a:solidFill>
                  <a:srgbClr val="D3D3D3"/>
                </a:solidFill>
                <a:effectLst/>
                <a:latin typeface="+mn-lt"/>
                <a:ea typeface="Calibri" panose="020F0502020204030204" pitchFamily="34" charset="0"/>
              </a:rPr>
              <a:t>=</a:t>
            </a:r>
            <a:r>
              <a:rPr lang="en-US" sz="1400" spc="-10" dirty="0">
                <a:solidFill>
                  <a:srgbClr val="559CD5"/>
                </a:solidFill>
                <a:effectLst/>
                <a:latin typeface="+mn-lt"/>
                <a:ea typeface="Calibri" panose="020F0502020204030204" pitchFamily="34" charset="0"/>
              </a:rPr>
              <a:t>{</a:t>
            </a:r>
            <a:r>
              <a:rPr lang="en-US" sz="1400" spc="-10" dirty="0" err="1">
                <a:solidFill>
                  <a:srgbClr val="DCDCAA"/>
                </a:solidFill>
                <a:effectLst/>
                <a:latin typeface="+mn-lt"/>
                <a:ea typeface="Calibri" panose="020F0502020204030204" pitchFamily="34" charset="0"/>
              </a:rPr>
              <a:t>decrementer</a:t>
            </a:r>
            <a:r>
              <a:rPr lang="en-US" sz="1400" spc="-10" dirty="0">
                <a:solidFill>
                  <a:srgbClr val="559CD5"/>
                </a:solidFill>
                <a:effectLst/>
                <a:latin typeface="+mn-lt"/>
                <a:ea typeface="Calibri" panose="020F0502020204030204" pitchFamily="34" charset="0"/>
              </a:rPr>
              <a:t>}</a:t>
            </a:r>
            <a:r>
              <a:rPr lang="en-US"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algn="l">
              <a:spcBef>
                <a:spcPts val="400"/>
              </a:spcBef>
            </a:pPr>
            <a:r>
              <a:rPr lang="en-US" sz="1400" dirty="0">
                <a:solidFill>
                  <a:srgbClr val="000000"/>
                </a:solidFill>
                <a:effectLst/>
                <a:latin typeface="+mn-lt"/>
                <a:ea typeface="Calibri" panose="020F0502020204030204" pitchFamily="34" charset="0"/>
              </a:rPr>
              <a:t> </a:t>
            </a:r>
            <a:endParaRPr lang="fr-FR" sz="1400" dirty="0">
              <a:effectLst/>
              <a:latin typeface="+mn-lt"/>
              <a:ea typeface="Calibri" panose="020F0502020204030204" pitchFamily="34" charset="0"/>
            </a:endParaRPr>
          </a:p>
          <a:p>
            <a:pPr marL="603250" algn="l"/>
            <a:r>
              <a:rPr lang="fr-FR" sz="1400" spc="-10" dirty="0">
                <a:solidFill>
                  <a:srgbClr val="808080"/>
                </a:solidFill>
                <a:effectLst/>
                <a:latin typeface="+mn-lt"/>
                <a:ea typeface="Calibri" panose="020F0502020204030204" pitchFamily="34" charset="0"/>
              </a:rPr>
              <a:t>&lt;/</a:t>
            </a:r>
            <a:r>
              <a:rPr lang="fr-FR" sz="1400" spc="-10" dirty="0">
                <a:solidFill>
                  <a:srgbClr val="559CD5"/>
                </a:solidFill>
                <a:effectLst/>
                <a:latin typeface="+mn-lt"/>
                <a:ea typeface="Calibri" panose="020F0502020204030204" pitchFamily="34" charset="0"/>
              </a:rPr>
              <a:t>div</a:t>
            </a:r>
            <a:r>
              <a:rPr lang="fr-FR"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310515" algn="l">
              <a:spcBef>
                <a:spcPts val="185"/>
              </a:spcBef>
              <a:spcAft>
                <a:spcPts val="0"/>
              </a:spcAft>
            </a:pPr>
            <a:r>
              <a:rPr lang="fr-FR" sz="1400" spc="-5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17780" algn="l">
              <a:spcBef>
                <a:spcPts val="200"/>
              </a:spcBef>
              <a:spcAft>
                <a:spcPts val="0"/>
              </a:spcAft>
            </a:pPr>
            <a:r>
              <a:rPr lang="fr-FR" sz="1400" spc="-5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p:txBody>
      </p:sp>
      <p:sp>
        <p:nvSpPr>
          <p:cNvPr id="7" name="Rectangle 4">
            <a:extLst>
              <a:ext uri="{FF2B5EF4-FFF2-40B4-BE49-F238E27FC236}">
                <a16:creationId xmlns:a16="http://schemas.microsoft.com/office/drawing/2014/main" id="{04A76F98-FCBC-653E-DF09-1537FE5BBED7}"/>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Hooks</a:t>
            </a:r>
            <a:r>
              <a:rPr lang="fr-FR" sz="2400" b="1" dirty="0">
                <a:solidFill>
                  <a:schemeClr val="accent1">
                    <a:lumMod val="75000"/>
                  </a:schemeClr>
                </a:solidFill>
              </a:rPr>
              <a:t> avancés et contexte: </a:t>
            </a:r>
            <a:r>
              <a:rPr lang="fr-FR" sz="2400" b="1" dirty="0" err="1">
                <a:solidFill>
                  <a:schemeClr val="accent1">
                    <a:lumMod val="75000"/>
                  </a:schemeClr>
                </a:solidFill>
              </a:rPr>
              <a:t>useState</a:t>
            </a:r>
            <a:endParaRPr lang="fr-FR" sz="2400" b="1" dirty="0">
              <a:solidFill>
                <a:schemeClr val="accent1">
                  <a:lumMod val="75000"/>
                </a:schemeClr>
              </a:solidFill>
            </a:endParaRPr>
          </a:p>
        </p:txBody>
      </p:sp>
    </p:spTree>
    <p:extLst>
      <p:ext uri="{BB962C8B-B14F-4D97-AF65-F5344CB8AC3E}">
        <p14:creationId xmlns:p14="http://schemas.microsoft.com/office/powerpoint/2010/main" val="2902826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2" name="ZoneTexte 11">
            <a:extLst>
              <a:ext uri="{FF2B5EF4-FFF2-40B4-BE49-F238E27FC236}">
                <a16:creationId xmlns:a16="http://schemas.microsoft.com/office/drawing/2014/main" id="{B1C561DA-B507-F273-1FC0-90B42B416C08}"/>
              </a:ext>
            </a:extLst>
          </p:cNvPr>
          <p:cNvSpPr txBox="1"/>
          <p:nvPr/>
        </p:nvSpPr>
        <p:spPr>
          <a:xfrm>
            <a:off x="0" y="1118135"/>
            <a:ext cx="7392202" cy="338554"/>
          </a:xfrm>
          <a:prstGeom prst="rect">
            <a:avLst/>
          </a:prstGeom>
          <a:noFill/>
        </p:spPr>
        <p:txBody>
          <a:bodyPr wrap="square">
            <a:spAutoFit/>
          </a:bodyPr>
          <a:lstStyle/>
          <a:p>
            <a:pPr marL="89535" algn="l">
              <a:spcBef>
                <a:spcPts val="600"/>
              </a:spcBef>
            </a:pPr>
            <a:r>
              <a:rPr lang="fr-FR" sz="1600" b="1" dirty="0">
                <a:effectLst/>
                <a:latin typeface="Calibri" panose="020F0502020204030204" pitchFamily="34" charset="0"/>
                <a:ea typeface="Calibri" panose="020F0502020204030204" pitchFamily="34" charset="0"/>
              </a:rPr>
              <a:t>Composant</a:t>
            </a:r>
            <a:r>
              <a:rPr lang="fr-FR" sz="1600" b="1" spc="-5" dirty="0">
                <a:effectLst/>
                <a:latin typeface="Calibri" panose="020F0502020204030204" pitchFamily="34" charset="0"/>
                <a:ea typeface="Calibri" panose="020F0502020204030204" pitchFamily="34" charset="0"/>
              </a:rPr>
              <a:t> </a:t>
            </a:r>
            <a:r>
              <a:rPr lang="fr-FR" sz="1600" b="1" spc="-10" dirty="0">
                <a:effectLst/>
                <a:latin typeface="Calibri" panose="020F0502020204030204" pitchFamily="34" charset="0"/>
                <a:ea typeface="Calibri" panose="020F0502020204030204" pitchFamily="34" charset="0"/>
              </a:rPr>
              <a:t>Compteur.js : troisième solution en utilisant </a:t>
            </a:r>
            <a:r>
              <a:rPr lang="fr-FR" sz="1600" b="1" spc="-10" dirty="0" err="1">
                <a:effectLst/>
                <a:latin typeface="Calibri" panose="020F0502020204030204" pitchFamily="34" charset="0"/>
                <a:ea typeface="Calibri" panose="020F0502020204030204" pitchFamily="34" charset="0"/>
              </a:rPr>
              <a:t>arrow</a:t>
            </a:r>
            <a:r>
              <a:rPr lang="fr-FR" sz="1600" b="1" spc="-10" dirty="0">
                <a:effectLst/>
                <a:latin typeface="Calibri" panose="020F0502020204030204" pitchFamily="34" charset="0"/>
                <a:ea typeface="Calibri" panose="020F0502020204030204" pitchFamily="34" charset="0"/>
              </a:rPr>
              <a:t> </a:t>
            </a:r>
            <a:r>
              <a:rPr lang="fr-FR" sz="1600" b="1" spc="-10" dirty="0" err="1">
                <a:effectLst/>
                <a:latin typeface="Calibri" panose="020F0502020204030204" pitchFamily="34" charset="0"/>
                <a:ea typeface="Calibri" panose="020F0502020204030204" pitchFamily="34" charset="0"/>
              </a:rPr>
              <a:t>function</a:t>
            </a:r>
            <a:endParaRPr lang="fr-FR" sz="1600" b="1" dirty="0">
              <a:effectLst/>
              <a:latin typeface="Calibri" panose="020F0502020204030204" pitchFamily="34" charset="0"/>
              <a:ea typeface="Calibri" panose="020F0502020204030204" pitchFamily="34" charset="0"/>
            </a:endParaRPr>
          </a:p>
        </p:txBody>
      </p:sp>
      <p:sp>
        <p:nvSpPr>
          <p:cNvPr id="2" name="Textbox 44">
            <a:extLst>
              <a:ext uri="{FF2B5EF4-FFF2-40B4-BE49-F238E27FC236}">
                <a16:creationId xmlns:a16="http://schemas.microsoft.com/office/drawing/2014/main" id="{9F581443-0018-13E0-F964-DEE15B5D1A81}"/>
              </a:ext>
            </a:extLst>
          </p:cNvPr>
          <p:cNvSpPr txBox="1">
            <a:spLocks/>
          </p:cNvSpPr>
          <p:nvPr/>
        </p:nvSpPr>
        <p:spPr>
          <a:xfrm>
            <a:off x="770022" y="1924762"/>
            <a:ext cx="7335090" cy="3561638"/>
          </a:xfrm>
          <a:prstGeom prst="rect">
            <a:avLst/>
          </a:prstGeom>
          <a:solidFill>
            <a:srgbClr val="1E1E1E"/>
          </a:solidFill>
        </p:spPr>
        <p:txBody>
          <a:bodyPr wrap="square" lIns="0" tIns="0" rIns="0" bIns="0" rtlCol="0">
            <a:noAutofit/>
          </a:bodyPr>
          <a:lstStyle/>
          <a:p>
            <a:pPr marL="17780" marR="2847340" algn="l">
              <a:lnSpc>
                <a:spcPct val="115000"/>
              </a:lnSpc>
              <a:spcBef>
                <a:spcPts val="185"/>
              </a:spcBef>
              <a:spcAft>
                <a:spcPts val="0"/>
              </a:spcAft>
            </a:pPr>
            <a:r>
              <a:rPr lang="en-US" sz="1400" dirty="0">
                <a:solidFill>
                  <a:srgbClr val="C585C0"/>
                </a:solidFill>
                <a:effectLst/>
                <a:latin typeface="+mn-lt"/>
                <a:ea typeface="Calibri" panose="020F0502020204030204" pitchFamily="34" charset="0"/>
              </a:rPr>
              <a:t>import</a:t>
            </a:r>
            <a:r>
              <a:rPr lang="en-US" sz="1400" spc="-40" dirty="0">
                <a:solidFill>
                  <a:srgbClr val="C585C0"/>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React</a:t>
            </a:r>
            <a:r>
              <a:rPr lang="en-US" sz="1400" dirty="0">
                <a:solidFill>
                  <a:srgbClr val="D3D3D3"/>
                </a:solidFill>
                <a:effectLst/>
                <a:latin typeface="+mn-lt"/>
                <a:ea typeface="Calibri" panose="020F0502020204030204" pitchFamily="34" charset="0"/>
              </a:rPr>
              <a:t>,</a:t>
            </a:r>
            <a:r>
              <a:rPr lang="en-US" sz="1400" spc="-30" dirty="0">
                <a:solidFill>
                  <a:srgbClr val="D3D3D3"/>
                </a:solidFill>
                <a:effectLst/>
                <a:latin typeface="+mn-lt"/>
                <a:ea typeface="Calibri" panose="020F0502020204030204" pitchFamily="34" charset="0"/>
              </a:rPr>
              <a:t> </a:t>
            </a:r>
            <a:r>
              <a:rPr lang="en-US" sz="1400" dirty="0">
                <a:solidFill>
                  <a:srgbClr val="D3D3D3"/>
                </a:solidFill>
                <a:effectLst/>
                <a:latin typeface="+mn-lt"/>
                <a:ea typeface="Calibri" panose="020F0502020204030204" pitchFamily="34" charset="0"/>
              </a:rPr>
              <a:t>{</a:t>
            </a:r>
            <a:r>
              <a:rPr lang="en-US" sz="1400" spc="-35" dirty="0">
                <a:solidFill>
                  <a:srgbClr val="D3D3D3"/>
                </a:solidFill>
                <a:effectLst/>
                <a:latin typeface="+mn-lt"/>
                <a:ea typeface="Calibri" panose="020F0502020204030204" pitchFamily="34" charset="0"/>
              </a:rPr>
              <a:t> </a:t>
            </a:r>
            <a:r>
              <a:rPr lang="en-US" sz="1400" dirty="0" err="1">
                <a:solidFill>
                  <a:srgbClr val="9CDCFD"/>
                </a:solidFill>
                <a:effectLst/>
                <a:latin typeface="+mn-lt"/>
                <a:ea typeface="Calibri" panose="020F0502020204030204" pitchFamily="34" charset="0"/>
              </a:rPr>
              <a:t>useState</a:t>
            </a:r>
            <a:r>
              <a:rPr lang="en-US" sz="1400" spc="-30" dirty="0">
                <a:solidFill>
                  <a:srgbClr val="9CDCFD"/>
                </a:solidFill>
                <a:effectLst/>
                <a:latin typeface="+mn-lt"/>
                <a:ea typeface="Calibri" panose="020F0502020204030204" pitchFamily="34" charset="0"/>
              </a:rPr>
              <a:t> </a:t>
            </a:r>
            <a:r>
              <a:rPr lang="en-US" sz="1400" dirty="0">
                <a:solidFill>
                  <a:srgbClr val="D3D3D3"/>
                </a:solidFill>
                <a:effectLst/>
                <a:latin typeface="+mn-lt"/>
                <a:ea typeface="Calibri" panose="020F0502020204030204" pitchFamily="34" charset="0"/>
              </a:rPr>
              <a:t>}</a:t>
            </a:r>
            <a:r>
              <a:rPr lang="en-US" sz="1400" spc="-40" dirty="0">
                <a:solidFill>
                  <a:srgbClr val="D3D3D3"/>
                </a:solidFill>
                <a:effectLst/>
                <a:latin typeface="+mn-lt"/>
                <a:ea typeface="Calibri" panose="020F0502020204030204" pitchFamily="34" charset="0"/>
              </a:rPr>
              <a:t> </a:t>
            </a:r>
            <a:r>
              <a:rPr lang="en-US" sz="1400" dirty="0">
                <a:solidFill>
                  <a:srgbClr val="C585C0"/>
                </a:solidFill>
                <a:effectLst/>
                <a:latin typeface="+mn-lt"/>
                <a:ea typeface="Calibri" panose="020F0502020204030204" pitchFamily="34" charset="0"/>
              </a:rPr>
              <a:t>from</a:t>
            </a:r>
            <a:r>
              <a:rPr lang="en-US" sz="1400" spc="-40" dirty="0">
                <a:solidFill>
                  <a:srgbClr val="C585C0"/>
                </a:solidFill>
                <a:effectLst/>
                <a:latin typeface="+mn-lt"/>
                <a:ea typeface="Calibri" panose="020F0502020204030204" pitchFamily="34" charset="0"/>
              </a:rPr>
              <a:t> </a:t>
            </a:r>
            <a:r>
              <a:rPr lang="en-US" sz="1400" dirty="0">
                <a:solidFill>
                  <a:srgbClr val="CE9178"/>
                </a:solidFill>
                <a:effectLst/>
                <a:latin typeface="+mn-lt"/>
                <a:ea typeface="Calibri" panose="020F0502020204030204" pitchFamily="34" charset="0"/>
              </a:rPr>
              <a:t>"react"</a:t>
            </a:r>
            <a:r>
              <a:rPr lang="en-US" sz="1400" dirty="0">
                <a:solidFill>
                  <a:srgbClr val="D3D3D3"/>
                </a:solidFill>
                <a:effectLst/>
                <a:latin typeface="+mn-lt"/>
                <a:ea typeface="Calibri" panose="020F0502020204030204" pitchFamily="34" charset="0"/>
              </a:rPr>
              <a:t>; </a:t>
            </a:r>
          </a:p>
          <a:p>
            <a:pPr marL="17780" marR="2847340" algn="l">
              <a:lnSpc>
                <a:spcPct val="115000"/>
              </a:lnSpc>
              <a:spcBef>
                <a:spcPts val="185"/>
              </a:spcBef>
              <a:spcAft>
                <a:spcPts val="0"/>
              </a:spcAft>
            </a:pPr>
            <a:r>
              <a:rPr lang="en-US" sz="1400" dirty="0">
                <a:solidFill>
                  <a:srgbClr val="C585C0"/>
                </a:solidFill>
                <a:effectLst/>
                <a:latin typeface="+mn-lt"/>
                <a:ea typeface="Calibri" panose="020F0502020204030204" pitchFamily="34" charset="0"/>
              </a:rPr>
              <a:t>export default </a:t>
            </a:r>
            <a:r>
              <a:rPr lang="en-US" sz="1400" dirty="0">
                <a:solidFill>
                  <a:srgbClr val="559CD5"/>
                </a:solidFill>
                <a:effectLst/>
                <a:latin typeface="+mn-lt"/>
                <a:ea typeface="Calibri" panose="020F0502020204030204" pitchFamily="34" charset="0"/>
              </a:rPr>
              <a:t>function </a:t>
            </a:r>
            <a:r>
              <a:rPr lang="en-US" sz="1400" dirty="0" err="1">
                <a:solidFill>
                  <a:srgbClr val="DCDCAA"/>
                </a:solidFill>
                <a:effectLst/>
                <a:latin typeface="+mn-lt"/>
                <a:ea typeface="Calibri" panose="020F0502020204030204" pitchFamily="34" charset="0"/>
              </a:rPr>
              <a:t>Compteur</a:t>
            </a:r>
            <a:r>
              <a:rPr lang="en-US" sz="1400" dirty="0">
                <a:solidFill>
                  <a:srgbClr val="D3D3D3"/>
                </a:solidFill>
                <a:effectLst/>
                <a:latin typeface="+mn-lt"/>
                <a:ea typeface="Calibri" panose="020F0502020204030204" pitchFamily="34" charset="0"/>
              </a:rPr>
              <a:t>(){ </a:t>
            </a:r>
          </a:p>
          <a:p>
            <a:pPr marL="17780" marR="2847340" algn="l">
              <a:lnSpc>
                <a:spcPct val="115000"/>
              </a:lnSpc>
              <a:spcBef>
                <a:spcPts val="185"/>
              </a:spcBef>
              <a:spcAft>
                <a:spcPts val="0"/>
              </a:spcAft>
            </a:pPr>
            <a:r>
              <a:rPr lang="en-US" sz="1400" dirty="0">
                <a:solidFill>
                  <a:srgbClr val="559CD5"/>
                </a:solidFill>
                <a:effectLst/>
                <a:latin typeface="+mn-lt"/>
                <a:ea typeface="Calibri" panose="020F0502020204030204" pitchFamily="34" charset="0"/>
              </a:rPr>
              <a:t>const </a:t>
            </a:r>
            <a:r>
              <a:rPr lang="en-US" sz="1400" dirty="0">
                <a:solidFill>
                  <a:srgbClr val="D3D3D3"/>
                </a:solidFill>
                <a:effectLst/>
                <a:latin typeface="+mn-lt"/>
                <a:ea typeface="Calibri" panose="020F0502020204030204" pitchFamily="34" charset="0"/>
              </a:rPr>
              <a:t>[</a:t>
            </a:r>
            <a:r>
              <a:rPr lang="en-US" sz="1400" dirty="0" err="1">
                <a:solidFill>
                  <a:srgbClr val="4FC1FF"/>
                </a:solidFill>
                <a:effectLst/>
                <a:latin typeface="+mn-lt"/>
                <a:ea typeface="Calibri" panose="020F0502020204030204" pitchFamily="34" charset="0"/>
              </a:rPr>
              <a:t>valeur</a:t>
            </a:r>
            <a:r>
              <a:rPr lang="en-US" sz="1400" dirty="0" err="1">
                <a:solidFill>
                  <a:srgbClr val="D3D3D3"/>
                </a:solidFill>
                <a:effectLst/>
                <a:latin typeface="+mn-lt"/>
                <a:ea typeface="Calibri" panose="020F0502020204030204" pitchFamily="34" charset="0"/>
              </a:rPr>
              <a:t>,</a:t>
            </a:r>
            <a:r>
              <a:rPr lang="en-US" sz="1400" dirty="0" err="1">
                <a:solidFill>
                  <a:srgbClr val="DCDCAA"/>
                </a:solidFill>
                <a:effectLst/>
                <a:latin typeface="+mn-lt"/>
                <a:ea typeface="Calibri" panose="020F0502020204030204" pitchFamily="34" charset="0"/>
              </a:rPr>
              <a:t>setValeur</a:t>
            </a:r>
            <a:r>
              <a:rPr lang="en-US" sz="1400" dirty="0">
                <a:solidFill>
                  <a:srgbClr val="D3D3D3"/>
                </a:solidFill>
                <a:effectLst/>
                <a:latin typeface="+mn-lt"/>
                <a:ea typeface="Calibri" panose="020F0502020204030204" pitchFamily="34" charset="0"/>
              </a:rPr>
              <a:t>]=</a:t>
            </a:r>
            <a:r>
              <a:rPr lang="en-US" sz="1400" dirty="0" err="1">
                <a:solidFill>
                  <a:srgbClr val="DCDCAA"/>
                </a:solidFill>
                <a:effectLst/>
                <a:latin typeface="+mn-lt"/>
                <a:ea typeface="Calibri" panose="020F0502020204030204" pitchFamily="34" charset="0"/>
              </a:rPr>
              <a:t>useState</a:t>
            </a:r>
            <a:r>
              <a:rPr lang="en-US" sz="1400" dirty="0">
                <a:solidFill>
                  <a:srgbClr val="D3D3D3"/>
                </a:solidFill>
                <a:effectLst/>
                <a:latin typeface="+mn-lt"/>
                <a:ea typeface="Calibri" panose="020F0502020204030204" pitchFamily="34" charset="0"/>
              </a:rPr>
              <a:t>(</a:t>
            </a:r>
            <a:r>
              <a:rPr lang="en-US" sz="1400" dirty="0">
                <a:solidFill>
                  <a:srgbClr val="B5CEA8"/>
                </a:solidFill>
                <a:effectLst/>
                <a:latin typeface="+mn-lt"/>
                <a:ea typeface="Calibri" panose="020F0502020204030204" pitchFamily="34" charset="0"/>
              </a:rPr>
              <a:t>0</a:t>
            </a:r>
            <a:r>
              <a:rPr lang="en-US" sz="140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algn="l">
              <a:spcBef>
                <a:spcPts val="190"/>
              </a:spcBef>
            </a:pPr>
            <a:r>
              <a:rPr lang="en-US" sz="1400" dirty="0">
                <a:solidFill>
                  <a:srgbClr val="000000"/>
                </a:solidFill>
                <a:effectLst/>
                <a:latin typeface="+mn-lt"/>
                <a:ea typeface="Calibri" panose="020F0502020204030204" pitchFamily="34" charset="0"/>
              </a:rPr>
              <a:t> </a:t>
            </a:r>
            <a:endParaRPr lang="fr-FR" sz="1400" dirty="0">
              <a:effectLst/>
              <a:latin typeface="+mn-lt"/>
              <a:ea typeface="Calibri" panose="020F0502020204030204" pitchFamily="34" charset="0"/>
            </a:endParaRPr>
          </a:p>
          <a:p>
            <a:pPr marL="310515" algn="l"/>
            <a:r>
              <a:rPr lang="en-US" sz="1400" spc="-10" dirty="0">
                <a:solidFill>
                  <a:srgbClr val="C585C0"/>
                </a:solidFill>
                <a:effectLst/>
                <a:latin typeface="+mn-lt"/>
                <a:ea typeface="Calibri" panose="020F0502020204030204" pitchFamily="34" charset="0"/>
              </a:rPr>
              <a:t>return</a:t>
            </a:r>
            <a:r>
              <a:rPr lang="en-US" sz="1400" spc="-1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603250" algn="l">
              <a:spcBef>
                <a:spcPts val="200"/>
              </a:spcBef>
              <a:spcAft>
                <a:spcPts val="0"/>
              </a:spcAft>
            </a:pPr>
            <a:r>
              <a:rPr lang="en-US" sz="1400" spc="-10" dirty="0">
                <a:solidFill>
                  <a:srgbClr val="808080"/>
                </a:solidFill>
                <a:effectLst/>
                <a:latin typeface="+mn-lt"/>
                <a:ea typeface="Calibri" panose="020F0502020204030204" pitchFamily="34" charset="0"/>
              </a:rPr>
              <a:t>&lt;</a:t>
            </a:r>
            <a:r>
              <a:rPr lang="en-US" sz="1400" spc="-10" dirty="0">
                <a:solidFill>
                  <a:srgbClr val="559CD5"/>
                </a:solidFill>
                <a:effectLst/>
                <a:latin typeface="+mn-lt"/>
                <a:ea typeface="Calibri" panose="020F0502020204030204" pitchFamily="34" charset="0"/>
              </a:rPr>
              <a:t>div</a:t>
            </a:r>
            <a:r>
              <a:rPr lang="en-US"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895985" algn="l">
              <a:spcBef>
                <a:spcPts val="200"/>
              </a:spcBef>
              <a:spcAft>
                <a:spcPts val="0"/>
              </a:spcAft>
            </a:pPr>
            <a:r>
              <a:rPr lang="en-US" sz="1400" dirty="0">
                <a:solidFill>
                  <a:srgbClr val="808080"/>
                </a:solidFill>
                <a:effectLst/>
                <a:latin typeface="+mn-lt"/>
                <a:ea typeface="Calibri" panose="020F0502020204030204" pitchFamily="34" charset="0"/>
              </a:rPr>
              <a:t>&lt;</a:t>
            </a:r>
            <a:r>
              <a:rPr lang="en-US" sz="1400" dirty="0">
                <a:solidFill>
                  <a:srgbClr val="559CD5"/>
                </a:solidFill>
                <a:effectLst/>
                <a:latin typeface="+mn-lt"/>
                <a:ea typeface="Calibri" panose="020F0502020204030204" pitchFamily="34" charset="0"/>
              </a:rPr>
              <a:t>h1</a:t>
            </a:r>
            <a:r>
              <a:rPr lang="en-US" sz="1400" dirty="0">
                <a:solidFill>
                  <a:srgbClr val="808080"/>
                </a:solidFill>
                <a:effectLst/>
                <a:latin typeface="+mn-lt"/>
                <a:ea typeface="Calibri" panose="020F0502020204030204" pitchFamily="34" charset="0"/>
              </a:rPr>
              <a:t>&gt;</a:t>
            </a:r>
            <a:r>
              <a:rPr lang="en-US" sz="1400" dirty="0" err="1">
                <a:solidFill>
                  <a:srgbClr val="D3D3D3"/>
                </a:solidFill>
                <a:effectLst/>
                <a:latin typeface="+mn-lt"/>
                <a:ea typeface="Calibri" panose="020F0502020204030204" pitchFamily="34" charset="0"/>
              </a:rPr>
              <a:t>compteur</a:t>
            </a:r>
            <a:r>
              <a:rPr lang="en-US" sz="1400" dirty="0">
                <a:solidFill>
                  <a:srgbClr val="D3D3D3"/>
                </a:solidFill>
                <a:effectLst/>
                <a:latin typeface="+mn-lt"/>
                <a:ea typeface="Calibri" panose="020F0502020204030204" pitchFamily="34" charset="0"/>
              </a:rPr>
              <a:t>:</a:t>
            </a:r>
            <a:r>
              <a:rPr lang="en-US" sz="1400" spc="-75" dirty="0">
                <a:solidFill>
                  <a:srgbClr val="D3D3D3"/>
                </a:solidFill>
                <a:effectLst/>
                <a:latin typeface="+mn-lt"/>
                <a:ea typeface="Calibri" panose="020F0502020204030204" pitchFamily="34" charset="0"/>
              </a:rPr>
              <a:t> </a:t>
            </a:r>
            <a:r>
              <a:rPr lang="en-US" sz="1400" spc="-10" dirty="0">
                <a:solidFill>
                  <a:srgbClr val="559CD5"/>
                </a:solidFill>
                <a:effectLst/>
                <a:latin typeface="+mn-lt"/>
                <a:ea typeface="Calibri" panose="020F0502020204030204" pitchFamily="34" charset="0"/>
              </a:rPr>
              <a:t>{</a:t>
            </a:r>
            <a:r>
              <a:rPr lang="en-US" sz="1400" spc="-10" dirty="0" err="1">
                <a:solidFill>
                  <a:srgbClr val="4FC1FF"/>
                </a:solidFill>
                <a:effectLst/>
                <a:latin typeface="+mn-lt"/>
                <a:ea typeface="Calibri" panose="020F0502020204030204" pitchFamily="34" charset="0"/>
              </a:rPr>
              <a:t>valeur</a:t>
            </a:r>
            <a:r>
              <a:rPr lang="en-US" sz="1400" spc="-10" dirty="0">
                <a:solidFill>
                  <a:srgbClr val="559CD5"/>
                </a:solidFill>
                <a:effectLst/>
                <a:latin typeface="+mn-lt"/>
                <a:ea typeface="Calibri" panose="020F0502020204030204" pitchFamily="34" charset="0"/>
              </a:rPr>
              <a:t>}</a:t>
            </a:r>
            <a:r>
              <a:rPr lang="en-US" sz="1400" spc="-10" dirty="0">
                <a:solidFill>
                  <a:srgbClr val="808080"/>
                </a:solidFill>
                <a:effectLst/>
                <a:latin typeface="+mn-lt"/>
                <a:ea typeface="Calibri" panose="020F0502020204030204" pitchFamily="34" charset="0"/>
              </a:rPr>
              <a:t>&lt;/</a:t>
            </a:r>
            <a:r>
              <a:rPr lang="en-US" sz="1400" spc="-10" dirty="0">
                <a:solidFill>
                  <a:srgbClr val="559CD5"/>
                </a:solidFill>
                <a:effectLst/>
                <a:latin typeface="+mn-lt"/>
                <a:ea typeface="Calibri" panose="020F0502020204030204" pitchFamily="34" charset="0"/>
              </a:rPr>
              <a:t>h1</a:t>
            </a:r>
            <a:r>
              <a:rPr lang="en-US"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17780" algn="l">
              <a:spcBef>
                <a:spcPts val="185"/>
              </a:spcBef>
              <a:spcAft>
                <a:spcPts val="0"/>
              </a:spcAft>
            </a:pPr>
            <a:r>
              <a:rPr lang="en-US" sz="1400" dirty="0">
                <a:solidFill>
                  <a:srgbClr val="808080"/>
                </a:solidFill>
                <a:effectLst/>
                <a:latin typeface="+mn-lt"/>
                <a:ea typeface="Calibri" panose="020F0502020204030204" pitchFamily="34" charset="0"/>
              </a:rPr>
              <a:t>                                 &lt;</a:t>
            </a:r>
            <a:r>
              <a:rPr lang="en-US" sz="1400" dirty="0">
                <a:solidFill>
                  <a:srgbClr val="559CD5"/>
                </a:solidFill>
                <a:effectLst/>
                <a:latin typeface="+mn-lt"/>
                <a:ea typeface="Calibri" panose="020F0502020204030204" pitchFamily="34" charset="0"/>
              </a:rPr>
              <a:t>input</a:t>
            </a:r>
            <a:r>
              <a:rPr lang="en-US" sz="1400" spc="-100" dirty="0">
                <a:solidFill>
                  <a:srgbClr val="559CD5"/>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type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"button"</a:t>
            </a:r>
            <a:r>
              <a:rPr lang="en-US" sz="1400" spc="-70" dirty="0">
                <a:solidFill>
                  <a:srgbClr val="CE9178"/>
                </a:solidFill>
                <a:effectLst/>
                <a:latin typeface="+mn-lt"/>
                <a:ea typeface="Calibri" panose="020F0502020204030204" pitchFamily="34" charset="0"/>
              </a:rPr>
              <a:t> </a:t>
            </a:r>
            <a:r>
              <a:rPr lang="en-US" sz="1400" dirty="0">
                <a:solidFill>
                  <a:srgbClr val="9CDCFD"/>
                </a:solidFill>
                <a:effectLst/>
                <a:latin typeface="+mn-lt"/>
                <a:ea typeface="Calibri" panose="020F0502020204030204" pitchFamily="34" charset="0"/>
              </a:rPr>
              <a:t>value</a:t>
            </a:r>
            <a:r>
              <a:rPr lang="en-US" sz="1400" dirty="0">
                <a:solidFill>
                  <a:srgbClr val="D3D3D3"/>
                </a:solidFill>
                <a:effectLst/>
                <a:latin typeface="+mn-lt"/>
                <a:ea typeface="Calibri" panose="020F0502020204030204" pitchFamily="34" charset="0"/>
              </a:rPr>
              <a:t>=</a:t>
            </a:r>
            <a:r>
              <a:rPr lang="en-US" sz="1400" dirty="0">
                <a:solidFill>
                  <a:srgbClr val="CE9178"/>
                </a:solidFill>
                <a:effectLst/>
                <a:latin typeface="+mn-lt"/>
                <a:ea typeface="Calibri" panose="020F0502020204030204" pitchFamily="34" charset="0"/>
              </a:rPr>
              <a:t>"</a:t>
            </a:r>
            <a:r>
              <a:rPr lang="en-US" sz="1400" dirty="0" err="1">
                <a:solidFill>
                  <a:srgbClr val="CE9178"/>
                </a:solidFill>
                <a:effectLst/>
                <a:latin typeface="+mn-lt"/>
                <a:ea typeface="Calibri" panose="020F0502020204030204" pitchFamily="34" charset="0"/>
              </a:rPr>
              <a:t>incrementer</a:t>
            </a:r>
            <a:r>
              <a:rPr lang="en-US" sz="1400" dirty="0">
                <a:solidFill>
                  <a:srgbClr val="CE9178"/>
                </a:solidFill>
                <a:effectLst/>
                <a:latin typeface="+mn-lt"/>
                <a:ea typeface="Calibri" panose="020F0502020204030204" pitchFamily="34" charset="0"/>
              </a:rPr>
              <a:t>"</a:t>
            </a:r>
            <a:r>
              <a:rPr lang="en-US" sz="1400" spc="-80" dirty="0">
                <a:solidFill>
                  <a:srgbClr val="CE9178"/>
                </a:solidFill>
                <a:effectLst/>
                <a:latin typeface="+mn-lt"/>
                <a:ea typeface="Calibri" panose="020F0502020204030204" pitchFamily="34" charset="0"/>
              </a:rPr>
              <a:t> </a:t>
            </a:r>
            <a:r>
              <a:rPr lang="en-US" sz="1400" spc="-10" dirty="0" err="1">
                <a:solidFill>
                  <a:srgbClr val="9CDCFD"/>
                </a:solidFill>
                <a:effectLst/>
                <a:latin typeface="+mn-lt"/>
                <a:ea typeface="Calibri" panose="020F0502020204030204" pitchFamily="34" charset="0"/>
              </a:rPr>
              <a:t>onClick</a:t>
            </a:r>
            <a:r>
              <a:rPr lang="en-US" sz="1400" spc="-10" dirty="0">
                <a:solidFill>
                  <a:srgbClr val="D3D3D3"/>
                </a:solidFill>
                <a:effectLst/>
                <a:latin typeface="+mn-lt"/>
                <a:ea typeface="Calibri" panose="020F0502020204030204" pitchFamily="34" charset="0"/>
              </a:rPr>
              <a:t>=</a:t>
            </a:r>
            <a:r>
              <a:rPr lang="en-US" sz="1400" spc="-10" dirty="0">
                <a:solidFill>
                  <a:srgbClr val="559CD5"/>
                </a:solidFill>
                <a:effectLst/>
                <a:latin typeface="+mn-lt"/>
                <a:ea typeface="Calibri" panose="020F0502020204030204" pitchFamily="34" charset="0"/>
              </a:rPr>
              <a:t>{</a:t>
            </a:r>
            <a:r>
              <a:rPr lang="en-US" sz="1400" spc="-10" dirty="0">
                <a:solidFill>
                  <a:srgbClr val="D3D3D3"/>
                </a:solidFill>
                <a:effectLst/>
                <a:latin typeface="+mn-lt"/>
                <a:ea typeface="Calibri" panose="020F0502020204030204" pitchFamily="34" charset="0"/>
              </a:rPr>
              <a:t>()</a:t>
            </a:r>
            <a:r>
              <a:rPr lang="en-US" sz="1400" spc="-10" dirty="0">
                <a:solidFill>
                  <a:srgbClr val="559CD5"/>
                </a:solidFill>
                <a:effectLst/>
                <a:latin typeface="+mn-lt"/>
                <a:ea typeface="Calibri" panose="020F0502020204030204" pitchFamily="34" charset="0"/>
              </a:rPr>
              <a:t>=&gt;</a:t>
            </a:r>
            <a:r>
              <a:rPr lang="en-US" sz="1400" spc="-10" dirty="0">
                <a:solidFill>
                  <a:srgbClr val="D3D3D3"/>
                </a:solidFill>
                <a:effectLst/>
                <a:latin typeface="+mn-lt"/>
                <a:ea typeface="Calibri" panose="020F0502020204030204" pitchFamily="34" charset="0"/>
              </a:rPr>
              <a:t>{</a:t>
            </a:r>
            <a:r>
              <a:rPr lang="en-US" sz="1400" spc="-10" dirty="0" err="1">
                <a:solidFill>
                  <a:srgbClr val="DCDCAA"/>
                </a:solidFill>
                <a:effectLst/>
                <a:latin typeface="+mn-lt"/>
                <a:ea typeface="Calibri" panose="020F0502020204030204" pitchFamily="34" charset="0"/>
              </a:rPr>
              <a:t>setValeur</a:t>
            </a:r>
            <a:r>
              <a:rPr lang="en-US" sz="1400" spc="-10" dirty="0">
                <a:solidFill>
                  <a:srgbClr val="D3D3D3"/>
                </a:solidFill>
                <a:effectLst/>
                <a:latin typeface="+mn-lt"/>
                <a:ea typeface="Calibri" panose="020F0502020204030204" pitchFamily="34" charset="0"/>
              </a:rPr>
              <a:t>(</a:t>
            </a:r>
            <a:r>
              <a:rPr lang="en-US" sz="1400" spc="-10" dirty="0">
                <a:solidFill>
                  <a:srgbClr val="4FC1FF"/>
                </a:solidFill>
                <a:effectLst/>
                <a:latin typeface="+mn-lt"/>
                <a:ea typeface="Calibri" panose="020F0502020204030204" pitchFamily="34" charset="0"/>
              </a:rPr>
              <a:t>valeur</a:t>
            </a:r>
            <a:r>
              <a:rPr lang="en-US" sz="1400" spc="-10" dirty="0">
                <a:solidFill>
                  <a:srgbClr val="D3D3D3"/>
                </a:solidFill>
                <a:effectLst/>
                <a:latin typeface="+mn-lt"/>
                <a:ea typeface="Calibri" panose="020F0502020204030204" pitchFamily="34" charset="0"/>
              </a:rPr>
              <a:t>+</a:t>
            </a:r>
            <a:r>
              <a:rPr lang="en-US" sz="1400" spc="-10" dirty="0">
                <a:solidFill>
                  <a:srgbClr val="B5CEA8"/>
                </a:solidFill>
                <a:effectLst/>
                <a:latin typeface="+mn-lt"/>
                <a:ea typeface="Calibri" panose="020F0502020204030204" pitchFamily="34" charset="0"/>
              </a:rPr>
              <a:t>1</a:t>
            </a:r>
            <a:r>
              <a:rPr lang="en-US" sz="1400" spc="-10" dirty="0">
                <a:solidFill>
                  <a:srgbClr val="D3D3D3"/>
                </a:solidFill>
                <a:effectLst/>
                <a:latin typeface="+mn-lt"/>
                <a:ea typeface="Calibri" panose="020F0502020204030204" pitchFamily="34" charset="0"/>
              </a:rPr>
              <a:t>)}</a:t>
            </a:r>
            <a:r>
              <a:rPr lang="en-US" sz="1400" spc="-10" dirty="0">
                <a:solidFill>
                  <a:srgbClr val="559CD5"/>
                </a:solidFill>
                <a:effectLst/>
                <a:latin typeface="+mn-lt"/>
                <a:ea typeface="Calibri" panose="020F0502020204030204" pitchFamily="34" charset="0"/>
              </a:rPr>
              <a:t>}</a:t>
            </a:r>
            <a:r>
              <a:rPr lang="en-US"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17780" algn="l">
              <a:spcBef>
                <a:spcPts val="200"/>
              </a:spcBef>
              <a:spcAft>
                <a:spcPts val="0"/>
              </a:spcAft>
            </a:pPr>
            <a:r>
              <a:rPr lang="fr-FR" sz="1400" dirty="0">
                <a:solidFill>
                  <a:srgbClr val="808080"/>
                </a:solidFill>
                <a:effectLst/>
                <a:latin typeface="+mn-lt"/>
                <a:ea typeface="Calibri" panose="020F0502020204030204" pitchFamily="34" charset="0"/>
              </a:rPr>
              <a:t>                                  &lt;</a:t>
            </a:r>
            <a:r>
              <a:rPr lang="fr-FR" sz="1400" dirty="0">
                <a:solidFill>
                  <a:srgbClr val="559CD5"/>
                </a:solidFill>
                <a:effectLst/>
                <a:latin typeface="+mn-lt"/>
                <a:ea typeface="Calibri" panose="020F0502020204030204" pitchFamily="34" charset="0"/>
              </a:rPr>
              <a:t>input</a:t>
            </a:r>
            <a:r>
              <a:rPr lang="fr-FR" sz="1400" spc="-150" dirty="0">
                <a:solidFill>
                  <a:srgbClr val="559CD5"/>
                </a:solidFill>
                <a:effectLst/>
                <a:latin typeface="+mn-lt"/>
                <a:ea typeface="Calibri" panose="020F0502020204030204" pitchFamily="34" charset="0"/>
              </a:rPr>
              <a:t> </a:t>
            </a:r>
            <a:r>
              <a:rPr lang="fr-FR" sz="1400" dirty="0">
                <a:solidFill>
                  <a:srgbClr val="9CDCFD"/>
                </a:solidFill>
                <a:effectLst/>
                <a:latin typeface="+mn-lt"/>
                <a:ea typeface="Calibri" panose="020F0502020204030204" pitchFamily="34" charset="0"/>
              </a:rPr>
              <a:t>type</a:t>
            </a:r>
            <a:r>
              <a:rPr lang="fr-FR" sz="1400" dirty="0">
                <a:solidFill>
                  <a:srgbClr val="D3D3D3"/>
                </a:solidFill>
                <a:effectLst/>
                <a:latin typeface="+mn-lt"/>
                <a:ea typeface="Calibri" panose="020F0502020204030204" pitchFamily="34" charset="0"/>
              </a:rPr>
              <a:t>=</a:t>
            </a:r>
            <a:r>
              <a:rPr lang="fr-FR" sz="1400" dirty="0">
                <a:solidFill>
                  <a:srgbClr val="CE9178"/>
                </a:solidFill>
                <a:effectLst/>
                <a:latin typeface="+mn-lt"/>
                <a:ea typeface="Calibri" panose="020F0502020204030204" pitchFamily="34" charset="0"/>
              </a:rPr>
              <a:t>"</a:t>
            </a:r>
            <a:r>
              <a:rPr lang="fr-FR" sz="1400" dirty="0" err="1">
                <a:solidFill>
                  <a:srgbClr val="CE9178"/>
                </a:solidFill>
                <a:effectLst/>
                <a:latin typeface="+mn-lt"/>
                <a:ea typeface="Calibri" panose="020F0502020204030204" pitchFamily="34" charset="0"/>
              </a:rPr>
              <a:t>button</a:t>
            </a:r>
            <a:r>
              <a:rPr lang="fr-FR" sz="1400" dirty="0">
                <a:solidFill>
                  <a:srgbClr val="CE9178"/>
                </a:solidFill>
                <a:effectLst/>
                <a:latin typeface="+mn-lt"/>
                <a:ea typeface="Calibri" panose="020F0502020204030204" pitchFamily="34" charset="0"/>
              </a:rPr>
              <a:t>"</a:t>
            </a:r>
            <a:r>
              <a:rPr lang="fr-FR" sz="1400" spc="-120" dirty="0">
                <a:solidFill>
                  <a:srgbClr val="CE9178"/>
                </a:solidFill>
                <a:effectLst/>
                <a:latin typeface="+mn-lt"/>
                <a:ea typeface="Calibri" panose="020F0502020204030204" pitchFamily="34" charset="0"/>
              </a:rPr>
              <a:t> </a:t>
            </a:r>
            <a:r>
              <a:rPr lang="fr-FR" sz="1400" dirty="0">
                <a:solidFill>
                  <a:srgbClr val="9CDCFD"/>
                </a:solidFill>
                <a:effectLst/>
                <a:latin typeface="+mn-lt"/>
                <a:ea typeface="Calibri" panose="020F0502020204030204" pitchFamily="34" charset="0"/>
              </a:rPr>
              <a:t>value</a:t>
            </a:r>
            <a:r>
              <a:rPr lang="fr-FR" sz="1400" dirty="0">
                <a:solidFill>
                  <a:srgbClr val="D3D3D3"/>
                </a:solidFill>
                <a:effectLst/>
                <a:latin typeface="+mn-lt"/>
                <a:ea typeface="Calibri" panose="020F0502020204030204" pitchFamily="34" charset="0"/>
              </a:rPr>
              <a:t>=</a:t>
            </a:r>
            <a:r>
              <a:rPr lang="fr-FR" sz="1400" dirty="0">
                <a:solidFill>
                  <a:srgbClr val="CE9178"/>
                </a:solidFill>
                <a:effectLst/>
                <a:latin typeface="+mn-lt"/>
                <a:ea typeface="Calibri" panose="020F0502020204030204" pitchFamily="34" charset="0"/>
              </a:rPr>
              <a:t>"</a:t>
            </a:r>
            <a:r>
              <a:rPr lang="fr-FR" sz="1400" dirty="0" err="1">
                <a:solidFill>
                  <a:srgbClr val="CE9178"/>
                </a:solidFill>
                <a:effectLst/>
                <a:latin typeface="+mn-lt"/>
                <a:ea typeface="Calibri" panose="020F0502020204030204" pitchFamily="34" charset="0"/>
              </a:rPr>
              <a:t>decrementer</a:t>
            </a:r>
            <a:r>
              <a:rPr lang="fr-FR" sz="1400" dirty="0">
                <a:solidFill>
                  <a:srgbClr val="CE9178"/>
                </a:solidFill>
                <a:effectLst/>
                <a:latin typeface="+mn-lt"/>
                <a:ea typeface="Calibri" panose="020F0502020204030204" pitchFamily="34" charset="0"/>
              </a:rPr>
              <a:t>"</a:t>
            </a:r>
            <a:r>
              <a:rPr lang="fr-FR" sz="1400" spc="-125" dirty="0">
                <a:solidFill>
                  <a:srgbClr val="CE9178"/>
                </a:solidFill>
                <a:effectLst/>
                <a:latin typeface="+mn-lt"/>
                <a:ea typeface="Calibri" panose="020F0502020204030204" pitchFamily="34" charset="0"/>
              </a:rPr>
              <a:t> </a:t>
            </a:r>
            <a:r>
              <a:rPr lang="fr-FR" sz="1400" dirty="0" err="1">
                <a:solidFill>
                  <a:srgbClr val="9CDCFD"/>
                </a:solidFill>
                <a:effectLst/>
                <a:latin typeface="+mn-lt"/>
                <a:ea typeface="Calibri" panose="020F0502020204030204" pitchFamily="34" charset="0"/>
              </a:rPr>
              <a:t>onClick</a:t>
            </a:r>
            <a:r>
              <a:rPr lang="fr-FR" sz="1400" dirty="0">
                <a:solidFill>
                  <a:srgbClr val="D3D3D3"/>
                </a:solidFill>
                <a:effectLst/>
                <a:latin typeface="+mn-lt"/>
                <a:ea typeface="Calibri" panose="020F0502020204030204" pitchFamily="34" charset="0"/>
              </a:rPr>
              <a:t>=</a:t>
            </a:r>
            <a:r>
              <a:rPr lang="fr-FR" sz="1400" dirty="0">
                <a:solidFill>
                  <a:srgbClr val="559CD5"/>
                </a:solidFill>
                <a:effectLst/>
                <a:latin typeface="+mn-lt"/>
                <a:ea typeface="Calibri" panose="020F0502020204030204" pitchFamily="34" charset="0"/>
              </a:rPr>
              <a:t>{</a:t>
            </a:r>
            <a:r>
              <a:rPr lang="fr-FR" sz="1400" dirty="0">
                <a:solidFill>
                  <a:srgbClr val="D3D3D3"/>
                </a:solidFill>
                <a:effectLst/>
                <a:latin typeface="+mn-lt"/>
                <a:ea typeface="Calibri" panose="020F0502020204030204" pitchFamily="34" charset="0"/>
              </a:rPr>
              <a:t>()</a:t>
            </a:r>
            <a:r>
              <a:rPr lang="fr-FR" sz="1400" dirty="0">
                <a:solidFill>
                  <a:srgbClr val="559CD5"/>
                </a:solidFill>
                <a:effectLst/>
                <a:latin typeface="+mn-lt"/>
                <a:ea typeface="Calibri" panose="020F0502020204030204" pitchFamily="34" charset="0"/>
              </a:rPr>
              <a:t>=&gt;</a:t>
            </a:r>
            <a:r>
              <a:rPr lang="fr-FR" sz="1400" dirty="0">
                <a:solidFill>
                  <a:srgbClr val="D3D3D3"/>
                </a:solidFill>
                <a:effectLst/>
                <a:latin typeface="+mn-lt"/>
                <a:ea typeface="Calibri" panose="020F0502020204030204" pitchFamily="34" charset="0"/>
              </a:rPr>
              <a:t>{</a:t>
            </a:r>
            <a:r>
              <a:rPr lang="fr-FR" sz="1400" dirty="0" err="1">
                <a:solidFill>
                  <a:srgbClr val="DCDCAA"/>
                </a:solidFill>
                <a:effectLst/>
                <a:latin typeface="+mn-lt"/>
                <a:ea typeface="Calibri" panose="020F0502020204030204" pitchFamily="34" charset="0"/>
              </a:rPr>
              <a:t>setValeur</a:t>
            </a:r>
            <a:r>
              <a:rPr lang="fr-FR" sz="1400" dirty="0">
                <a:solidFill>
                  <a:srgbClr val="D3D3D3"/>
                </a:solidFill>
                <a:effectLst/>
                <a:latin typeface="+mn-lt"/>
                <a:ea typeface="Calibri" panose="020F0502020204030204" pitchFamily="34" charset="0"/>
              </a:rPr>
              <a:t>(</a:t>
            </a:r>
            <a:r>
              <a:rPr lang="fr-FR" sz="1400" dirty="0">
                <a:solidFill>
                  <a:srgbClr val="4FC1FF"/>
                </a:solidFill>
                <a:effectLst/>
                <a:latin typeface="+mn-lt"/>
                <a:ea typeface="Calibri" panose="020F0502020204030204" pitchFamily="34" charset="0"/>
              </a:rPr>
              <a:t>valeur</a:t>
            </a:r>
            <a:r>
              <a:rPr lang="fr-FR" sz="1400" dirty="0">
                <a:solidFill>
                  <a:srgbClr val="D3D3D3"/>
                </a:solidFill>
                <a:effectLst/>
                <a:latin typeface="+mn-lt"/>
                <a:ea typeface="Calibri" panose="020F0502020204030204" pitchFamily="34" charset="0"/>
              </a:rPr>
              <a:t>-</a:t>
            </a:r>
            <a:r>
              <a:rPr lang="fr-FR" sz="1400" spc="-10" dirty="0">
                <a:solidFill>
                  <a:srgbClr val="B5CEA8"/>
                </a:solidFill>
                <a:effectLst/>
                <a:latin typeface="+mn-lt"/>
                <a:ea typeface="Calibri" panose="020F0502020204030204" pitchFamily="34" charset="0"/>
              </a:rPr>
              <a:t>1</a:t>
            </a:r>
            <a:r>
              <a:rPr lang="fr-FR" sz="1400" spc="-10" dirty="0">
                <a:solidFill>
                  <a:srgbClr val="D3D3D3"/>
                </a:solidFill>
                <a:effectLst/>
                <a:latin typeface="+mn-lt"/>
                <a:ea typeface="Calibri" panose="020F0502020204030204" pitchFamily="34" charset="0"/>
              </a:rPr>
              <a:t>)}</a:t>
            </a:r>
            <a:r>
              <a:rPr lang="fr-FR" sz="1400" spc="-10" dirty="0">
                <a:solidFill>
                  <a:srgbClr val="559CD5"/>
                </a:solidFill>
                <a:effectLst/>
                <a:latin typeface="+mn-lt"/>
                <a:ea typeface="Calibri" panose="020F0502020204030204" pitchFamily="34" charset="0"/>
              </a:rPr>
              <a:t>}</a:t>
            </a:r>
            <a:r>
              <a:rPr lang="fr-FR"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603250" algn="l"/>
            <a:r>
              <a:rPr lang="fr-FR" sz="1400" spc="-10" dirty="0">
                <a:solidFill>
                  <a:srgbClr val="808080"/>
                </a:solidFill>
                <a:effectLst/>
                <a:latin typeface="+mn-lt"/>
                <a:ea typeface="Calibri" panose="020F0502020204030204" pitchFamily="34" charset="0"/>
              </a:rPr>
              <a:t>&lt;/</a:t>
            </a:r>
            <a:r>
              <a:rPr lang="fr-FR" sz="1400" spc="-10" dirty="0">
                <a:solidFill>
                  <a:srgbClr val="559CD5"/>
                </a:solidFill>
                <a:effectLst/>
                <a:latin typeface="+mn-lt"/>
                <a:ea typeface="Calibri" panose="020F0502020204030204" pitchFamily="34" charset="0"/>
              </a:rPr>
              <a:t>div</a:t>
            </a:r>
            <a:r>
              <a:rPr lang="fr-FR" sz="1400" spc="-10" dirty="0">
                <a:solidFill>
                  <a:srgbClr val="808080"/>
                </a:solidFill>
                <a:effectLst/>
                <a:latin typeface="+mn-lt"/>
                <a:ea typeface="Calibri" panose="020F0502020204030204" pitchFamily="34" charset="0"/>
              </a:rPr>
              <a:t>&gt;</a:t>
            </a:r>
            <a:endParaRPr lang="fr-FR" sz="1400" dirty="0">
              <a:effectLst/>
              <a:latin typeface="+mn-lt"/>
              <a:ea typeface="Calibri" panose="020F0502020204030204" pitchFamily="34" charset="0"/>
            </a:endParaRPr>
          </a:p>
          <a:p>
            <a:pPr marL="310515" algn="l">
              <a:spcBef>
                <a:spcPts val="185"/>
              </a:spcBef>
              <a:spcAft>
                <a:spcPts val="0"/>
              </a:spcAft>
            </a:pPr>
            <a:r>
              <a:rPr lang="fr-FR" sz="1400" spc="-50" dirty="0">
                <a:solidFill>
                  <a:srgbClr val="D3D3D3"/>
                </a:solidFill>
                <a:effectLst/>
                <a:latin typeface="+mn-lt"/>
                <a:ea typeface="Calibri" panose="020F0502020204030204" pitchFamily="34" charset="0"/>
              </a:rPr>
              <a:t>)</a:t>
            </a:r>
            <a:endParaRPr lang="fr-FR" sz="1400" dirty="0">
              <a:effectLst/>
              <a:latin typeface="+mn-lt"/>
              <a:ea typeface="Calibri" panose="020F0502020204030204" pitchFamily="34" charset="0"/>
            </a:endParaRPr>
          </a:p>
          <a:p>
            <a:pPr marL="17780" algn="l">
              <a:spcBef>
                <a:spcPts val="200"/>
              </a:spcBef>
              <a:spcAft>
                <a:spcPts val="0"/>
              </a:spcAft>
            </a:pPr>
            <a:r>
              <a:rPr lang="fr-FR" sz="1400" spc="-50" dirty="0">
                <a:solidFill>
                  <a:srgbClr val="D3D3D3"/>
                </a:solidFill>
                <a:effectLst/>
                <a:latin typeface="+mn-lt"/>
                <a:ea typeface="Calibri" panose="020F0502020204030204" pitchFamily="34" charset="0"/>
              </a:rPr>
              <a:t>} </a:t>
            </a:r>
            <a:endParaRPr lang="fr-FR" sz="1400" dirty="0">
              <a:effectLst/>
              <a:latin typeface="+mn-lt"/>
              <a:ea typeface="Calibri" panose="020F0502020204030204" pitchFamily="34" charset="0"/>
            </a:endParaRPr>
          </a:p>
        </p:txBody>
      </p:sp>
      <p:sp>
        <p:nvSpPr>
          <p:cNvPr id="3" name="Rectangle 4">
            <a:extLst>
              <a:ext uri="{FF2B5EF4-FFF2-40B4-BE49-F238E27FC236}">
                <a16:creationId xmlns:a16="http://schemas.microsoft.com/office/drawing/2014/main" id="{EDA89D8C-ACAB-70F7-D9AC-34F7844337CC}"/>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Hooks</a:t>
            </a:r>
            <a:r>
              <a:rPr lang="fr-FR" sz="2400" b="1" dirty="0">
                <a:solidFill>
                  <a:schemeClr val="accent1">
                    <a:lumMod val="75000"/>
                  </a:schemeClr>
                </a:solidFill>
              </a:rPr>
              <a:t> avancés et contexte: </a:t>
            </a:r>
            <a:r>
              <a:rPr lang="fr-FR" sz="2400" b="1" dirty="0" err="1">
                <a:solidFill>
                  <a:schemeClr val="accent1">
                    <a:lumMod val="75000"/>
                  </a:schemeClr>
                </a:solidFill>
              </a:rPr>
              <a:t>useState</a:t>
            </a:r>
            <a:endParaRPr lang="fr-FR" sz="2400" b="1" dirty="0">
              <a:solidFill>
                <a:schemeClr val="accent1">
                  <a:lumMod val="75000"/>
                </a:schemeClr>
              </a:solidFill>
            </a:endParaRPr>
          </a:p>
        </p:txBody>
      </p:sp>
    </p:spTree>
    <p:extLst>
      <p:ext uri="{BB962C8B-B14F-4D97-AF65-F5344CB8AC3E}">
        <p14:creationId xmlns:p14="http://schemas.microsoft.com/office/powerpoint/2010/main" val="48603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10" name="Image 9" descr="Une image contenant texte, capture d’écran, logiciel, Logiciel multimédia&#10;&#10;Description générée automatiquement">
            <a:extLst>
              <a:ext uri="{FF2B5EF4-FFF2-40B4-BE49-F238E27FC236}">
                <a16:creationId xmlns:a16="http://schemas.microsoft.com/office/drawing/2014/main" id="{6BFAF2EC-D09F-0507-9257-40EC20B07A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9142" y="2455010"/>
            <a:ext cx="3921358" cy="3647401"/>
          </a:xfrm>
          <a:prstGeom prst="rect">
            <a:avLst/>
          </a:prstGeom>
        </p:spPr>
      </p:pic>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3"/>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Hooks</a:t>
            </a:r>
            <a:r>
              <a:rPr lang="fr-FR" sz="2400" b="1" dirty="0">
                <a:solidFill>
                  <a:schemeClr val="accent1">
                    <a:lumMod val="75000"/>
                  </a:schemeClr>
                </a:solidFill>
              </a:rPr>
              <a:t> avancés et contexte: </a:t>
            </a:r>
            <a:r>
              <a:rPr lang="fr-FR" sz="2400" b="1" dirty="0" err="1">
                <a:solidFill>
                  <a:schemeClr val="accent1">
                    <a:lumMod val="75000"/>
                  </a:schemeClr>
                </a:solidFill>
              </a:rPr>
              <a:t>useEffect</a:t>
            </a:r>
            <a:endParaRPr lang="fr-FR" sz="2400" b="1" dirty="0">
              <a:solidFill>
                <a:schemeClr val="accent1">
                  <a:lumMod val="75000"/>
                </a:schemeClr>
              </a:solidFill>
            </a:endParaRP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8347232" cy="2215991"/>
          </a:xfrm>
          <a:prstGeom prst="rect">
            <a:avLst/>
          </a:prstGeom>
          <a:noFill/>
        </p:spPr>
        <p:txBody>
          <a:bodyPr wrap="square">
            <a:spAutoFit/>
          </a:bodyPr>
          <a:lstStyle/>
          <a:p>
            <a:pPr marL="0" lvl="1" algn="just" rtl="0">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Hook </a:t>
            </a:r>
            <a:r>
              <a:rPr lang="fr-FR" sz="1800" b="1" dirty="0" err="1">
                <a:solidFill>
                  <a:schemeClr val="accent1">
                    <a:lumMod val="75000"/>
                  </a:schemeClr>
                </a:solidFill>
                <a:latin typeface="+mn-lt"/>
                <a:ea typeface="+mj-ea"/>
                <a:cs typeface="+mj-cs"/>
              </a:rPr>
              <a:t>useEffect</a:t>
            </a:r>
            <a:endParaRPr lang="fr-FR" sz="1800" b="1" dirty="0">
              <a:solidFill>
                <a:schemeClr val="accent1">
                  <a:lumMod val="75000"/>
                </a:schemeClr>
              </a:solidFill>
              <a:latin typeface="+mn-lt"/>
              <a:ea typeface="+mj-ea"/>
              <a:cs typeface="+mj-cs"/>
            </a:endParaRPr>
          </a:p>
          <a:p>
            <a:pPr marL="285750" indent="-285750" algn="just">
              <a:buFont typeface="Wingdings" panose="05000000000000000000" pitchFamily="2" charset="2"/>
              <a:buChar char="§"/>
            </a:pPr>
            <a:r>
              <a:rPr lang="fr-FR" altLang="fr-FR" sz="1400" b="1" dirty="0">
                <a:latin typeface="+mn-lt"/>
              </a:rPr>
              <a:t>Définition</a:t>
            </a:r>
            <a:r>
              <a:rPr lang="fr-FR" altLang="fr-FR" sz="1400" dirty="0">
                <a:latin typeface="+mn-lt"/>
              </a:rPr>
              <a:t> : </a:t>
            </a:r>
            <a:r>
              <a:rPr kumimoji="0" lang="fr-FR" altLang="fr-FR" sz="1400" i="0" u="none" strike="noStrike" cap="none" normalizeH="0" baseline="0" dirty="0">
                <a:ln>
                  <a:noFill/>
                </a:ln>
                <a:solidFill>
                  <a:schemeClr val="tx1"/>
                </a:solidFill>
                <a:effectLst/>
                <a:latin typeface="+mn-lt"/>
              </a:rPr>
              <a:t>Le </a:t>
            </a:r>
            <a:r>
              <a:rPr kumimoji="0" lang="fr-FR" altLang="fr-FR" sz="1400" i="0" u="none" strike="noStrike" cap="none" normalizeH="0" baseline="0" dirty="0" err="1">
                <a:ln>
                  <a:noFill/>
                </a:ln>
                <a:solidFill>
                  <a:schemeClr val="tx1"/>
                </a:solidFill>
                <a:effectLst/>
                <a:latin typeface="+mn-lt"/>
              </a:rPr>
              <a:t>hook</a:t>
            </a:r>
            <a:r>
              <a:rPr kumimoji="0" lang="fr-FR" altLang="fr-FR" sz="1400" i="0" u="none" strike="noStrike" cap="none" normalizeH="0" baseline="0" dirty="0">
                <a:ln>
                  <a:noFill/>
                </a:ln>
                <a:solidFill>
                  <a:schemeClr val="tx1"/>
                </a:solidFill>
                <a:effectLst/>
                <a:latin typeface="+mn-lt"/>
              </a:rPr>
              <a:t> </a:t>
            </a:r>
            <a:r>
              <a:rPr kumimoji="0" lang="fr-FR" altLang="fr-FR" sz="1400" b="1" i="0" u="none" strike="noStrike" cap="none" normalizeH="0" baseline="0" dirty="0" err="1">
                <a:ln>
                  <a:noFill/>
                </a:ln>
                <a:solidFill>
                  <a:schemeClr val="tx1"/>
                </a:solidFill>
                <a:effectLst/>
                <a:latin typeface="+mn-lt"/>
              </a:rPr>
              <a:t>useEffect</a:t>
            </a:r>
            <a:r>
              <a:rPr kumimoji="0" lang="fr-FR" altLang="fr-FR" sz="1400" i="0" u="none" strike="noStrike" cap="none" normalizeH="0" baseline="0" dirty="0">
                <a:ln>
                  <a:noFill/>
                </a:ln>
                <a:solidFill>
                  <a:schemeClr val="tx1"/>
                </a:solidFill>
                <a:effectLst/>
                <a:latin typeface="+mn-lt"/>
              </a:rPr>
              <a:t> permet de gérer les </a:t>
            </a:r>
            <a:r>
              <a:rPr kumimoji="0" lang="fr-FR" altLang="fr-FR" sz="1400" i="1" u="none" strike="noStrike" cap="none" normalizeH="0" baseline="0" dirty="0">
                <a:ln>
                  <a:noFill/>
                </a:ln>
                <a:solidFill>
                  <a:schemeClr val="tx1"/>
                </a:solidFill>
                <a:effectLst/>
                <a:latin typeface="+mn-lt"/>
              </a:rPr>
              <a:t>effets de bord</a:t>
            </a:r>
            <a:r>
              <a:rPr kumimoji="0" lang="fr-FR" altLang="fr-FR" sz="1400" i="0" u="none" strike="noStrike" cap="none" normalizeH="0" baseline="0" dirty="0">
                <a:ln>
                  <a:noFill/>
                </a:ln>
                <a:solidFill>
                  <a:schemeClr val="tx1"/>
                </a:solidFill>
                <a:effectLst/>
                <a:latin typeface="+mn-lt"/>
              </a:rPr>
              <a:t> dans un composant </a:t>
            </a:r>
            <a:r>
              <a:rPr kumimoji="0" lang="fr-FR" altLang="fr-FR" sz="1400" b="1" i="0" u="none" strike="noStrike" cap="none" normalizeH="0" baseline="0" dirty="0">
                <a:ln>
                  <a:noFill/>
                </a:ln>
                <a:solidFill>
                  <a:schemeClr val="tx1"/>
                </a:solidFill>
                <a:effectLst/>
                <a:latin typeface="+mn-lt"/>
              </a:rPr>
              <a:t>fonctionnel </a:t>
            </a:r>
            <a:r>
              <a:rPr kumimoji="0" lang="fr-FR" altLang="fr-FR" sz="1400" i="0" u="none" strike="noStrike" cap="none" normalizeH="0" baseline="0" dirty="0">
                <a:ln>
                  <a:noFill/>
                </a:ln>
                <a:solidFill>
                  <a:schemeClr val="tx1"/>
                </a:solidFill>
                <a:effectLst/>
                <a:latin typeface="+mn-lt"/>
              </a:rPr>
              <a:t>: il permet d’exécuter du code après le rendu (</a:t>
            </a:r>
            <a:r>
              <a:rPr kumimoji="0" lang="fr-FR" altLang="fr-FR" sz="1400" i="0" u="none" strike="noStrike" cap="none" normalizeH="0" baseline="0" dirty="0" err="1">
                <a:ln>
                  <a:noFill/>
                </a:ln>
                <a:solidFill>
                  <a:schemeClr val="tx1"/>
                </a:solidFill>
                <a:effectLst/>
                <a:latin typeface="+mn-lt"/>
              </a:rPr>
              <a:t>fetch</a:t>
            </a:r>
            <a:r>
              <a:rPr kumimoji="0" lang="fr-FR" altLang="fr-FR" sz="1400" i="0" u="none" strike="noStrike" cap="none" normalizeH="0" baseline="0" dirty="0">
                <a:ln>
                  <a:noFill/>
                </a:ln>
                <a:solidFill>
                  <a:schemeClr val="tx1"/>
                </a:solidFill>
                <a:effectLst/>
                <a:latin typeface="+mn-lt"/>
              </a:rPr>
              <a:t> API, </a:t>
            </a:r>
            <a:r>
              <a:rPr kumimoji="0" lang="fr-FR" altLang="fr-FR" sz="1400" i="0" u="none" strike="noStrike" cap="none" normalizeH="0" baseline="0" dirty="0" err="1">
                <a:ln>
                  <a:noFill/>
                </a:ln>
                <a:solidFill>
                  <a:schemeClr val="tx1"/>
                </a:solidFill>
                <a:effectLst/>
                <a:latin typeface="+mn-lt"/>
              </a:rPr>
              <a:t>timers</a:t>
            </a:r>
            <a:r>
              <a:rPr kumimoji="0" lang="fr-FR" altLang="fr-FR" sz="1400" i="0" u="none" strike="noStrike" cap="none" normalizeH="0" baseline="0" dirty="0">
                <a:ln>
                  <a:noFill/>
                </a:ln>
                <a:solidFill>
                  <a:schemeClr val="tx1"/>
                </a:solidFill>
                <a:effectLst/>
                <a:latin typeface="+mn-lt"/>
              </a:rPr>
              <a:t>, abonnements, manipulation du DOM, etc.). Il remplace les méthodes de cycle de vie des composants de classe comme </a:t>
            </a:r>
            <a:r>
              <a:rPr kumimoji="0" lang="fr-FR" altLang="fr-FR" sz="1400" b="1" i="0" u="none" strike="noStrike" cap="none" normalizeH="0" baseline="0" dirty="0" err="1">
                <a:ln>
                  <a:noFill/>
                </a:ln>
                <a:solidFill>
                  <a:schemeClr val="tx1"/>
                </a:solidFill>
                <a:effectLst/>
                <a:latin typeface="+mn-lt"/>
              </a:rPr>
              <a:t>componentDidMount</a:t>
            </a:r>
            <a:r>
              <a:rPr kumimoji="0" lang="fr-FR" altLang="fr-FR" sz="1400" i="0" u="none" strike="noStrike" cap="none" normalizeH="0" baseline="0" dirty="0">
                <a:ln>
                  <a:noFill/>
                </a:ln>
                <a:solidFill>
                  <a:schemeClr val="tx1"/>
                </a:solidFill>
                <a:effectLst/>
                <a:latin typeface="+mn-lt"/>
              </a:rPr>
              <a:t>, </a:t>
            </a:r>
            <a:r>
              <a:rPr kumimoji="0" lang="fr-FR" altLang="fr-FR" sz="1400" b="1" i="0" u="none" strike="noStrike" cap="none" normalizeH="0" baseline="0" dirty="0" err="1">
                <a:ln>
                  <a:noFill/>
                </a:ln>
                <a:solidFill>
                  <a:schemeClr val="tx1"/>
                </a:solidFill>
                <a:effectLst/>
                <a:latin typeface="+mn-lt"/>
              </a:rPr>
              <a:t>componentDidUpdate</a:t>
            </a:r>
            <a:r>
              <a:rPr kumimoji="0" lang="fr-FR" altLang="fr-FR" sz="1400" i="0" u="none" strike="noStrike" cap="none" normalizeH="0" baseline="0" dirty="0">
                <a:ln>
                  <a:noFill/>
                </a:ln>
                <a:solidFill>
                  <a:schemeClr val="tx1"/>
                </a:solidFill>
                <a:effectLst/>
                <a:latin typeface="+mn-lt"/>
              </a:rPr>
              <a:t> et </a:t>
            </a:r>
            <a:r>
              <a:rPr kumimoji="0" lang="fr-FR" altLang="fr-FR" sz="1400" b="1" i="0" u="none" strike="noStrike" cap="none" normalizeH="0" baseline="0" dirty="0" err="1">
                <a:ln>
                  <a:noFill/>
                </a:ln>
                <a:solidFill>
                  <a:schemeClr val="tx1"/>
                </a:solidFill>
                <a:effectLst/>
                <a:latin typeface="+mn-lt"/>
              </a:rPr>
              <a:t>componentWillUnmount</a:t>
            </a:r>
            <a:r>
              <a:rPr kumimoji="0" lang="fr-FR" altLang="fr-FR" sz="1400" b="0" i="0" u="none" strike="noStrike" cap="none" normalizeH="0" baseline="0" dirty="0">
                <a:ln>
                  <a:noFill/>
                </a:ln>
                <a:solidFill>
                  <a:schemeClr val="tx1"/>
                </a:solidFill>
                <a:effectLst/>
                <a:latin typeface="+mn-lt"/>
              </a:rPr>
              <a:t>. </a:t>
            </a:r>
          </a:p>
          <a:p>
            <a:pPr marL="285750" indent="-285750" algn="just">
              <a:buFont typeface="Wingdings" panose="05000000000000000000" pitchFamily="2" charset="2"/>
              <a:buChar char="§"/>
            </a:pPr>
            <a:r>
              <a:rPr lang="fr-FR" altLang="fr-FR" sz="1400" dirty="0" err="1">
                <a:latin typeface="+mn-lt"/>
              </a:rPr>
              <a:t>useEffect</a:t>
            </a:r>
            <a:r>
              <a:rPr lang="fr-FR" altLang="fr-FR" sz="1400" dirty="0">
                <a:latin typeface="+mn-lt"/>
              </a:rPr>
              <a:t> est </a:t>
            </a:r>
            <a:r>
              <a:rPr lang="fr-FR" altLang="fr-FR" sz="1400" b="1" dirty="0">
                <a:latin typeface="+mn-lt"/>
              </a:rPr>
              <a:t>indispensable pour synchroniser un composant avec des systèmes externes</a:t>
            </a:r>
            <a:r>
              <a:rPr lang="fr-FR" altLang="fr-FR" sz="1400" dirty="0">
                <a:latin typeface="+mn-lt"/>
              </a:rPr>
              <a:t> (API, DOM, </a:t>
            </a:r>
            <a:r>
              <a:rPr lang="fr-FR" altLang="fr-FR" sz="1400" dirty="0" err="1">
                <a:latin typeface="+mn-lt"/>
              </a:rPr>
              <a:t>timers</a:t>
            </a:r>
            <a:r>
              <a:rPr lang="fr-FR" altLang="fr-FR" sz="1400" dirty="0">
                <a:latin typeface="+mn-lt"/>
              </a:rPr>
              <a:t>). </a:t>
            </a:r>
          </a:p>
          <a:p>
            <a:pPr algn="just"/>
            <a:endParaRPr lang="fr-FR" altLang="fr-FR" sz="1800" b="1" dirty="0">
              <a:solidFill>
                <a:schemeClr val="accent1">
                  <a:lumMod val="75000"/>
                </a:schemeClr>
              </a:solidFill>
              <a:latin typeface="+mn-lt"/>
              <a:ea typeface="+mj-ea"/>
              <a:cs typeface="+mj-cs"/>
            </a:endParaRPr>
          </a:p>
          <a:p>
            <a:pPr algn="just"/>
            <a:r>
              <a:rPr lang="fr-FR" altLang="fr-FR" sz="1800" b="1" dirty="0">
                <a:solidFill>
                  <a:schemeClr val="accent1">
                    <a:lumMod val="75000"/>
                  </a:schemeClr>
                </a:solidFill>
                <a:latin typeface="+mn-lt"/>
                <a:ea typeface="+mj-ea"/>
                <a:cs typeface="+mj-cs"/>
              </a:rPr>
              <a:t>Les étapes</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8" name="Rectangle 2">
            <a:extLst>
              <a:ext uri="{FF2B5EF4-FFF2-40B4-BE49-F238E27FC236}">
                <a16:creationId xmlns:a16="http://schemas.microsoft.com/office/drawing/2014/main" id="{6D5B6D71-6F5E-28D2-3B6D-6E84B953A567}"/>
              </a:ext>
            </a:extLst>
          </p:cNvPr>
          <p:cNvSpPr>
            <a:spLocks noChangeArrowheads="1"/>
          </p:cNvSpPr>
          <p:nvPr/>
        </p:nvSpPr>
        <p:spPr bwMode="auto">
          <a:xfrm>
            <a:off x="348186" y="3905867"/>
            <a:ext cx="3761801" cy="163121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b="1" i="0" u="none" strike="noStrike" cap="none" normalizeH="0" baseline="0" dirty="0">
                <a:ln>
                  <a:noFill/>
                </a:ln>
                <a:solidFill>
                  <a:schemeClr val="tx1"/>
                </a:solidFill>
                <a:effectLst/>
                <a:latin typeface="+mn-lt"/>
              </a:rPr>
              <a:t>Développer la fonction </a:t>
            </a:r>
            <a:r>
              <a:rPr kumimoji="0" lang="fr-FR" altLang="fr-FR" b="1" i="0" u="none" strike="noStrike" cap="none" normalizeH="0" baseline="0" dirty="0" err="1">
                <a:ln>
                  <a:noFill/>
                </a:ln>
                <a:solidFill>
                  <a:schemeClr val="tx1"/>
                </a:solidFill>
                <a:effectLst/>
                <a:latin typeface="+mn-lt"/>
              </a:rPr>
              <a:t>useEffect</a:t>
            </a:r>
            <a:r>
              <a:rPr kumimoji="0" lang="fr-FR" altLang="fr-FR" b="1" i="0" u="none" strike="noStrike" cap="none" normalizeH="0" baseline="0" dirty="0">
                <a:ln>
                  <a:noFill/>
                </a:ln>
                <a:solidFill>
                  <a:schemeClr val="tx1"/>
                </a:solidFill>
                <a:effectLst/>
                <a:latin typeface="+mn-lt"/>
              </a:rPr>
              <a:t>:</a:t>
            </a:r>
          </a:p>
          <a:p>
            <a:pPr marL="285750" lvl="0" indent="-285750" algn="l">
              <a:buFont typeface="Courier New" panose="02070309020205020404" pitchFamily="49" charset="0"/>
              <a:buChar char="o"/>
            </a:pPr>
            <a:r>
              <a:rPr lang="fr-FR" altLang="fr-FR" sz="1400" b="1" dirty="0">
                <a:latin typeface="+mn-lt"/>
              </a:rPr>
              <a:t>Premier argument</a:t>
            </a:r>
            <a:r>
              <a:rPr lang="fr-FR" altLang="fr-FR" sz="1400" dirty="0">
                <a:latin typeface="+mn-lt"/>
              </a:rPr>
              <a:t> : une fonction qui contient le code de l’effet </a:t>
            </a:r>
            <a:r>
              <a:rPr lang="fr-FR" altLang="fr-FR" sz="1400" b="1" dirty="0">
                <a:solidFill>
                  <a:srgbClr val="C00000"/>
                </a:solidFill>
                <a:latin typeface="+mn-lt"/>
              </a:rPr>
              <a:t>console.log(« le composant a été rendu! )</a:t>
            </a:r>
            <a:r>
              <a:rPr lang="fr-FR" altLang="fr-FR" sz="1400" dirty="0">
                <a:latin typeface="+mn-lt"/>
              </a:rPr>
              <a:t>.</a:t>
            </a:r>
          </a:p>
          <a:p>
            <a:pPr marL="285750" lvl="0" indent="-285750" algn="l">
              <a:buFont typeface="Courier New" panose="02070309020205020404" pitchFamily="49" charset="0"/>
              <a:buChar char="o"/>
            </a:pPr>
            <a:r>
              <a:rPr lang="fr-FR" altLang="fr-FR" sz="1400" b="1" dirty="0">
                <a:latin typeface="+mn-lt"/>
              </a:rPr>
              <a:t>Deuxième argument (optionnel)</a:t>
            </a:r>
            <a:r>
              <a:rPr lang="fr-FR" altLang="fr-FR" sz="1400" dirty="0">
                <a:latin typeface="+mn-lt"/>
              </a:rPr>
              <a:t> : tableau de dépendances </a:t>
            </a:r>
            <a:r>
              <a:rPr lang="fr-FR" altLang="fr-FR" sz="1400" b="1" dirty="0">
                <a:solidFill>
                  <a:srgbClr val="C00000"/>
                </a:solidFill>
                <a:latin typeface="+mn-lt"/>
              </a:rPr>
              <a:t>[count] </a:t>
            </a:r>
            <a:r>
              <a:rPr lang="fr-FR" altLang="fr-FR" sz="1400" dirty="0">
                <a:latin typeface="+mn-lt"/>
              </a:rPr>
              <a:t>→ exécution à chaque changement de ces variables count.</a:t>
            </a:r>
          </a:p>
        </p:txBody>
      </p:sp>
      <p:sp>
        <p:nvSpPr>
          <p:cNvPr id="11" name="Rectangle 3">
            <a:extLst>
              <a:ext uri="{FF2B5EF4-FFF2-40B4-BE49-F238E27FC236}">
                <a16:creationId xmlns:a16="http://schemas.microsoft.com/office/drawing/2014/main" id="{4F5E7169-B2EA-D85D-9B9C-E9282D6BD2DB}"/>
              </a:ext>
            </a:extLst>
          </p:cNvPr>
          <p:cNvSpPr>
            <a:spLocks noChangeArrowheads="1"/>
          </p:cNvSpPr>
          <p:nvPr/>
        </p:nvSpPr>
        <p:spPr bwMode="auto">
          <a:xfrm>
            <a:off x="328936" y="3236822"/>
            <a:ext cx="3761801"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fr-FR" altLang="fr-FR" b="1" i="0" u="none" strike="noStrike" cap="none" normalizeH="0" baseline="0" dirty="0">
                <a:ln>
                  <a:noFill/>
                </a:ln>
                <a:solidFill>
                  <a:schemeClr val="tx1"/>
                </a:solidFill>
                <a:effectLst/>
                <a:latin typeface="+mn-lt"/>
              </a:rPr>
              <a:t>Toujours appeler </a:t>
            </a:r>
            <a:r>
              <a:rPr kumimoji="0" lang="fr-FR" altLang="fr-FR" b="0" i="0" u="none" strike="noStrike" cap="none" normalizeH="0" baseline="0" dirty="0" err="1">
                <a:ln>
                  <a:noFill/>
                </a:ln>
                <a:solidFill>
                  <a:schemeClr val="tx1"/>
                </a:solidFill>
                <a:effectLst/>
                <a:latin typeface="+mn-lt"/>
              </a:rPr>
              <a:t>useEffect</a:t>
            </a:r>
            <a:r>
              <a:rPr kumimoji="0" lang="fr-FR" altLang="fr-FR" b="1" i="0" u="none" strike="noStrike" cap="none" normalizeH="0" baseline="0" dirty="0">
                <a:ln>
                  <a:noFill/>
                </a:ln>
                <a:solidFill>
                  <a:schemeClr val="tx1"/>
                </a:solidFill>
                <a:effectLst/>
                <a:latin typeface="+mn-lt"/>
              </a:rPr>
              <a:t> en haut du composant</a:t>
            </a:r>
            <a:r>
              <a:rPr kumimoji="0" lang="fr-FR" altLang="fr-FR" b="0" i="0" u="none" strike="noStrike" cap="none" normalizeH="0" baseline="0" dirty="0">
                <a:ln>
                  <a:noFill/>
                </a:ln>
                <a:solidFill>
                  <a:schemeClr val="tx1"/>
                </a:solidFill>
                <a:effectLst/>
                <a:latin typeface="+mn-lt"/>
              </a:rPr>
              <a:t> </a:t>
            </a:r>
          </a:p>
        </p:txBody>
      </p:sp>
      <p:cxnSp>
        <p:nvCxnSpPr>
          <p:cNvPr id="13" name="Connecteur : en angle 12">
            <a:extLst>
              <a:ext uri="{FF2B5EF4-FFF2-40B4-BE49-F238E27FC236}">
                <a16:creationId xmlns:a16="http://schemas.microsoft.com/office/drawing/2014/main" id="{69B5717B-8E20-003F-8B39-A1BFC5902FF9}"/>
              </a:ext>
            </a:extLst>
          </p:cNvPr>
          <p:cNvCxnSpPr>
            <a:cxnSpLocks/>
            <a:stCxn id="11" idx="3"/>
          </p:cNvCxnSpPr>
          <p:nvPr/>
        </p:nvCxnSpPr>
        <p:spPr>
          <a:xfrm flipV="1">
            <a:off x="4090737" y="2723949"/>
            <a:ext cx="1068405" cy="805261"/>
          </a:xfrm>
          <a:prstGeom prst="bentConnector3">
            <a:avLst>
              <a:gd name="adj1" fmla="val 50000"/>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 en angle 15">
            <a:extLst>
              <a:ext uri="{FF2B5EF4-FFF2-40B4-BE49-F238E27FC236}">
                <a16:creationId xmlns:a16="http://schemas.microsoft.com/office/drawing/2014/main" id="{CC49B6E9-84B0-C28F-DF61-2D7930E47C82}"/>
              </a:ext>
            </a:extLst>
          </p:cNvPr>
          <p:cNvCxnSpPr>
            <a:cxnSpLocks/>
            <a:stCxn id="8" idx="3"/>
          </p:cNvCxnSpPr>
          <p:nvPr/>
        </p:nvCxnSpPr>
        <p:spPr>
          <a:xfrm flipV="1">
            <a:off x="4109987" y="3769862"/>
            <a:ext cx="1203158" cy="951613"/>
          </a:xfrm>
          <a:prstGeom prst="bentConnector3">
            <a:avLst>
              <a:gd name="adj1" fmla="val 50000"/>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585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Hooks</a:t>
            </a:r>
            <a:r>
              <a:rPr lang="fr-FR" sz="2400" b="1" dirty="0">
                <a:solidFill>
                  <a:schemeClr val="accent1">
                    <a:lumMod val="75000"/>
                  </a:schemeClr>
                </a:solidFill>
              </a:rPr>
              <a:t> avancés et contexte: </a:t>
            </a:r>
            <a:r>
              <a:rPr lang="fr-FR" sz="2400" b="1" dirty="0" err="1">
                <a:solidFill>
                  <a:schemeClr val="accent1">
                    <a:lumMod val="75000"/>
                  </a:schemeClr>
                </a:solidFill>
              </a:rPr>
              <a:t>useEffect</a:t>
            </a:r>
            <a:endParaRPr lang="fr-FR" sz="2400" b="1" dirty="0">
              <a:solidFill>
                <a:schemeClr val="accent1">
                  <a:lumMod val="75000"/>
                </a:schemeClr>
              </a:solidFill>
            </a:endParaRPr>
          </a:p>
        </p:txBody>
      </p:sp>
      <p:sp>
        <p:nvSpPr>
          <p:cNvPr id="3" name="ZoneTexte 2">
            <a:extLst>
              <a:ext uri="{FF2B5EF4-FFF2-40B4-BE49-F238E27FC236}">
                <a16:creationId xmlns:a16="http://schemas.microsoft.com/office/drawing/2014/main" id="{2EEA8666-434E-2BD8-F271-69E7B07AB926}"/>
              </a:ext>
            </a:extLst>
          </p:cNvPr>
          <p:cNvSpPr txBox="1"/>
          <p:nvPr/>
        </p:nvSpPr>
        <p:spPr>
          <a:xfrm>
            <a:off x="597348" y="971300"/>
            <a:ext cx="8347232" cy="723275"/>
          </a:xfrm>
          <a:prstGeom prst="rect">
            <a:avLst/>
          </a:prstGeom>
          <a:noFill/>
        </p:spPr>
        <p:txBody>
          <a:bodyPr wrap="square">
            <a:spAutoFit/>
          </a:bodyPr>
          <a:lstStyle/>
          <a:p>
            <a:pPr marL="0" lvl="1" algn="just" rtl="0">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Les comportements du Hook </a:t>
            </a:r>
            <a:r>
              <a:rPr lang="fr-FR" sz="1800" b="1" dirty="0" err="1">
                <a:solidFill>
                  <a:schemeClr val="accent1">
                    <a:lumMod val="75000"/>
                  </a:schemeClr>
                </a:solidFill>
                <a:latin typeface="+mn-lt"/>
                <a:ea typeface="+mj-ea"/>
                <a:cs typeface="+mj-cs"/>
              </a:rPr>
              <a:t>useEffect</a:t>
            </a:r>
            <a:r>
              <a:rPr lang="fr-FR" sz="1800" b="1" dirty="0">
                <a:solidFill>
                  <a:schemeClr val="accent1">
                    <a:lumMod val="75000"/>
                  </a:schemeClr>
                </a:solidFill>
                <a:latin typeface="+mn-lt"/>
                <a:ea typeface="+mj-ea"/>
                <a:cs typeface="+mj-cs"/>
              </a:rPr>
              <a:t> selon le deuxième argument</a:t>
            </a:r>
          </a:p>
          <a:p>
            <a:pPr marL="0" lvl="1" algn="l" rtl="0">
              <a:spcBef>
                <a:spcPts val="605"/>
              </a:spcBef>
              <a:spcAft>
                <a:spcPts val="0"/>
              </a:spcAft>
              <a:buClr>
                <a:srgbClr val="1F3863"/>
              </a:buClr>
              <a:buSzPts val="1200"/>
              <a:tabLst>
                <a:tab pos="539115" algn="l"/>
              </a:tabLst>
            </a:pPr>
            <a:r>
              <a:rPr lang="fr-FR" sz="1800" b="1" dirty="0">
                <a:solidFill>
                  <a:schemeClr val="accent1">
                    <a:lumMod val="75000"/>
                  </a:schemeClr>
                </a:solidFill>
                <a:latin typeface="+mn-lt"/>
                <a:ea typeface="+mj-ea"/>
                <a:cs typeface="+mj-cs"/>
              </a:rPr>
              <a:t>  </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2" name="Image 1">
            <a:extLst>
              <a:ext uri="{FF2B5EF4-FFF2-40B4-BE49-F238E27FC236}">
                <a16:creationId xmlns:a16="http://schemas.microsoft.com/office/drawing/2014/main" id="{23966B24-88CD-4BA9-D688-E85C3083B1A0}"/>
              </a:ext>
            </a:extLst>
          </p:cNvPr>
          <p:cNvPicPr>
            <a:picLocks/>
          </p:cNvPicPr>
          <p:nvPr/>
        </p:nvPicPr>
        <p:blipFill>
          <a:blip r:embed="rId3" cstate="print"/>
          <a:stretch>
            <a:fillRect/>
          </a:stretch>
        </p:blipFill>
        <p:spPr>
          <a:xfrm>
            <a:off x="309923" y="3431620"/>
            <a:ext cx="8491436" cy="2911417"/>
          </a:xfrm>
          <a:prstGeom prst="rect">
            <a:avLst/>
          </a:prstGeom>
          <a:ln>
            <a:solidFill>
              <a:schemeClr val="tx1"/>
            </a:solidFill>
          </a:ln>
        </p:spPr>
      </p:pic>
      <p:sp>
        <p:nvSpPr>
          <p:cNvPr id="10" name="ZoneTexte 9">
            <a:extLst>
              <a:ext uri="{FF2B5EF4-FFF2-40B4-BE49-F238E27FC236}">
                <a16:creationId xmlns:a16="http://schemas.microsoft.com/office/drawing/2014/main" id="{A1B5BE76-B2FA-7AD3-493E-53EDBBD6560E}"/>
              </a:ext>
            </a:extLst>
          </p:cNvPr>
          <p:cNvSpPr txBox="1"/>
          <p:nvPr/>
        </p:nvSpPr>
        <p:spPr>
          <a:xfrm>
            <a:off x="1974621" y="1364782"/>
            <a:ext cx="4583016" cy="338554"/>
          </a:xfrm>
          <a:prstGeom prst="rect">
            <a:avLst/>
          </a:prstGeom>
          <a:solidFill>
            <a:schemeClr val="tx1"/>
          </a:solidFill>
          <a:ln>
            <a:solidFill>
              <a:schemeClr val="tx1"/>
            </a:solidFill>
          </a:ln>
        </p:spPr>
        <p:txBody>
          <a:bodyPr wrap="square">
            <a:spAutoFit/>
          </a:bodyPr>
          <a:lstStyle/>
          <a:p>
            <a:pPr marL="0" lvl="1" rtl="0">
              <a:spcBef>
                <a:spcPts val="605"/>
              </a:spcBef>
              <a:spcAft>
                <a:spcPts val="0"/>
              </a:spcAft>
              <a:buClr>
                <a:srgbClr val="1F3863"/>
              </a:buClr>
              <a:buSzPts val="1200"/>
              <a:tabLst>
                <a:tab pos="539115" algn="l"/>
              </a:tabLst>
            </a:pPr>
            <a:r>
              <a:rPr lang="fr-FR" sz="1600" b="1" dirty="0" err="1">
                <a:solidFill>
                  <a:schemeClr val="accent2">
                    <a:lumMod val="75000"/>
                  </a:schemeClr>
                </a:solidFill>
                <a:latin typeface="+mn-lt"/>
                <a:ea typeface="+mj-ea"/>
                <a:cs typeface="+mj-cs"/>
              </a:rPr>
              <a:t>useEffect</a:t>
            </a:r>
            <a:r>
              <a:rPr lang="fr-FR" sz="1600" b="1" dirty="0">
                <a:solidFill>
                  <a:schemeClr val="bg1"/>
                </a:solidFill>
                <a:latin typeface="+mn-lt"/>
                <a:ea typeface="+mj-ea"/>
                <a:cs typeface="+mj-cs"/>
              </a:rPr>
              <a:t>(() =&gt; {</a:t>
            </a:r>
            <a:r>
              <a:rPr lang="fr-FR" sz="1600" b="1" dirty="0">
                <a:solidFill>
                  <a:schemeClr val="accent1">
                    <a:lumMod val="75000"/>
                  </a:schemeClr>
                </a:solidFill>
                <a:latin typeface="+mn-lt"/>
                <a:ea typeface="+mj-ea"/>
                <a:cs typeface="+mj-cs"/>
              </a:rPr>
              <a:t> </a:t>
            </a:r>
            <a:r>
              <a:rPr lang="fr-FR" sz="1600" b="1" dirty="0">
                <a:solidFill>
                  <a:srgbClr val="FFC000"/>
                </a:solidFill>
                <a:latin typeface="+mn-lt"/>
                <a:ea typeface="+mj-ea"/>
                <a:cs typeface="+mj-cs"/>
              </a:rPr>
              <a:t>traitement</a:t>
            </a:r>
            <a:r>
              <a:rPr lang="fr-FR" sz="1600" b="1" dirty="0">
                <a:solidFill>
                  <a:schemeClr val="bg1"/>
                </a:solidFill>
                <a:latin typeface="+mn-lt"/>
                <a:ea typeface="+mj-ea"/>
                <a:cs typeface="+mj-cs"/>
              </a:rPr>
              <a:t>},</a:t>
            </a:r>
            <a:r>
              <a:rPr lang="fr-FR" sz="1600" b="1" dirty="0">
                <a:solidFill>
                  <a:schemeClr val="accent1">
                    <a:lumMod val="75000"/>
                  </a:schemeClr>
                </a:solidFill>
                <a:latin typeface="+mn-lt"/>
                <a:ea typeface="+mj-ea"/>
                <a:cs typeface="+mj-cs"/>
              </a:rPr>
              <a:t> </a:t>
            </a:r>
            <a:r>
              <a:rPr lang="fr-FR" sz="1600" b="1" dirty="0">
                <a:solidFill>
                  <a:schemeClr val="bg1"/>
                </a:solidFill>
                <a:latin typeface="+mn-lt"/>
                <a:ea typeface="+mj-ea"/>
                <a:cs typeface="+mj-cs"/>
              </a:rPr>
              <a:t>[</a:t>
            </a:r>
            <a:r>
              <a:rPr lang="fr-FR" sz="1400" b="1" dirty="0">
                <a:solidFill>
                  <a:schemeClr val="accent6">
                    <a:lumMod val="60000"/>
                    <a:lumOff val="40000"/>
                  </a:schemeClr>
                </a:solidFill>
                <a:latin typeface="+mn-lt"/>
                <a:ea typeface="+mj-ea"/>
                <a:cs typeface="+mj-cs"/>
              </a:rPr>
              <a:t>argument</a:t>
            </a:r>
            <a:r>
              <a:rPr lang="fr-FR" sz="1600" b="1" dirty="0">
                <a:solidFill>
                  <a:schemeClr val="bg1"/>
                </a:solidFill>
                <a:latin typeface="+mn-lt"/>
                <a:ea typeface="+mj-ea"/>
                <a:cs typeface="+mj-cs"/>
              </a:rPr>
              <a:t>]); //</a:t>
            </a:r>
            <a:endParaRPr lang="fr-FR" dirty="0">
              <a:solidFill>
                <a:schemeClr val="bg1"/>
              </a:solidFill>
            </a:endParaRPr>
          </a:p>
        </p:txBody>
      </p:sp>
      <p:sp>
        <p:nvSpPr>
          <p:cNvPr id="13" name="ZoneTexte 12">
            <a:extLst>
              <a:ext uri="{FF2B5EF4-FFF2-40B4-BE49-F238E27FC236}">
                <a16:creationId xmlns:a16="http://schemas.microsoft.com/office/drawing/2014/main" id="{DB8763B1-B455-AD0D-8520-914A2F1ED946}"/>
              </a:ext>
            </a:extLst>
          </p:cNvPr>
          <p:cNvSpPr txBox="1"/>
          <p:nvPr/>
        </p:nvSpPr>
        <p:spPr>
          <a:xfrm>
            <a:off x="88900" y="1817628"/>
            <a:ext cx="3453619" cy="584775"/>
          </a:xfrm>
          <a:prstGeom prst="rect">
            <a:avLst/>
          </a:prstGeom>
          <a:noFill/>
          <a:ln>
            <a:solidFill>
              <a:schemeClr val="tx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fr-FR" altLang="fr-FR" b="1" dirty="0">
                <a:solidFill>
                  <a:srgbClr val="FFC000"/>
                </a:solidFill>
                <a:latin typeface="+mn-lt"/>
                <a:ea typeface="+mj-ea"/>
                <a:cs typeface="+mj-cs"/>
              </a:rPr>
              <a:t>Premier argument </a:t>
            </a:r>
            <a:r>
              <a:rPr kumimoji="0" lang="fr-FR" altLang="fr-FR" sz="1600" b="0" i="0" u="none" strike="noStrike" cap="none" normalizeH="0" baseline="0" dirty="0">
                <a:ln>
                  <a:noFill/>
                </a:ln>
                <a:solidFill>
                  <a:schemeClr val="tx1"/>
                </a:solidFill>
                <a:effectLst/>
                <a:latin typeface="+mn-lt"/>
              </a:rPr>
              <a:t>: une fonction qui contient le code de l’effet.</a:t>
            </a:r>
          </a:p>
        </p:txBody>
      </p:sp>
      <p:sp>
        <p:nvSpPr>
          <p:cNvPr id="15" name="ZoneTexte 14">
            <a:extLst>
              <a:ext uri="{FF2B5EF4-FFF2-40B4-BE49-F238E27FC236}">
                <a16:creationId xmlns:a16="http://schemas.microsoft.com/office/drawing/2014/main" id="{645CE66A-58CA-653B-9978-264643407CB8}"/>
              </a:ext>
            </a:extLst>
          </p:cNvPr>
          <p:cNvSpPr txBox="1"/>
          <p:nvPr/>
        </p:nvSpPr>
        <p:spPr>
          <a:xfrm>
            <a:off x="4598237" y="1793314"/>
            <a:ext cx="4583016" cy="1446550"/>
          </a:xfrm>
          <a:prstGeom prst="rect">
            <a:avLst/>
          </a:prstGeom>
          <a:noFill/>
          <a:ln>
            <a:solidFill>
              <a:schemeClr val="tx1"/>
            </a:solidFill>
          </a:ln>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sz="1600" b="1" i="0" u="none" strike="noStrike" cap="none" normalizeH="0" baseline="0" dirty="0">
                <a:ln>
                  <a:noFill/>
                </a:ln>
                <a:solidFill>
                  <a:schemeClr val="accent6">
                    <a:lumMod val="60000"/>
                    <a:lumOff val="40000"/>
                  </a:schemeClr>
                </a:solidFill>
                <a:effectLst/>
                <a:latin typeface="+mn-lt"/>
              </a:rPr>
              <a:t>Deuxième argument (optionnel)</a:t>
            </a:r>
            <a:r>
              <a:rPr kumimoji="0" lang="fr-FR" altLang="fr-FR" sz="1600" b="0" i="0" u="none" strike="noStrike" cap="none" normalizeH="0" baseline="0" dirty="0">
                <a:ln>
                  <a:noFill/>
                </a:ln>
                <a:solidFill>
                  <a:schemeClr val="accent6">
                    <a:lumMod val="60000"/>
                    <a:lumOff val="40000"/>
                  </a:schemeClr>
                </a:solidFill>
                <a:effectLst/>
                <a:latin typeface="+mn-lt"/>
              </a:rPr>
              <a:t> </a:t>
            </a:r>
            <a:r>
              <a:rPr kumimoji="0" lang="fr-FR" altLang="fr-FR" sz="1600" b="0" i="0" u="none" strike="noStrike" cap="none" normalizeH="0" baseline="0" dirty="0">
                <a:ln>
                  <a:noFill/>
                </a:ln>
                <a:solidFill>
                  <a:schemeClr val="tx1"/>
                </a:solidFill>
                <a:effectLst/>
                <a:latin typeface="+mn-lt"/>
              </a:rPr>
              <a:t>: tableau de dépendances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0" i="0" u="none" strike="noStrike" cap="none" normalizeH="0" baseline="0" dirty="0">
                <a:ln>
                  <a:noFill/>
                </a:ln>
                <a:solidFill>
                  <a:schemeClr val="tx1"/>
                </a:solidFill>
                <a:effectLst/>
                <a:latin typeface="+mn-lt"/>
              </a:rPr>
              <a:t>Vide [] → exécution une seule fois après le premier rendu.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0" i="0" u="none" strike="noStrike" cap="none" normalizeH="0" baseline="0" dirty="0">
                <a:ln>
                  <a:noFill/>
                </a:ln>
                <a:solidFill>
                  <a:schemeClr val="tx1"/>
                </a:solidFill>
                <a:effectLst/>
                <a:latin typeface="+mn-lt"/>
              </a:rPr>
              <a:t>Avec des variables → exécution à chaque changement de ces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1400" b="0" i="0" u="none" strike="noStrike" cap="none" normalizeH="0" baseline="0" dirty="0">
                <a:ln>
                  <a:noFill/>
                </a:ln>
                <a:solidFill>
                  <a:schemeClr val="tx1"/>
                </a:solidFill>
                <a:effectLst/>
                <a:latin typeface="+mn-lt"/>
              </a:rPr>
              <a:t>Omission (sans argument) → exécution après chaque rendu</a:t>
            </a:r>
          </a:p>
        </p:txBody>
      </p:sp>
      <p:cxnSp>
        <p:nvCxnSpPr>
          <p:cNvPr id="22" name="Connecteur : en angle 21">
            <a:extLst>
              <a:ext uri="{FF2B5EF4-FFF2-40B4-BE49-F238E27FC236}">
                <a16:creationId xmlns:a16="http://schemas.microsoft.com/office/drawing/2014/main" id="{3007A42F-3B83-7A36-1257-C4B81FD26735}"/>
              </a:ext>
            </a:extLst>
          </p:cNvPr>
          <p:cNvCxnSpPr>
            <a:cxnSpLocks/>
            <a:stCxn id="10" idx="2"/>
            <a:endCxn id="13" idx="3"/>
          </p:cNvCxnSpPr>
          <p:nvPr/>
        </p:nvCxnSpPr>
        <p:spPr>
          <a:xfrm rot="5400000">
            <a:off x="3700984" y="1544871"/>
            <a:ext cx="406680" cy="723610"/>
          </a:xfrm>
          <a:prstGeom prst="bentConnector2">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necteur : en angle 24">
            <a:extLst>
              <a:ext uri="{FF2B5EF4-FFF2-40B4-BE49-F238E27FC236}">
                <a16:creationId xmlns:a16="http://schemas.microsoft.com/office/drawing/2014/main" id="{91E54B5F-9258-CDB7-1F85-EBDD0A020597}"/>
              </a:ext>
            </a:extLst>
          </p:cNvPr>
          <p:cNvCxnSpPr>
            <a:cxnSpLocks/>
          </p:cNvCxnSpPr>
          <p:nvPr/>
        </p:nvCxnSpPr>
        <p:spPr>
          <a:xfrm rot="16200000" flipH="1">
            <a:off x="5245566" y="1713708"/>
            <a:ext cx="284064" cy="131502"/>
          </a:xfrm>
          <a:prstGeom prst="bentConnector3">
            <a:avLst>
              <a:gd name="adj1" fmla="val 50000"/>
            </a:avLst>
          </a:prstGeom>
          <a:ln w="28575">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7507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Hooks</a:t>
            </a:r>
            <a:r>
              <a:rPr lang="fr-FR" sz="2400" b="1" dirty="0">
                <a:solidFill>
                  <a:schemeClr val="accent1">
                    <a:lumMod val="75000"/>
                  </a:schemeClr>
                </a:solidFill>
              </a:rPr>
              <a:t> avancés et contexte: </a:t>
            </a:r>
            <a:r>
              <a:rPr lang="fr-FR" sz="2400" b="1" dirty="0" err="1">
                <a:solidFill>
                  <a:schemeClr val="accent1">
                    <a:lumMod val="75000"/>
                  </a:schemeClr>
                </a:solidFill>
              </a:rPr>
              <a:t>useEffect</a:t>
            </a:r>
            <a:endParaRPr lang="fr-FR" sz="2400" b="1" dirty="0">
              <a:solidFill>
                <a:schemeClr val="accent1">
                  <a:lumMod val="75000"/>
                </a:schemeClr>
              </a:solidFill>
            </a:endParaRP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4992212" cy="1077218"/>
          </a:xfrm>
          <a:prstGeom prst="rect">
            <a:avLst/>
          </a:prstGeom>
          <a:noFill/>
          <a:ln>
            <a:solidFill>
              <a:schemeClr val="tx1"/>
            </a:solidFill>
          </a:ln>
        </p:spPr>
        <p:txBody>
          <a:bodyPr wrap="square">
            <a:spAutoFit/>
          </a:bodyPr>
          <a:lstStyle/>
          <a:p>
            <a:pPr marL="0" lvl="1" algn="l" rtl="0">
              <a:spcBef>
                <a:spcPts val="605"/>
              </a:spcBef>
              <a:spcAft>
                <a:spcPts val="0"/>
              </a:spcAft>
              <a:buClr>
                <a:srgbClr val="1F3863"/>
              </a:buClr>
              <a:buSzPts val="1200"/>
              <a:tabLst>
                <a:tab pos="539115" algn="l"/>
              </a:tabLst>
            </a:pPr>
            <a:r>
              <a:rPr lang="fr-FR" b="1" dirty="0">
                <a:solidFill>
                  <a:schemeClr val="accent1">
                    <a:lumMod val="75000"/>
                  </a:schemeClr>
                </a:solidFill>
                <a:latin typeface="+mn-lt"/>
                <a:ea typeface="+mj-ea"/>
                <a:cs typeface="+mj-cs"/>
              </a:rPr>
              <a:t>Hook </a:t>
            </a:r>
            <a:r>
              <a:rPr lang="fr-FR" b="1" dirty="0" err="1">
                <a:solidFill>
                  <a:schemeClr val="accent1">
                    <a:lumMod val="75000"/>
                  </a:schemeClr>
                </a:solidFill>
                <a:latin typeface="+mn-lt"/>
                <a:ea typeface="+mj-ea"/>
                <a:cs typeface="+mj-cs"/>
              </a:rPr>
              <a:t>useEffect</a:t>
            </a:r>
            <a:r>
              <a:rPr lang="fr-FR" b="1" dirty="0">
                <a:solidFill>
                  <a:schemeClr val="accent1">
                    <a:lumMod val="75000"/>
                  </a:schemeClr>
                </a:solidFill>
                <a:latin typeface="+mn-lt"/>
                <a:ea typeface="+mj-ea"/>
                <a:cs typeface="+mj-cs"/>
              </a:rPr>
              <a:t> : exemple</a:t>
            </a:r>
          </a:p>
          <a:p>
            <a:pPr algn="l"/>
            <a:r>
              <a:rPr lang="fr-FR" altLang="fr-FR" b="1" dirty="0">
                <a:latin typeface="+mn-lt"/>
              </a:rPr>
              <a:t>On veut développer un composant avec le nom, le prénom et l’âge, on </a:t>
            </a:r>
            <a:r>
              <a:rPr lang="fr-FR" dirty="0">
                <a:latin typeface="+mn-lt"/>
              </a:rPr>
              <a:t>souhaite que le titre de la page prenne les valeurs nom et le prénom Au chargement </a:t>
            </a:r>
            <a:endParaRPr lang="fr-FR" altLang="fr-FR" b="1" dirty="0">
              <a:solidFill>
                <a:schemeClr val="accent1">
                  <a:lumMod val="75000"/>
                </a:schemeClr>
              </a:solidFill>
              <a:latin typeface="+mn-lt"/>
              <a:ea typeface="+mj-ea"/>
              <a:cs typeface="+mj-cs"/>
            </a:endParaRP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7" name="Image 6">
            <a:extLst>
              <a:ext uri="{FF2B5EF4-FFF2-40B4-BE49-F238E27FC236}">
                <a16:creationId xmlns:a16="http://schemas.microsoft.com/office/drawing/2014/main" id="{E40855CA-8E7E-8539-82AC-C5C0277A063F}"/>
              </a:ext>
            </a:extLst>
          </p:cNvPr>
          <p:cNvPicPr>
            <a:picLocks noChangeAspect="1"/>
          </p:cNvPicPr>
          <p:nvPr/>
        </p:nvPicPr>
        <p:blipFill>
          <a:blip r:embed="rId3"/>
          <a:stretch>
            <a:fillRect/>
          </a:stretch>
        </p:blipFill>
        <p:spPr>
          <a:xfrm>
            <a:off x="5480050" y="867503"/>
            <a:ext cx="3600450" cy="1181014"/>
          </a:xfrm>
          <a:prstGeom prst="rect">
            <a:avLst/>
          </a:prstGeom>
          <a:ln>
            <a:solidFill>
              <a:schemeClr val="tx1"/>
            </a:solidFill>
          </a:ln>
        </p:spPr>
      </p:pic>
      <p:sp>
        <p:nvSpPr>
          <p:cNvPr id="12" name="Textbox 61">
            <a:extLst>
              <a:ext uri="{FF2B5EF4-FFF2-40B4-BE49-F238E27FC236}">
                <a16:creationId xmlns:a16="http://schemas.microsoft.com/office/drawing/2014/main" id="{2C3DD058-C09D-7E51-3A33-A0852B0E7127}"/>
              </a:ext>
            </a:extLst>
          </p:cNvPr>
          <p:cNvSpPr txBox="1">
            <a:spLocks/>
          </p:cNvSpPr>
          <p:nvPr/>
        </p:nvSpPr>
        <p:spPr>
          <a:xfrm>
            <a:off x="3646583" y="2119263"/>
            <a:ext cx="5466967" cy="4696843"/>
          </a:xfrm>
          <a:prstGeom prst="rect">
            <a:avLst/>
          </a:prstGeom>
          <a:solidFill>
            <a:srgbClr val="1E1E1E"/>
          </a:solidFill>
        </p:spPr>
        <p:txBody>
          <a:bodyPr wrap="none" lIns="0" tIns="0" rIns="0" bIns="0" rtlCol="0">
            <a:noAutofit/>
          </a:bodyPr>
          <a:lstStyle/>
          <a:p>
            <a:pPr marL="17780" algn="l">
              <a:spcBef>
                <a:spcPts val="185"/>
              </a:spcBef>
              <a:spcAft>
                <a:spcPts val="0"/>
              </a:spcAft>
            </a:pPr>
            <a:r>
              <a:rPr lang="en-US" sz="1200" dirty="0">
                <a:solidFill>
                  <a:srgbClr val="C585C0"/>
                </a:solidFill>
                <a:effectLst/>
                <a:latin typeface="+mn-lt"/>
                <a:ea typeface="Calibri" panose="020F0502020204030204" pitchFamily="34" charset="0"/>
              </a:rPr>
              <a:t>import</a:t>
            </a:r>
            <a:r>
              <a:rPr lang="en-US" sz="1200" spc="-55" dirty="0">
                <a:solidFill>
                  <a:srgbClr val="C585C0"/>
                </a:solidFill>
                <a:effectLst/>
                <a:latin typeface="+mn-lt"/>
                <a:ea typeface="Calibri" panose="020F0502020204030204" pitchFamily="34" charset="0"/>
              </a:rPr>
              <a:t> </a:t>
            </a:r>
            <a:r>
              <a:rPr lang="en-US" sz="1200" dirty="0">
                <a:solidFill>
                  <a:srgbClr val="9CDCFD"/>
                </a:solidFill>
                <a:effectLst/>
                <a:latin typeface="+mn-lt"/>
                <a:ea typeface="Calibri" panose="020F0502020204030204" pitchFamily="34" charset="0"/>
              </a:rPr>
              <a:t>React</a:t>
            </a:r>
            <a:r>
              <a:rPr lang="en-US" sz="1200" spc="-30" dirty="0">
                <a:solidFill>
                  <a:srgbClr val="9CDCFD"/>
                </a:solidFill>
                <a:effectLst/>
                <a:latin typeface="+mn-lt"/>
                <a:ea typeface="Calibri" panose="020F0502020204030204" pitchFamily="34" charset="0"/>
              </a:rPr>
              <a:t> </a:t>
            </a:r>
            <a:r>
              <a:rPr lang="en-US" sz="1200" dirty="0">
                <a:solidFill>
                  <a:srgbClr val="D3D3D3"/>
                </a:solidFill>
                <a:effectLst/>
                <a:latin typeface="+mn-lt"/>
                <a:ea typeface="Calibri" panose="020F0502020204030204" pitchFamily="34" charset="0"/>
              </a:rPr>
              <a:t>,{</a:t>
            </a:r>
            <a:r>
              <a:rPr lang="en-US" sz="1200" dirty="0" err="1">
                <a:solidFill>
                  <a:srgbClr val="9CDCFD"/>
                </a:solidFill>
                <a:effectLst/>
                <a:latin typeface="+mn-lt"/>
                <a:ea typeface="Calibri" panose="020F0502020204030204" pitchFamily="34" charset="0"/>
              </a:rPr>
              <a:t>useEffect</a:t>
            </a:r>
            <a:r>
              <a:rPr lang="en-US" sz="1200" dirty="0">
                <a:solidFill>
                  <a:srgbClr val="D3D3D3"/>
                </a:solidFill>
                <a:effectLst/>
                <a:latin typeface="+mn-lt"/>
                <a:ea typeface="Calibri" panose="020F0502020204030204" pitchFamily="34" charset="0"/>
              </a:rPr>
              <a:t>,</a:t>
            </a:r>
            <a:r>
              <a:rPr lang="en-US" sz="1200" spc="-40" dirty="0">
                <a:solidFill>
                  <a:srgbClr val="D3D3D3"/>
                </a:solidFill>
                <a:effectLst/>
                <a:latin typeface="+mn-lt"/>
                <a:ea typeface="Calibri" panose="020F0502020204030204" pitchFamily="34" charset="0"/>
              </a:rPr>
              <a:t> </a:t>
            </a:r>
            <a:r>
              <a:rPr lang="en-US" sz="1200" dirty="0" err="1">
                <a:solidFill>
                  <a:srgbClr val="9CDCFD"/>
                </a:solidFill>
                <a:effectLst/>
                <a:latin typeface="+mn-lt"/>
                <a:ea typeface="Calibri" panose="020F0502020204030204" pitchFamily="34" charset="0"/>
              </a:rPr>
              <a:t>useState</a:t>
            </a:r>
            <a:r>
              <a:rPr lang="en-US" sz="1200" dirty="0">
                <a:solidFill>
                  <a:srgbClr val="D3D3D3"/>
                </a:solidFill>
                <a:effectLst/>
                <a:latin typeface="+mn-lt"/>
                <a:ea typeface="Calibri" panose="020F0502020204030204" pitchFamily="34" charset="0"/>
              </a:rPr>
              <a:t>}</a:t>
            </a:r>
            <a:r>
              <a:rPr lang="en-US" sz="1200" spc="-45" dirty="0">
                <a:solidFill>
                  <a:srgbClr val="D3D3D3"/>
                </a:solidFill>
                <a:effectLst/>
                <a:latin typeface="+mn-lt"/>
                <a:ea typeface="Calibri" panose="020F0502020204030204" pitchFamily="34" charset="0"/>
              </a:rPr>
              <a:t> </a:t>
            </a:r>
            <a:r>
              <a:rPr lang="en-US" sz="1200" dirty="0">
                <a:solidFill>
                  <a:srgbClr val="C585C0"/>
                </a:solidFill>
                <a:effectLst/>
                <a:latin typeface="+mn-lt"/>
                <a:ea typeface="Calibri" panose="020F0502020204030204" pitchFamily="34" charset="0"/>
              </a:rPr>
              <a:t>from</a:t>
            </a:r>
            <a:r>
              <a:rPr lang="en-US" sz="1200" spc="-40" dirty="0">
                <a:solidFill>
                  <a:srgbClr val="C585C0"/>
                </a:solidFill>
                <a:effectLst/>
                <a:latin typeface="+mn-lt"/>
                <a:ea typeface="Calibri" panose="020F0502020204030204" pitchFamily="34" charset="0"/>
              </a:rPr>
              <a:t> </a:t>
            </a:r>
            <a:r>
              <a:rPr lang="en-US" sz="1200" spc="-10" dirty="0">
                <a:solidFill>
                  <a:srgbClr val="CE9178"/>
                </a:solidFill>
                <a:effectLst/>
                <a:latin typeface="+mn-lt"/>
                <a:ea typeface="Calibri" panose="020F0502020204030204" pitchFamily="34" charset="0"/>
              </a:rPr>
              <a:t>"react"</a:t>
            </a:r>
            <a:r>
              <a:rPr lang="en-US" sz="1200" spc="-10" dirty="0">
                <a:solidFill>
                  <a:srgbClr val="D3D3D3"/>
                </a:solidFill>
                <a:effectLst/>
                <a:latin typeface="+mn-lt"/>
                <a:ea typeface="Calibri" panose="020F0502020204030204" pitchFamily="34" charset="0"/>
              </a:rPr>
              <a:t>;</a:t>
            </a:r>
            <a:endParaRPr lang="fr-FR" sz="1200" dirty="0">
              <a:effectLst/>
              <a:latin typeface="+mn-lt"/>
              <a:ea typeface="Calibri" panose="020F0502020204030204" pitchFamily="34" charset="0"/>
            </a:endParaRPr>
          </a:p>
          <a:p>
            <a:pPr algn="l">
              <a:spcBef>
                <a:spcPts val="395"/>
              </a:spcBef>
            </a:pPr>
            <a:r>
              <a:rPr lang="en-US" sz="1200" dirty="0">
                <a:solidFill>
                  <a:srgbClr val="000000"/>
                </a:solidFill>
                <a:effectLst/>
                <a:latin typeface="+mn-lt"/>
                <a:ea typeface="Calibri" panose="020F0502020204030204" pitchFamily="34" charset="0"/>
              </a:rPr>
              <a:t> </a:t>
            </a:r>
            <a:r>
              <a:rPr lang="en-US" sz="1200" dirty="0">
                <a:solidFill>
                  <a:srgbClr val="C585C0"/>
                </a:solidFill>
                <a:effectLst/>
                <a:latin typeface="+mn-lt"/>
                <a:ea typeface="Calibri" panose="020F0502020204030204" pitchFamily="34" charset="0"/>
              </a:rPr>
              <a:t>export</a:t>
            </a:r>
            <a:r>
              <a:rPr lang="en-US" sz="1200" spc="-75" dirty="0">
                <a:solidFill>
                  <a:srgbClr val="C585C0"/>
                </a:solidFill>
                <a:effectLst/>
                <a:latin typeface="+mn-lt"/>
                <a:ea typeface="Calibri" panose="020F0502020204030204" pitchFamily="34" charset="0"/>
              </a:rPr>
              <a:t> </a:t>
            </a:r>
            <a:r>
              <a:rPr lang="en-US" sz="1200" dirty="0">
                <a:solidFill>
                  <a:srgbClr val="C585C0"/>
                </a:solidFill>
                <a:effectLst/>
                <a:latin typeface="+mn-lt"/>
                <a:ea typeface="Calibri" panose="020F0502020204030204" pitchFamily="34" charset="0"/>
              </a:rPr>
              <a:t>default</a:t>
            </a:r>
            <a:r>
              <a:rPr lang="en-US" sz="1200" spc="-70" dirty="0">
                <a:solidFill>
                  <a:srgbClr val="C585C0"/>
                </a:solidFill>
                <a:effectLst/>
                <a:latin typeface="+mn-lt"/>
                <a:ea typeface="Calibri" panose="020F0502020204030204" pitchFamily="34" charset="0"/>
              </a:rPr>
              <a:t> </a:t>
            </a:r>
            <a:r>
              <a:rPr lang="en-US" sz="1200" dirty="0">
                <a:solidFill>
                  <a:srgbClr val="559CD5"/>
                </a:solidFill>
                <a:effectLst/>
                <a:latin typeface="+mn-lt"/>
                <a:ea typeface="Calibri" panose="020F0502020204030204" pitchFamily="34" charset="0"/>
              </a:rPr>
              <a:t>function</a:t>
            </a:r>
            <a:r>
              <a:rPr lang="en-US" sz="1200" spc="-65" dirty="0">
                <a:solidFill>
                  <a:srgbClr val="559CD5"/>
                </a:solidFill>
                <a:effectLst/>
                <a:latin typeface="+mn-lt"/>
                <a:ea typeface="Calibri" panose="020F0502020204030204" pitchFamily="34" charset="0"/>
              </a:rPr>
              <a:t> </a:t>
            </a:r>
            <a:r>
              <a:rPr lang="en-US" sz="1200" dirty="0">
                <a:solidFill>
                  <a:srgbClr val="DCDCAA"/>
                </a:solidFill>
                <a:effectLst/>
                <a:latin typeface="+mn-lt"/>
                <a:ea typeface="Calibri" panose="020F0502020204030204" pitchFamily="34" charset="0"/>
              </a:rPr>
              <a:t>Salutation</a:t>
            </a:r>
            <a:r>
              <a:rPr lang="en-US" sz="1200" dirty="0">
                <a:solidFill>
                  <a:srgbClr val="D3D3D3"/>
                </a:solidFill>
                <a:effectLst/>
                <a:latin typeface="+mn-lt"/>
                <a:ea typeface="Calibri" panose="020F0502020204030204" pitchFamily="34" charset="0"/>
              </a:rPr>
              <a:t>(</a:t>
            </a:r>
            <a:r>
              <a:rPr lang="en-US" sz="1200" dirty="0">
                <a:solidFill>
                  <a:srgbClr val="9CDCFD"/>
                </a:solidFill>
                <a:effectLst/>
                <a:latin typeface="+mn-lt"/>
                <a:ea typeface="Calibri" panose="020F0502020204030204" pitchFamily="34" charset="0"/>
              </a:rPr>
              <a:t>props</a:t>
            </a:r>
            <a:r>
              <a:rPr lang="en-US" sz="1200" dirty="0">
                <a:solidFill>
                  <a:srgbClr val="D3D3D3"/>
                </a:solidFill>
                <a:effectLst/>
                <a:latin typeface="+mn-lt"/>
                <a:ea typeface="Calibri" panose="020F0502020204030204" pitchFamily="34" charset="0"/>
              </a:rPr>
              <a:t>){ </a:t>
            </a:r>
          </a:p>
          <a:p>
            <a:pPr marL="17780" marR="2566670" algn="l">
              <a:lnSpc>
                <a:spcPct val="115000"/>
              </a:lnSpc>
              <a:spcAft>
                <a:spcPts val="0"/>
              </a:spcAft>
            </a:pPr>
            <a:r>
              <a:rPr lang="en-US" sz="1200" dirty="0">
                <a:solidFill>
                  <a:srgbClr val="559CD5"/>
                </a:solidFill>
                <a:effectLst/>
                <a:latin typeface="+mn-lt"/>
                <a:ea typeface="Calibri" panose="020F0502020204030204" pitchFamily="34" charset="0"/>
              </a:rPr>
              <a:t>   const </a:t>
            </a:r>
            <a:r>
              <a:rPr lang="en-US" sz="1200" dirty="0">
                <a:solidFill>
                  <a:srgbClr val="D3D3D3"/>
                </a:solidFill>
                <a:effectLst/>
                <a:latin typeface="+mn-lt"/>
                <a:ea typeface="Calibri" panose="020F0502020204030204" pitchFamily="34" charset="0"/>
              </a:rPr>
              <a:t>[</a:t>
            </a:r>
            <a:r>
              <a:rPr lang="en-US" sz="1200" dirty="0" err="1">
                <a:solidFill>
                  <a:srgbClr val="4FC1FF"/>
                </a:solidFill>
                <a:effectLst/>
                <a:latin typeface="+mn-lt"/>
                <a:ea typeface="Calibri" panose="020F0502020204030204" pitchFamily="34" charset="0"/>
              </a:rPr>
              <a:t>nom</a:t>
            </a:r>
            <a:r>
              <a:rPr lang="en-US" sz="1200" dirty="0" err="1">
                <a:solidFill>
                  <a:srgbClr val="D3D3D3"/>
                </a:solidFill>
                <a:effectLst/>
                <a:latin typeface="+mn-lt"/>
                <a:ea typeface="Calibri" panose="020F0502020204030204" pitchFamily="34" charset="0"/>
              </a:rPr>
              <a:t>,</a:t>
            </a:r>
            <a:r>
              <a:rPr lang="en-US" sz="1200" dirty="0" err="1">
                <a:solidFill>
                  <a:srgbClr val="DCDCAA"/>
                </a:solidFill>
                <a:effectLst/>
                <a:latin typeface="+mn-lt"/>
                <a:ea typeface="Calibri" panose="020F0502020204030204" pitchFamily="34" charset="0"/>
              </a:rPr>
              <a:t>setNom</a:t>
            </a:r>
            <a:r>
              <a:rPr lang="en-US" sz="1200" dirty="0">
                <a:solidFill>
                  <a:srgbClr val="D3D3D3"/>
                </a:solidFill>
                <a:effectLst/>
                <a:latin typeface="+mn-lt"/>
                <a:ea typeface="Calibri" panose="020F0502020204030204" pitchFamily="34" charset="0"/>
              </a:rPr>
              <a:t>]=</a:t>
            </a:r>
            <a:r>
              <a:rPr lang="en-US" sz="1200" dirty="0" err="1">
                <a:solidFill>
                  <a:srgbClr val="DCDCAA"/>
                </a:solidFill>
                <a:effectLst/>
                <a:latin typeface="+mn-lt"/>
                <a:ea typeface="Calibri" panose="020F0502020204030204" pitchFamily="34" charset="0"/>
              </a:rPr>
              <a:t>useState</a:t>
            </a:r>
            <a:r>
              <a:rPr lang="en-US" sz="1200" dirty="0">
                <a:solidFill>
                  <a:srgbClr val="D3D3D3"/>
                </a:solidFill>
                <a:effectLst/>
                <a:latin typeface="+mn-lt"/>
                <a:ea typeface="Calibri" panose="020F0502020204030204" pitchFamily="34" charset="0"/>
              </a:rPr>
              <a:t>(</a:t>
            </a:r>
            <a:r>
              <a:rPr lang="en-US" sz="1200" dirty="0">
                <a:solidFill>
                  <a:srgbClr val="CE9178"/>
                </a:solidFill>
                <a:effectLst/>
                <a:latin typeface="+mn-lt"/>
                <a:ea typeface="Calibri" panose="020F0502020204030204" pitchFamily="34" charset="0"/>
              </a:rPr>
              <a:t>"---"</a:t>
            </a:r>
            <a:r>
              <a:rPr lang="en-US" sz="1200" dirty="0">
                <a:solidFill>
                  <a:srgbClr val="D3D3D3"/>
                </a:solidFill>
                <a:effectLst/>
                <a:latin typeface="+mn-lt"/>
                <a:ea typeface="Calibri" panose="020F0502020204030204" pitchFamily="34" charset="0"/>
              </a:rPr>
              <a:t>)</a:t>
            </a:r>
            <a:endParaRPr lang="fr-FR" sz="1200" dirty="0">
              <a:effectLst/>
              <a:latin typeface="+mn-lt"/>
              <a:ea typeface="Calibri" panose="020F0502020204030204" pitchFamily="34" charset="0"/>
            </a:endParaRPr>
          </a:p>
          <a:p>
            <a:pPr marL="17780" marR="2566670" algn="l">
              <a:lnSpc>
                <a:spcPct val="115000"/>
              </a:lnSpc>
              <a:spcAft>
                <a:spcPts val="0"/>
              </a:spcAft>
            </a:pPr>
            <a:r>
              <a:rPr lang="en-US" sz="1200" dirty="0">
                <a:solidFill>
                  <a:srgbClr val="559CD5"/>
                </a:solidFill>
                <a:effectLst/>
                <a:latin typeface="+mn-lt"/>
                <a:ea typeface="Calibri" panose="020F0502020204030204" pitchFamily="34" charset="0"/>
              </a:rPr>
              <a:t>   const</a:t>
            </a:r>
            <a:r>
              <a:rPr lang="en-US" sz="1200" spc="-145" dirty="0">
                <a:solidFill>
                  <a:srgbClr val="559CD5"/>
                </a:solidFill>
                <a:effectLst/>
                <a:latin typeface="+mn-lt"/>
                <a:ea typeface="Calibri" panose="020F0502020204030204" pitchFamily="34" charset="0"/>
              </a:rPr>
              <a:t> </a:t>
            </a:r>
            <a:r>
              <a:rPr lang="en-US" sz="1200" dirty="0">
                <a:solidFill>
                  <a:srgbClr val="D3D3D3"/>
                </a:solidFill>
                <a:effectLst/>
                <a:latin typeface="+mn-lt"/>
                <a:ea typeface="Calibri" panose="020F0502020204030204" pitchFamily="34" charset="0"/>
              </a:rPr>
              <a:t>[</a:t>
            </a:r>
            <a:r>
              <a:rPr lang="en-US" sz="1200" dirty="0" err="1">
                <a:solidFill>
                  <a:srgbClr val="4FC1FF"/>
                </a:solidFill>
                <a:effectLst/>
                <a:latin typeface="+mn-lt"/>
                <a:ea typeface="Calibri" panose="020F0502020204030204" pitchFamily="34" charset="0"/>
              </a:rPr>
              <a:t>prenom</a:t>
            </a:r>
            <a:r>
              <a:rPr lang="en-US" sz="1200" dirty="0" err="1">
                <a:solidFill>
                  <a:srgbClr val="D3D3D3"/>
                </a:solidFill>
                <a:effectLst/>
                <a:latin typeface="+mn-lt"/>
                <a:ea typeface="Calibri" panose="020F0502020204030204" pitchFamily="34" charset="0"/>
              </a:rPr>
              <a:t>,</a:t>
            </a:r>
            <a:r>
              <a:rPr lang="en-US" sz="1200" dirty="0" err="1">
                <a:solidFill>
                  <a:srgbClr val="DCDCAA"/>
                </a:solidFill>
                <a:effectLst/>
                <a:latin typeface="+mn-lt"/>
                <a:ea typeface="Calibri" panose="020F0502020204030204" pitchFamily="34" charset="0"/>
              </a:rPr>
              <a:t>setPrenom</a:t>
            </a:r>
            <a:r>
              <a:rPr lang="en-US" sz="1200" dirty="0">
                <a:solidFill>
                  <a:srgbClr val="D3D3D3"/>
                </a:solidFill>
                <a:effectLst/>
                <a:latin typeface="+mn-lt"/>
                <a:ea typeface="Calibri" panose="020F0502020204030204" pitchFamily="34" charset="0"/>
              </a:rPr>
              <a:t>]=</a:t>
            </a:r>
            <a:r>
              <a:rPr lang="en-US" sz="1200" dirty="0" err="1">
                <a:solidFill>
                  <a:srgbClr val="DCDCAA"/>
                </a:solidFill>
                <a:effectLst/>
                <a:latin typeface="+mn-lt"/>
                <a:ea typeface="Calibri" panose="020F0502020204030204" pitchFamily="34" charset="0"/>
              </a:rPr>
              <a:t>useState</a:t>
            </a:r>
            <a:r>
              <a:rPr lang="en-US" sz="1200" dirty="0">
                <a:solidFill>
                  <a:srgbClr val="D3D3D3"/>
                </a:solidFill>
                <a:effectLst/>
                <a:latin typeface="+mn-lt"/>
                <a:ea typeface="Calibri" panose="020F0502020204030204" pitchFamily="34" charset="0"/>
              </a:rPr>
              <a:t>(</a:t>
            </a:r>
            <a:r>
              <a:rPr lang="en-US" sz="1200" dirty="0">
                <a:solidFill>
                  <a:srgbClr val="CE9178"/>
                </a:solidFill>
                <a:effectLst/>
                <a:latin typeface="+mn-lt"/>
                <a:ea typeface="Calibri" panose="020F0502020204030204" pitchFamily="34" charset="0"/>
              </a:rPr>
              <a:t>"---"</a:t>
            </a:r>
            <a:r>
              <a:rPr lang="en-US" sz="1200" dirty="0">
                <a:solidFill>
                  <a:srgbClr val="D3D3D3"/>
                </a:solidFill>
                <a:effectLst/>
                <a:latin typeface="+mn-lt"/>
                <a:ea typeface="Calibri" panose="020F0502020204030204" pitchFamily="34" charset="0"/>
              </a:rPr>
              <a:t>) </a:t>
            </a:r>
          </a:p>
          <a:p>
            <a:pPr marL="17780" marR="2566670" algn="l">
              <a:lnSpc>
                <a:spcPct val="115000"/>
              </a:lnSpc>
              <a:spcAft>
                <a:spcPts val="0"/>
              </a:spcAft>
            </a:pPr>
            <a:r>
              <a:rPr lang="en-US" sz="1200" dirty="0">
                <a:solidFill>
                  <a:srgbClr val="559CD5"/>
                </a:solidFill>
                <a:effectLst/>
                <a:latin typeface="+mn-lt"/>
                <a:ea typeface="Calibri" panose="020F0502020204030204" pitchFamily="34" charset="0"/>
              </a:rPr>
              <a:t>   const </a:t>
            </a:r>
            <a:r>
              <a:rPr lang="en-US" sz="1200" dirty="0">
                <a:solidFill>
                  <a:srgbClr val="D3D3D3"/>
                </a:solidFill>
                <a:effectLst/>
                <a:latin typeface="+mn-lt"/>
                <a:ea typeface="Calibri" panose="020F0502020204030204" pitchFamily="34" charset="0"/>
              </a:rPr>
              <a:t>[</a:t>
            </a:r>
            <a:r>
              <a:rPr lang="en-US" sz="1200" dirty="0" err="1">
                <a:solidFill>
                  <a:srgbClr val="4FC1FF"/>
                </a:solidFill>
                <a:effectLst/>
                <a:latin typeface="+mn-lt"/>
                <a:ea typeface="Calibri" panose="020F0502020204030204" pitchFamily="34" charset="0"/>
              </a:rPr>
              <a:t>age</a:t>
            </a:r>
            <a:r>
              <a:rPr lang="en-US" sz="1200" dirty="0" err="1">
                <a:solidFill>
                  <a:srgbClr val="D3D3D3"/>
                </a:solidFill>
                <a:effectLst/>
                <a:latin typeface="+mn-lt"/>
                <a:ea typeface="Calibri" panose="020F0502020204030204" pitchFamily="34" charset="0"/>
              </a:rPr>
              <a:t>,</a:t>
            </a:r>
            <a:r>
              <a:rPr lang="en-US" sz="1200" dirty="0" err="1">
                <a:solidFill>
                  <a:srgbClr val="DCDCAA"/>
                </a:solidFill>
                <a:effectLst/>
                <a:latin typeface="+mn-lt"/>
                <a:ea typeface="Calibri" panose="020F0502020204030204" pitchFamily="34" charset="0"/>
              </a:rPr>
              <a:t>setAge</a:t>
            </a:r>
            <a:r>
              <a:rPr lang="en-US" sz="1200" dirty="0">
                <a:solidFill>
                  <a:srgbClr val="D3D3D3"/>
                </a:solidFill>
                <a:effectLst/>
                <a:latin typeface="+mn-lt"/>
                <a:ea typeface="Calibri" panose="020F0502020204030204" pitchFamily="34" charset="0"/>
              </a:rPr>
              <a:t>]=</a:t>
            </a:r>
            <a:r>
              <a:rPr lang="en-US" sz="1200" dirty="0" err="1">
                <a:solidFill>
                  <a:srgbClr val="DCDCAA"/>
                </a:solidFill>
                <a:effectLst/>
                <a:latin typeface="+mn-lt"/>
                <a:ea typeface="Calibri" panose="020F0502020204030204" pitchFamily="34" charset="0"/>
              </a:rPr>
              <a:t>useState</a:t>
            </a:r>
            <a:r>
              <a:rPr lang="en-US" sz="1200" dirty="0">
                <a:solidFill>
                  <a:srgbClr val="D3D3D3"/>
                </a:solidFill>
                <a:effectLst/>
                <a:latin typeface="+mn-lt"/>
                <a:ea typeface="Calibri" panose="020F0502020204030204" pitchFamily="34" charset="0"/>
              </a:rPr>
              <a:t>(</a:t>
            </a:r>
            <a:r>
              <a:rPr lang="en-US" sz="1200" dirty="0">
                <a:solidFill>
                  <a:srgbClr val="B5CEA8"/>
                </a:solidFill>
                <a:effectLst/>
                <a:latin typeface="+mn-lt"/>
                <a:ea typeface="Calibri" panose="020F0502020204030204" pitchFamily="34" charset="0"/>
              </a:rPr>
              <a:t>0</a:t>
            </a:r>
            <a:r>
              <a:rPr lang="en-US" sz="1200" dirty="0">
                <a:solidFill>
                  <a:srgbClr val="D3D3D3"/>
                </a:solidFill>
                <a:effectLst/>
                <a:latin typeface="+mn-lt"/>
                <a:ea typeface="Calibri" panose="020F0502020204030204" pitchFamily="34" charset="0"/>
              </a:rPr>
              <a:t>)</a:t>
            </a:r>
            <a:endParaRPr lang="fr-FR" sz="1200" dirty="0">
              <a:effectLst/>
              <a:latin typeface="+mn-lt"/>
              <a:ea typeface="Calibri" panose="020F0502020204030204" pitchFamily="34" charset="0"/>
            </a:endParaRPr>
          </a:p>
          <a:p>
            <a:pPr marL="310515" marR="2847340" indent="-292735" algn="l">
              <a:lnSpc>
                <a:spcPct val="115000"/>
              </a:lnSpc>
              <a:spcAft>
                <a:spcPts val="0"/>
              </a:spcAft>
            </a:pPr>
            <a:r>
              <a:rPr lang="en-US" sz="1200" dirty="0">
                <a:solidFill>
                  <a:srgbClr val="559CD5"/>
                </a:solidFill>
                <a:effectLst/>
                <a:latin typeface="+mn-lt"/>
                <a:ea typeface="Calibri" panose="020F0502020204030204" pitchFamily="34" charset="0"/>
              </a:rPr>
              <a:t>   function </a:t>
            </a:r>
            <a:r>
              <a:rPr lang="en-US" sz="1200" dirty="0" err="1">
                <a:solidFill>
                  <a:srgbClr val="DCDCAA"/>
                </a:solidFill>
                <a:effectLst/>
                <a:latin typeface="+mn-lt"/>
                <a:ea typeface="Calibri" panose="020F0502020204030204" pitchFamily="34" charset="0"/>
              </a:rPr>
              <a:t>changeNom</a:t>
            </a:r>
            <a:r>
              <a:rPr lang="en-US" sz="1200" dirty="0">
                <a:solidFill>
                  <a:srgbClr val="D3D3D3"/>
                </a:solidFill>
                <a:effectLst/>
                <a:latin typeface="+mn-lt"/>
                <a:ea typeface="Calibri" panose="020F0502020204030204" pitchFamily="34" charset="0"/>
              </a:rPr>
              <a:t>(</a:t>
            </a:r>
            <a:r>
              <a:rPr lang="en-US" sz="1200" dirty="0">
                <a:solidFill>
                  <a:srgbClr val="9CDCFD"/>
                </a:solidFill>
                <a:effectLst/>
                <a:latin typeface="+mn-lt"/>
                <a:ea typeface="Calibri" panose="020F0502020204030204" pitchFamily="34" charset="0"/>
              </a:rPr>
              <a:t>e</a:t>
            </a:r>
            <a:r>
              <a:rPr lang="en-US" sz="1200" dirty="0">
                <a:solidFill>
                  <a:srgbClr val="D3D3D3"/>
                </a:solidFill>
                <a:effectLst/>
                <a:latin typeface="+mn-lt"/>
                <a:ea typeface="Calibri" panose="020F0502020204030204" pitchFamily="34" charset="0"/>
              </a:rPr>
              <a:t>){ </a:t>
            </a:r>
            <a:r>
              <a:rPr lang="en-US" sz="1200" spc="-10" dirty="0" err="1">
                <a:solidFill>
                  <a:srgbClr val="DCDCAA"/>
                </a:solidFill>
                <a:effectLst/>
                <a:latin typeface="+mn-lt"/>
                <a:ea typeface="Calibri" panose="020F0502020204030204" pitchFamily="34" charset="0"/>
              </a:rPr>
              <a:t>setNom</a:t>
            </a:r>
            <a:r>
              <a:rPr lang="en-US" sz="1200" spc="-10" dirty="0">
                <a:solidFill>
                  <a:srgbClr val="D3D3D3"/>
                </a:solidFill>
                <a:effectLst/>
                <a:latin typeface="+mn-lt"/>
                <a:ea typeface="Calibri" panose="020F0502020204030204" pitchFamily="34" charset="0"/>
              </a:rPr>
              <a:t>(</a:t>
            </a:r>
            <a:r>
              <a:rPr lang="en-US" sz="1200" spc="-10" dirty="0" err="1">
                <a:solidFill>
                  <a:srgbClr val="9CDCFD"/>
                </a:solidFill>
                <a:effectLst/>
                <a:latin typeface="+mn-lt"/>
                <a:ea typeface="Calibri" panose="020F0502020204030204" pitchFamily="34" charset="0"/>
              </a:rPr>
              <a:t>e</a:t>
            </a:r>
            <a:r>
              <a:rPr lang="en-US" sz="1200" spc="-10" dirty="0" err="1">
                <a:solidFill>
                  <a:srgbClr val="D3D3D3"/>
                </a:solidFill>
                <a:effectLst/>
                <a:latin typeface="+mn-lt"/>
                <a:ea typeface="Calibri" panose="020F0502020204030204" pitchFamily="34" charset="0"/>
              </a:rPr>
              <a:t>.</a:t>
            </a:r>
            <a:r>
              <a:rPr lang="en-US" sz="1200" spc="-10" dirty="0" err="1">
                <a:solidFill>
                  <a:srgbClr val="9CDCFD"/>
                </a:solidFill>
                <a:effectLst/>
                <a:latin typeface="+mn-lt"/>
                <a:ea typeface="Calibri" panose="020F0502020204030204" pitchFamily="34" charset="0"/>
              </a:rPr>
              <a:t>target</a:t>
            </a:r>
            <a:r>
              <a:rPr lang="en-US" sz="1200" spc="-10" dirty="0" err="1">
                <a:solidFill>
                  <a:srgbClr val="D3D3D3"/>
                </a:solidFill>
                <a:effectLst/>
                <a:latin typeface="+mn-lt"/>
                <a:ea typeface="Calibri" panose="020F0502020204030204" pitchFamily="34" charset="0"/>
              </a:rPr>
              <a:t>.</a:t>
            </a:r>
            <a:r>
              <a:rPr lang="en-US" sz="1200" spc="-10" dirty="0" err="1">
                <a:solidFill>
                  <a:srgbClr val="9CDCFD"/>
                </a:solidFill>
                <a:effectLst/>
                <a:latin typeface="+mn-lt"/>
                <a:ea typeface="Calibri" panose="020F0502020204030204" pitchFamily="34" charset="0"/>
              </a:rPr>
              <a:t>value</a:t>
            </a:r>
            <a:r>
              <a:rPr lang="en-US" sz="1200" spc="-10" dirty="0">
                <a:solidFill>
                  <a:srgbClr val="D3D3D3"/>
                </a:solidFill>
                <a:effectLst/>
                <a:latin typeface="+mn-lt"/>
                <a:ea typeface="Calibri" panose="020F0502020204030204" pitchFamily="34" charset="0"/>
              </a:rPr>
              <a:t>)</a:t>
            </a:r>
            <a:r>
              <a:rPr lang="en-US" sz="1200" spc="-50" dirty="0">
                <a:solidFill>
                  <a:srgbClr val="D3D3D3"/>
                </a:solidFill>
                <a:effectLst/>
                <a:latin typeface="+mn-lt"/>
                <a:ea typeface="Calibri" panose="020F0502020204030204" pitchFamily="34" charset="0"/>
              </a:rPr>
              <a:t>}</a:t>
            </a:r>
            <a:endParaRPr lang="fr-FR" sz="1200" dirty="0">
              <a:effectLst/>
              <a:latin typeface="+mn-lt"/>
              <a:ea typeface="Calibri" panose="020F0502020204030204" pitchFamily="34" charset="0"/>
            </a:endParaRPr>
          </a:p>
          <a:p>
            <a:pPr marL="310515" marR="2847340" indent="-292735" algn="l">
              <a:lnSpc>
                <a:spcPct val="115000"/>
              </a:lnSpc>
              <a:spcBef>
                <a:spcPts val="200"/>
              </a:spcBef>
              <a:spcAft>
                <a:spcPts val="0"/>
              </a:spcAft>
            </a:pPr>
            <a:r>
              <a:rPr lang="en-US" sz="1200" dirty="0">
                <a:solidFill>
                  <a:srgbClr val="559CD5"/>
                </a:solidFill>
                <a:effectLst/>
                <a:latin typeface="+mn-lt"/>
                <a:ea typeface="Calibri" panose="020F0502020204030204" pitchFamily="34" charset="0"/>
              </a:rPr>
              <a:t>   function </a:t>
            </a:r>
            <a:r>
              <a:rPr lang="en-US" sz="1200" dirty="0" err="1">
                <a:solidFill>
                  <a:srgbClr val="DCDCAA"/>
                </a:solidFill>
                <a:effectLst/>
                <a:latin typeface="+mn-lt"/>
                <a:ea typeface="Calibri" panose="020F0502020204030204" pitchFamily="34" charset="0"/>
              </a:rPr>
              <a:t>changePrenom</a:t>
            </a:r>
            <a:r>
              <a:rPr lang="en-US" sz="1200" dirty="0">
                <a:solidFill>
                  <a:srgbClr val="D3D3D3"/>
                </a:solidFill>
                <a:effectLst/>
                <a:latin typeface="+mn-lt"/>
                <a:ea typeface="Calibri" panose="020F0502020204030204" pitchFamily="34" charset="0"/>
              </a:rPr>
              <a:t>(</a:t>
            </a:r>
            <a:r>
              <a:rPr lang="en-US" sz="1200" dirty="0">
                <a:solidFill>
                  <a:srgbClr val="9CDCFD"/>
                </a:solidFill>
                <a:effectLst/>
                <a:latin typeface="+mn-lt"/>
                <a:ea typeface="Calibri" panose="020F0502020204030204" pitchFamily="34" charset="0"/>
              </a:rPr>
              <a:t>e</a:t>
            </a:r>
            <a:r>
              <a:rPr lang="en-US" sz="1200" dirty="0">
                <a:solidFill>
                  <a:srgbClr val="D3D3D3"/>
                </a:solidFill>
                <a:effectLst/>
                <a:latin typeface="+mn-lt"/>
                <a:ea typeface="Calibri" panose="020F0502020204030204" pitchFamily="34" charset="0"/>
              </a:rPr>
              <a:t>){ </a:t>
            </a:r>
            <a:r>
              <a:rPr lang="en-US" sz="1200" spc="-10" dirty="0" err="1">
                <a:solidFill>
                  <a:srgbClr val="DCDCAA"/>
                </a:solidFill>
                <a:effectLst/>
                <a:latin typeface="+mn-lt"/>
                <a:ea typeface="Calibri" panose="020F0502020204030204" pitchFamily="34" charset="0"/>
              </a:rPr>
              <a:t>setPrenom</a:t>
            </a:r>
            <a:r>
              <a:rPr lang="en-US" sz="1200" spc="-10" dirty="0">
                <a:solidFill>
                  <a:srgbClr val="D3D3D3"/>
                </a:solidFill>
                <a:effectLst/>
                <a:latin typeface="+mn-lt"/>
                <a:ea typeface="Calibri" panose="020F0502020204030204" pitchFamily="34" charset="0"/>
              </a:rPr>
              <a:t>(</a:t>
            </a:r>
            <a:r>
              <a:rPr lang="en-US" sz="1200" spc="-10" dirty="0" err="1">
                <a:solidFill>
                  <a:srgbClr val="9CDCFD"/>
                </a:solidFill>
                <a:effectLst/>
                <a:latin typeface="+mn-lt"/>
                <a:ea typeface="Calibri" panose="020F0502020204030204" pitchFamily="34" charset="0"/>
              </a:rPr>
              <a:t>e</a:t>
            </a:r>
            <a:r>
              <a:rPr lang="en-US" sz="1200" spc="-10" dirty="0" err="1">
                <a:solidFill>
                  <a:srgbClr val="D3D3D3"/>
                </a:solidFill>
                <a:effectLst/>
                <a:latin typeface="+mn-lt"/>
                <a:ea typeface="Calibri" panose="020F0502020204030204" pitchFamily="34" charset="0"/>
              </a:rPr>
              <a:t>.</a:t>
            </a:r>
            <a:r>
              <a:rPr lang="en-US" sz="1200" spc="-10" dirty="0" err="1">
                <a:solidFill>
                  <a:srgbClr val="9CDCFD"/>
                </a:solidFill>
                <a:effectLst/>
                <a:latin typeface="+mn-lt"/>
                <a:ea typeface="Calibri" panose="020F0502020204030204" pitchFamily="34" charset="0"/>
              </a:rPr>
              <a:t>target</a:t>
            </a:r>
            <a:r>
              <a:rPr lang="en-US" sz="1200" spc="-10" dirty="0" err="1">
                <a:solidFill>
                  <a:srgbClr val="D3D3D3"/>
                </a:solidFill>
                <a:effectLst/>
                <a:latin typeface="+mn-lt"/>
                <a:ea typeface="Calibri" panose="020F0502020204030204" pitchFamily="34" charset="0"/>
              </a:rPr>
              <a:t>.</a:t>
            </a:r>
            <a:r>
              <a:rPr lang="en-US" sz="1200" spc="-10" dirty="0" err="1">
                <a:solidFill>
                  <a:srgbClr val="9CDCFD"/>
                </a:solidFill>
                <a:effectLst/>
                <a:latin typeface="+mn-lt"/>
                <a:ea typeface="Calibri" panose="020F0502020204030204" pitchFamily="34" charset="0"/>
              </a:rPr>
              <a:t>value</a:t>
            </a:r>
            <a:r>
              <a:rPr lang="en-US" sz="1200" spc="-10" dirty="0">
                <a:solidFill>
                  <a:srgbClr val="D3D3D3"/>
                </a:solidFill>
                <a:effectLst/>
                <a:latin typeface="+mn-lt"/>
                <a:ea typeface="Calibri" panose="020F0502020204030204" pitchFamily="34" charset="0"/>
              </a:rPr>
              <a:t>)</a:t>
            </a:r>
            <a:r>
              <a:rPr lang="en-US" sz="1200" spc="-50" dirty="0">
                <a:solidFill>
                  <a:srgbClr val="D3D3D3"/>
                </a:solidFill>
                <a:effectLst/>
                <a:latin typeface="+mn-lt"/>
                <a:ea typeface="Calibri" panose="020F0502020204030204" pitchFamily="34" charset="0"/>
              </a:rPr>
              <a:t>}</a:t>
            </a:r>
            <a:endParaRPr lang="fr-FR" sz="1200" dirty="0">
              <a:effectLst/>
              <a:latin typeface="+mn-lt"/>
              <a:ea typeface="Calibri" panose="020F0502020204030204" pitchFamily="34" charset="0"/>
            </a:endParaRPr>
          </a:p>
          <a:p>
            <a:pPr marL="383540" marR="2847340" indent="-365760" algn="l">
              <a:lnSpc>
                <a:spcPct val="115000"/>
              </a:lnSpc>
              <a:spcBef>
                <a:spcPts val="190"/>
              </a:spcBef>
              <a:spcAft>
                <a:spcPts val="0"/>
              </a:spcAft>
            </a:pPr>
            <a:r>
              <a:rPr lang="en-US" sz="1200" dirty="0">
                <a:solidFill>
                  <a:srgbClr val="559CD5"/>
                </a:solidFill>
                <a:effectLst/>
                <a:latin typeface="+mn-lt"/>
                <a:ea typeface="Calibri" panose="020F0502020204030204" pitchFamily="34" charset="0"/>
              </a:rPr>
              <a:t>   function </a:t>
            </a:r>
            <a:r>
              <a:rPr lang="en-US" sz="1200" dirty="0" err="1">
                <a:solidFill>
                  <a:srgbClr val="DCDCAA"/>
                </a:solidFill>
                <a:effectLst/>
                <a:latin typeface="+mn-lt"/>
                <a:ea typeface="Calibri" panose="020F0502020204030204" pitchFamily="34" charset="0"/>
              </a:rPr>
              <a:t>changeAge</a:t>
            </a:r>
            <a:r>
              <a:rPr lang="en-US" sz="1200" dirty="0">
                <a:solidFill>
                  <a:srgbClr val="D3D3D3"/>
                </a:solidFill>
                <a:effectLst/>
                <a:latin typeface="+mn-lt"/>
                <a:ea typeface="Calibri" panose="020F0502020204030204" pitchFamily="34" charset="0"/>
              </a:rPr>
              <a:t>(</a:t>
            </a:r>
            <a:r>
              <a:rPr lang="en-US" sz="1200" dirty="0">
                <a:solidFill>
                  <a:srgbClr val="9CDCFD"/>
                </a:solidFill>
                <a:effectLst/>
                <a:latin typeface="+mn-lt"/>
                <a:ea typeface="Calibri" panose="020F0502020204030204" pitchFamily="34" charset="0"/>
              </a:rPr>
              <a:t>e</a:t>
            </a:r>
            <a:r>
              <a:rPr lang="en-US" sz="1200" dirty="0">
                <a:solidFill>
                  <a:srgbClr val="D3D3D3"/>
                </a:solidFill>
                <a:effectLst/>
                <a:latin typeface="+mn-lt"/>
                <a:ea typeface="Calibri" panose="020F0502020204030204" pitchFamily="34" charset="0"/>
              </a:rPr>
              <a:t>){ </a:t>
            </a:r>
            <a:r>
              <a:rPr lang="en-US" sz="1200" spc="-10" dirty="0" err="1">
                <a:solidFill>
                  <a:srgbClr val="DCDCAA"/>
                </a:solidFill>
                <a:effectLst/>
                <a:latin typeface="+mn-lt"/>
                <a:ea typeface="Calibri" panose="020F0502020204030204" pitchFamily="34" charset="0"/>
              </a:rPr>
              <a:t>setAge</a:t>
            </a:r>
            <a:r>
              <a:rPr lang="en-US" sz="1200" spc="-10" dirty="0">
                <a:solidFill>
                  <a:srgbClr val="D3D3D3"/>
                </a:solidFill>
                <a:effectLst/>
                <a:latin typeface="+mn-lt"/>
                <a:ea typeface="Calibri" panose="020F0502020204030204" pitchFamily="34" charset="0"/>
              </a:rPr>
              <a:t>(</a:t>
            </a:r>
            <a:r>
              <a:rPr lang="en-US" sz="1200" spc="-10" dirty="0" err="1">
                <a:solidFill>
                  <a:srgbClr val="9CDCFD"/>
                </a:solidFill>
                <a:effectLst/>
                <a:latin typeface="+mn-lt"/>
                <a:ea typeface="Calibri" panose="020F0502020204030204" pitchFamily="34" charset="0"/>
              </a:rPr>
              <a:t>e</a:t>
            </a:r>
            <a:r>
              <a:rPr lang="en-US" sz="1200" spc="-10" dirty="0" err="1">
                <a:solidFill>
                  <a:srgbClr val="D3D3D3"/>
                </a:solidFill>
                <a:effectLst/>
                <a:latin typeface="+mn-lt"/>
                <a:ea typeface="Calibri" panose="020F0502020204030204" pitchFamily="34" charset="0"/>
              </a:rPr>
              <a:t>.</a:t>
            </a:r>
            <a:r>
              <a:rPr lang="en-US" sz="1200" spc="-10" dirty="0" err="1">
                <a:solidFill>
                  <a:srgbClr val="9CDCFD"/>
                </a:solidFill>
                <a:effectLst/>
                <a:latin typeface="+mn-lt"/>
                <a:ea typeface="Calibri" panose="020F0502020204030204" pitchFamily="34" charset="0"/>
              </a:rPr>
              <a:t>target</a:t>
            </a:r>
            <a:r>
              <a:rPr lang="en-US" sz="1200" spc="-10" dirty="0" err="1">
                <a:solidFill>
                  <a:srgbClr val="D3D3D3"/>
                </a:solidFill>
                <a:effectLst/>
                <a:latin typeface="+mn-lt"/>
                <a:ea typeface="Calibri" panose="020F0502020204030204" pitchFamily="34" charset="0"/>
              </a:rPr>
              <a:t>.</a:t>
            </a:r>
            <a:r>
              <a:rPr lang="en-US" sz="1200" spc="-10" dirty="0" err="1">
                <a:solidFill>
                  <a:srgbClr val="9CDCFD"/>
                </a:solidFill>
                <a:effectLst/>
                <a:latin typeface="+mn-lt"/>
                <a:ea typeface="Calibri" panose="020F0502020204030204" pitchFamily="34" charset="0"/>
              </a:rPr>
              <a:t>value</a:t>
            </a:r>
            <a:r>
              <a:rPr lang="en-US" sz="1200" spc="-10" dirty="0">
                <a:solidFill>
                  <a:srgbClr val="D3D3D3"/>
                </a:solidFill>
                <a:effectLst/>
                <a:latin typeface="+mn-lt"/>
                <a:ea typeface="Calibri" panose="020F0502020204030204" pitchFamily="34" charset="0"/>
              </a:rPr>
              <a:t>)</a:t>
            </a:r>
            <a:r>
              <a:rPr lang="en-US" sz="1200" spc="-50" dirty="0">
                <a:solidFill>
                  <a:srgbClr val="D3D3D3"/>
                </a:solidFill>
                <a:effectLst/>
                <a:latin typeface="+mn-lt"/>
                <a:ea typeface="Calibri" panose="020F0502020204030204" pitchFamily="34" charset="0"/>
              </a:rPr>
              <a:t>}</a:t>
            </a:r>
            <a:endParaRPr lang="fr-FR" sz="1200" dirty="0">
              <a:effectLst/>
              <a:latin typeface="+mn-lt"/>
              <a:ea typeface="Calibri" panose="020F0502020204030204" pitchFamily="34" charset="0"/>
            </a:endParaRPr>
          </a:p>
          <a:p>
            <a:pPr marL="310515" marR="833755" indent="-292735" algn="l">
              <a:lnSpc>
                <a:spcPct val="115000"/>
              </a:lnSpc>
              <a:spcBef>
                <a:spcPts val="200"/>
              </a:spcBef>
              <a:spcAft>
                <a:spcPts val="0"/>
              </a:spcAft>
            </a:pPr>
            <a:r>
              <a:rPr lang="en-US" sz="1200" dirty="0">
                <a:solidFill>
                  <a:srgbClr val="DCDCAA"/>
                </a:solidFill>
                <a:effectLst/>
                <a:latin typeface="+mn-lt"/>
                <a:ea typeface="Calibri" panose="020F0502020204030204" pitchFamily="34" charset="0"/>
              </a:rPr>
              <a:t>   </a:t>
            </a:r>
            <a:r>
              <a:rPr lang="en-US" sz="1200" dirty="0" err="1">
                <a:solidFill>
                  <a:srgbClr val="DCDCAA"/>
                </a:solidFill>
                <a:effectLst/>
                <a:latin typeface="+mn-lt"/>
                <a:ea typeface="Calibri" panose="020F0502020204030204" pitchFamily="34" charset="0"/>
              </a:rPr>
              <a:t>useEffect</a:t>
            </a:r>
            <a:r>
              <a:rPr lang="en-US" sz="1200" dirty="0">
                <a:solidFill>
                  <a:srgbClr val="D3D3D3"/>
                </a:solidFill>
                <a:effectLst/>
                <a:latin typeface="+mn-lt"/>
                <a:ea typeface="Calibri" panose="020F0502020204030204" pitchFamily="34" charset="0"/>
              </a:rPr>
              <a:t>(</a:t>
            </a:r>
            <a:r>
              <a:rPr lang="en-US" sz="1200" dirty="0">
                <a:solidFill>
                  <a:srgbClr val="559CD5"/>
                </a:solidFill>
                <a:effectLst/>
                <a:latin typeface="+mn-lt"/>
                <a:ea typeface="Calibri" panose="020F0502020204030204" pitchFamily="34" charset="0"/>
              </a:rPr>
              <a:t>function</a:t>
            </a:r>
            <a:r>
              <a:rPr lang="en-US" sz="1200" dirty="0">
                <a:solidFill>
                  <a:srgbClr val="D3D3D3"/>
                </a:solidFill>
                <a:effectLst/>
                <a:latin typeface="+mn-lt"/>
                <a:ea typeface="Calibri" panose="020F0502020204030204" pitchFamily="34" charset="0"/>
              </a:rPr>
              <a:t>(){</a:t>
            </a:r>
            <a:r>
              <a:rPr lang="en-US" sz="1200" dirty="0" err="1">
                <a:solidFill>
                  <a:srgbClr val="9CDCFD"/>
                </a:solidFill>
                <a:effectLst/>
                <a:latin typeface="+mn-lt"/>
                <a:ea typeface="Calibri" panose="020F0502020204030204" pitchFamily="34" charset="0"/>
              </a:rPr>
              <a:t>document</a:t>
            </a:r>
            <a:r>
              <a:rPr lang="en-US" sz="1200" dirty="0" err="1">
                <a:solidFill>
                  <a:srgbClr val="D3D3D3"/>
                </a:solidFill>
                <a:effectLst/>
                <a:latin typeface="+mn-lt"/>
                <a:ea typeface="Calibri" panose="020F0502020204030204" pitchFamily="34" charset="0"/>
              </a:rPr>
              <a:t>.</a:t>
            </a:r>
            <a:r>
              <a:rPr lang="en-US" sz="1200" dirty="0" err="1">
                <a:solidFill>
                  <a:srgbClr val="9CDCFD"/>
                </a:solidFill>
                <a:effectLst/>
                <a:latin typeface="+mn-lt"/>
                <a:ea typeface="Calibri" panose="020F0502020204030204" pitchFamily="34" charset="0"/>
              </a:rPr>
              <a:t>title</a:t>
            </a:r>
            <a:r>
              <a:rPr lang="en-US" sz="1200" dirty="0">
                <a:solidFill>
                  <a:srgbClr val="D3D3D3"/>
                </a:solidFill>
                <a:effectLst/>
                <a:latin typeface="+mn-lt"/>
                <a:ea typeface="Calibri" panose="020F0502020204030204" pitchFamily="34" charset="0"/>
              </a:rPr>
              <a:t>=</a:t>
            </a:r>
            <a:r>
              <a:rPr lang="en-US" sz="1200" dirty="0">
                <a:solidFill>
                  <a:srgbClr val="4FC1FF"/>
                </a:solidFill>
                <a:effectLst/>
                <a:latin typeface="+mn-lt"/>
                <a:ea typeface="Calibri" panose="020F0502020204030204" pitchFamily="34" charset="0"/>
              </a:rPr>
              <a:t>nom</a:t>
            </a:r>
            <a:r>
              <a:rPr lang="en-US" sz="1200" dirty="0">
                <a:solidFill>
                  <a:srgbClr val="D3D3D3"/>
                </a:solidFill>
                <a:effectLst/>
                <a:latin typeface="+mn-lt"/>
                <a:ea typeface="Calibri" panose="020F0502020204030204" pitchFamily="34" charset="0"/>
              </a:rPr>
              <a:t>+</a:t>
            </a:r>
            <a:r>
              <a:rPr lang="en-US" sz="1200" dirty="0">
                <a:solidFill>
                  <a:srgbClr val="CE9178"/>
                </a:solidFill>
                <a:effectLst/>
                <a:latin typeface="+mn-lt"/>
                <a:ea typeface="Calibri" panose="020F0502020204030204" pitchFamily="34" charset="0"/>
              </a:rPr>
              <a:t>"</a:t>
            </a:r>
            <a:r>
              <a:rPr lang="en-US" sz="1200" spc="-145" dirty="0">
                <a:solidFill>
                  <a:srgbClr val="CE9178"/>
                </a:solidFill>
                <a:effectLst/>
                <a:latin typeface="+mn-lt"/>
                <a:ea typeface="Calibri" panose="020F0502020204030204" pitchFamily="34" charset="0"/>
              </a:rPr>
              <a:t> </a:t>
            </a:r>
            <a:r>
              <a:rPr lang="en-US" sz="1200" dirty="0">
                <a:solidFill>
                  <a:srgbClr val="CE9178"/>
                </a:solidFill>
                <a:effectLst/>
                <a:latin typeface="+mn-lt"/>
                <a:ea typeface="Calibri" panose="020F0502020204030204" pitchFamily="34" charset="0"/>
              </a:rPr>
              <a:t>"</a:t>
            </a:r>
            <a:r>
              <a:rPr lang="en-US" sz="1200" dirty="0">
                <a:solidFill>
                  <a:srgbClr val="D3D3D3"/>
                </a:solidFill>
                <a:effectLst/>
                <a:latin typeface="+mn-lt"/>
                <a:ea typeface="Calibri" panose="020F0502020204030204" pitchFamily="34" charset="0"/>
              </a:rPr>
              <a:t>+</a:t>
            </a:r>
            <a:r>
              <a:rPr lang="en-US" sz="1200" dirty="0" err="1">
                <a:solidFill>
                  <a:srgbClr val="4FC1FF"/>
                </a:solidFill>
                <a:effectLst/>
                <a:latin typeface="+mn-lt"/>
                <a:ea typeface="Calibri" panose="020F0502020204030204" pitchFamily="34" charset="0"/>
              </a:rPr>
              <a:t>prenom</a:t>
            </a:r>
            <a:r>
              <a:rPr lang="en-US" sz="1200" dirty="0">
                <a:solidFill>
                  <a:srgbClr val="D3D3D3"/>
                </a:solidFill>
                <a:effectLst/>
                <a:latin typeface="+mn-lt"/>
                <a:ea typeface="Calibri" panose="020F0502020204030204" pitchFamily="34" charset="0"/>
              </a:rPr>
              <a:t>;},[</a:t>
            </a:r>
            <a:r>
              <a:rPr lang="en-US" sz="1200" dirty="0" err="1">
                <a:solidFill>
                  <a:srgbClr val="4FC1FF"/>
                </a:solidFill>
                <a:effectLst/>
                <a:latin typeface="+mn-lt"/>
                <a:ea typeface="Calibri" panose="020F0502020204030204" pitchFamily="34" charset="0"/>
              </a:rPr>
              <a:t>nom</a:t>
            </a:r>
            <a:r>
              <a:rPr lang="en-US" sz="1200" dirty="0" err="1">
                <a:solidFill>
                  <a:srgbClr val="D3D3D3"/>
                </a:solidFill>
                <a:effectLst/>
                <a:latin typeface="+mn-lt"/>
                <a:ea typeface="Calibri" panose="020F0502020204030204" pitchFamily="34" charset="0"/>
              </a:rPr>
              <a:t>,</a:t>
            </a:r>
            <a:r>
              <a:rPr lang="en-US" sz="1200" dirty="0" err="1">
                <a:solidFill>
                  <a:srgbClr val="4FC1FF"/>
                </a:solidFill>
                <a:effectLst/>
                <a:latin typeface="+mn-lt"/>
                <a:ea typeface="Calibri" panose="020F0502020204030204" pitchFamily="34" charset="0"/>
              </a:rPr>
              <a:t>prenom</a:t>
            </a:r>
            <a:r>
              <a:rPr lang="en-US" sz="1200" dirty="0">
                <a:solidFill>
                  <a:srgbClr val="D3D3D3"/>
                </a:solidFill>
                <a:effectLst/>
                <a:latin typeface="+mn-lt"/>
                <a:ea typeface="Calibri" panose="020F0502020204030204" pitchFamily="34" charset="0"/>
              </a:rPr>
              <a:t>]) </a:t>
            </a:r>
          </a:p>
          <a:p>
            <a:pPr marL="310515" marR="833755" indent="-292735" algn="l">
              <a:lnSpc>
                <a:spcPct val="115000"/>
              </a:lnSpc>
              <a:spcBef>
                <a:spcPts val="200"/>
              </a:spcBef>
              <a:spcAft>
                <a:spcPts val="0"/>
              </a:spcAft>
            </a:pPr>
            <a:r>
              <a:rPr lang="en-US" sz="1200" spc="-10" dirty="0">
                <a:solidFill>
                  <a:srgbClr val="C585C0"/>
                </a:solidFill>
                <a:effectLst/>
                <a:latin typeface="+mn-lt"/>
                <a:ea typeface="Calibri" panose="020F0502020204030204" pitchFamily="34" charset="0"/>
              </a:rPr>
              <a:t>         return</a:t>
            </a:r>
            <a:r>
              <a:rPr lang="en-US" sz="1200" spc="-10" dirty="0">
                <a:solidFill>
                  <a:srgbClr val="D3D3D3"/>
                </a:solidFill>
                <a:effectLst/>
                <a:latin typeface="+mn-lt"/>
                <a:ea typeface="Calibri" panose="020F0502020204030204" pitchFamily="34" charset="0"/>
              </a:rPr>
              <a:t>(</a:t>
            </a:r>
            <a:endParaRPr lang="fr-FR" sz="1200" dirty="0">
              <a:effectLst/>
              <a:latin typeface="+mn-lt"/>
              <a:ea typeface="Calibri" panose="020F0502020204030204" pitchFamily="34" charset="0"/>
            </a:endParaRPr>
          </a:p>
          <a:p>
            <a:pPr marR="4223385" algn="l">
              <a:spcBef>
                <a:spcPts val="15"/>
              </a:spcBef>
              <a:spcAft>
                <a:spcPts val="0"/>
              </a:spcAft>
            </a:pPr>
            <a:r>
              <a:rPr lang="en-US" sz="1200" spc="-10" dirty="0">
                <a:solidFill>
                  <a:srgbClr val="808080"/>
                </a:solidFill>
                <a:effectLst/>
                <a:latin typeface="+mn-lt"/>
                <a:ea typeface="Calibri" panose="020F0502020204030204" pitchFamily="34" charset="0"/>
              </a:rPr>
              <a:t>              &lt;</a:t>
            </a:r>
            <a:r>
              <a:rPr lang="en-US" sz="1200" spc="-10" dirty="0">
                <a:solidFill>
                  <a:srgbClr val="559CD5"/>
                </a:solidFill>
                <a:effectLst/>
                <a:latin typeface="+mn-lt"/>
                <a:ea typeface="Calibri" panose="020F0502020204030204" pitchFamily="34" charset="0"/>
              </a:rPr>
              <a:t>div</a:t>
            </a:r>
            <a:r>
              <a:rPr lang="en-US"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905" marR="4223385" algn="l">
              <a:spcBef>
                <a:spcPts val="200"/>
              </a:spcBef>
              <a:spcAft>
                <a:spcPts val="0"/>
              </a:spcAft>
            </a:pPr>
            <a:r>
              <a:rPr lang="en-US" sz="1200" spc="-10" dirty="0">
                <a:solidFill>
                  <a:srgbClr val="808080"/>
                </a:solidFill>
                <a:effectLst/>
                <a:latin typeface="+mn-lt"/>
                <a:ea typeface="Calibri" panose="020F0502020204030204" pitchFamily="34" charset="0"/>
              </a:rPr>
              <a:t>	&lt;</a:t>
            </a:r>
            <a:r>
              <a:rPr lang="en-US" sz="1200" spc="-10" dirty="0">
                <a:solidFill>
                  <a:srgbClr val="559CD5"/>
                </a:solidFill>
                <a:effectLst/>
                <a:latin typeface="+mn-lt"/>
                <a:ea typeface="Calibri" panose="020F0502020204030204" pitchFamily="34" charset="0"/>
              </a:rPr>
              <a:t>label</a:t>
            </a:r>
            <a:r>
              <a:rPr lang="en-US" sz="1200" spc="-10" dirty="0">
                <a:solidFill>
                  <a:srgbClr val="808080"/>
                </a:solidFill>
                <a:effectLst/>
                <a:latin typeface="+mn-lt"/>
                <a:ea typeface="Calibri" panose="020F0502020204030204" pitchFamily="34" charset="0"/>
              </a:rPr>
              <a:t>&gt;</a:t>
            </a:r>
            <a:r>
              <a:rPr lang="en-US" sz="1200" spc="-10" dirty="0">
                <a:solidFill>
                  <a:srgbClr val="D3D3D3"/>
                </a:solidFill>
                <a:effectLst/>
                <a:latin typeface="+mn-lt"/>
                <a:ea typeface="Calibri" panose="020F0502020204030204" pitchFamily="34" charset="0"/>
              </a:rPr>
              <a:t>nom:</a:t>
            </a:r>
            <a:r>
              <a:rPr lang="en-US" sz="1200" spc="-10" dirty="0">
                <a:solidFill>
                  <a:srgbClr val="808080"/>
                </a:solidFill>
                <a:effectLst/>
                <a:latin typeface="+mn-lt"/>
                <a:ea typeface="Calibri" panose="020F0502020204030204" pitchFamily="34" charset="0"/>
              </a:rPr>
              <a:t>&lt;/</a:t>
            </a:r>
            <a:r>
              <a:rPr lang="en-US" sz="1200" spc="-10" dirty="0">
                <a:solidFill>
                  <a:srgbClr val="559CD5"/>
                </a:solidFill>
                <a:effectLst/>
                <a:latin typeface="+mn-lt"/>
                <a:ea typeface="Calibri" panose="020F0502020204030204" pitchFamily="34" charset="0"/>
              </a:rPr>
              <a:t>label</a:t>
            </a:r>
            <a:r>
              <a:rPr lang="en-US"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R="1289050" algn="l">
              <a:spcBef>
                <a:spcPts val="200"/>
              </a:spcBef>
              <a:spcAft>
                <a:spcPts val="0"/>
              </a:spcAft>
            </a:pPr>
            <a:r>
              <a:rPr lang="en-US" sz="1200" dirty="0">
                <a:solidFill>
                  <a:srgbClr val="808080"/>
                </a:solidFill>
                <a:effectLst/>
                <a:latin typeface="+mn-lt"/>
                <a:ea typeface="Calibri" panose="020F0502020204030204" pitchFamily="34" charset="0"/>
              </a:rPr>
              <a:t>	&lt;</a:t>
            </a:r>
            <a:r>
              <a:rPr lang="en-US" sz="1200" dirty="0">
                <a:solidFill>
                  <a:srgbClr val="559CD5"/>
                </a:solidFill>
                <a:effectLst/>
                <a:latin typeface="+mn-lt"/>
                <a:ea typeface="Calibri" panose="020F0502020204030204" pitchFamily="34" charset="0"/>
              </a:rPr>
              <a:t>input</a:t>
            </a:r>
            <a:r>
              <a:rPr lang="en-US" sz="1200" spc="-45" dirty="0">
                <a:solidFill>
                  <a:srgbClr val="559CD5"/>
                </a:solidFill>
                <a:effectLst/>
                <a:latin typeface="+mn-lt"/>
                <a:ea typeface="Calibri" panose="020F0502020204030204" pitchFamily="34" charset="0"/>
              </a:rPr>
              <a:t> </a:t>
            </a:r>
            <a:r>
              <a:rPr lang="en-US" sz="1200" dirty="0">
                <a:solidFill>
                  <a:srgbClr val="9CDCFD"/>
                </a:solidFill>
                <a:effectLst/>
                <a:latin typeface="+mn-lt"/>
                <a:ea typeface="Calibri" panose="020F0502020204030204" pitchFamily="34" charset="0"/>
              </a:rPr>
              <a:t>type</a:t>
            </a:r>
            <a:r>
              <a:rPr lang="en-US" sz="1200" dirty="0">
                <a:solidFill>
                  <a:srgbClr val="D3D3D3"/>
                </a:solidFill>
                <a:effectLst/>
                <a:latin typeface="+mn-lt"/>
                <a:ea typeface="Calibri" panose="020F0502020204030204" pitchFamily="34" charset="0"/>
              </a:rPr>
              <a:t>=</a:t>
            </a:r>
            <a:r>
              <a:rPr lang="en-US" sz="1200" dirty="0">
                <a:solidFill>
                  <a:srgbClr val="CE9178"/>
                </a:solidFill>
                <a:effectLst/>
                <a:latin typeface="+mn-lt"/>
                <a:ea typeface="Calibri" panose="020F0502020204030204" pitchFamily="34" charset="0"/>
              </a:rPr>
              <a:t>"text"</a:t>
            </a:r>
            <a:r>
              <a:rPr lang="en-US" sz="1200" spc="210" dirty="0">
                <a:solidFill>
                  <a:srgbClr val="CE9178"/>
                </a:solidFill>
                <a:effectLst/>
                <a:latin typeface="+mn-lt"/>
                <a:ea typeface="Calibri" panose="020F0502020204030204" pitchFamily="34" charset="0"/>
              </a:rPr>
              <a:t> </a:t>
            </a:r>
            <a:r>
              <a:rPr lang="en-US" sz="1200" dirty="0">
                <a:solidFill>
                  <a:srgbClr val="9CDCFD"/>
                </a:solidFill>
                <a:effectLst/>
                <a:latin typeface="+mn-lt"/>
                <a:ea typeface="Calibri" panose="020F0502020204030204" pitchFamily="34" charset="0"/>
              </a:rPr>
              <a:t>value</a:t>
            </a:r>
            <a:r>
              <a:rPr lang="en-US" sz="1200" dirty="0">
                <a:solidFill>
                  <a:srgbClr val="D3D3D3"/>
                </a:solidFill>
                <a:effectLst/>
                <a:latin typeface="+mn-lt"/>
                <a:ea typeface="Calibri" panose="020F0502020204030204" pitchFamily="34" charset="0"/>
              </a:rPr>
              <a:t>=</a:t>
            </a:r>
            <a:r>
              <a:rPr lang="en-US" sz="1200" dirty="0">
                <a:solidFill>
                  <a:srgbClr val="559CD5"/>
                </a:solidFill>
                <a:effectLst/>
                <a:latin typeface="+mn-lt"/>
                <a:ea typeface="Calibri" panose="020F0502020204030204" pitchFamily="34" charset="0"/>
              </a:rPr>
              <a:t>{</a:t>
            </a:r>
            <a:r>
              <a:rPr lang="en-US" sz="1200" dirty="0">
                <a:solidFill>
                  <a:srgbClr val="4FC1FF"/>
                </a:solidFill>
                <a:effectLst/>
                <a:latin typeface="+mn-lt"/>
                <a:ea typeface="Calibri" panose="020F0502020204030204" pitchFamily="34" charset="0"/>
              </a:rPr>
              <a:t>nom</a:t>
            </a:r>
            <a:r>
              <a:rPr lang="en-US" sz="1200" dirty="0">
                <a:solidFill>
                  <a:srgbClr val="559CD5"/>
                </a:solidFill>
                <a:effectLst/>
                <a:latin typeface="+mn-lt"/>
                <a:ea typeface="Calibri" panose="020F0502020204030204" pitchFamily="34" charset="0"/>
              </a:rPr>
              <a:t>}</a:t>
            </a:r>
            <a:r>
              <a:rPr lang="en-US" sz="1200" spc="-45" dirty="0">
                <a:solidFill>
                  <a:srgbClr val="559CD5"/>
                </a:solidFill>
                <a:effectLst/>
                <a:latin typeface="+mn-lt"/>
                <a:ea typeface="Calibri" panose="020F0502020204030204" pitchFamily="34" charset="0"/>
              </a:rPr>
              <a:t> </a:t>
            </a:r>
            <a:r>
              <a:rPr lang="en-US" sz="1200" spc="-10" dirty="0" err="1">
                <a:solidFill>
                  <a:srgbClr val="9CDCFD"/>
                </a:solidFill>
                <a:effectLst/>
                <a:latin typeface="+mn-lt"/>
                <a:ea typeface="Calibri" panose="020F0502020204030204" pitchFamily="34" charset="0"/>
              </a:rPr>
              <a:t>onChange</a:t>
            </a:r>
            <a:r>
              <a:rPr lang="en-US" sz="1200" spc="-10" dirty="0">
                <a:solidFill>
                  <a:srgbClr val="D3D3D3"/>
                </a:solidFill>
                <a:effectLst/>
                <a:latin typeface="+mn-lt"/>
                <a:ea typeface="Calibri" panose="020F0502020204030204" pitchFamily="34" charset="0"/>
              </a:rPr>
              <a:t>=</a:t>
            </a:r>
            <a:r>
              <a:rPr lang="en-US" sz="1200" spc="-10" dirty="0">
                <a:solidFill>
                  <a:srgbClr val="559CD5"/>
                </a:solidFill>
                <a:effectLst/>
                <a:latin typeface="+mn-lt"/>
                <a:ea typeface="Calibri" panose="020F0502020204030204" pitchFamily="34" charset="0"/>
              </a:rPr>
              <a:t>{</a:t>
            </a:r>
            <a:r>
              <a:rPr lang="en-US" sz="1200" spc="-10" dirty="0" err="1">
                <a:solidFill>
                  <a:srgbClr val="DCDCAA"/>
                </a:solidFill>
                <a:effectLst/>
                <a:latin typeface="+mn-lt"/>
                <a:ea typeface="Calibri" panose="020F0502020204030204" pitchFamily="34" charset="0"/>
              </a:rPr>
              <a:t>changeNom</a:t>
            </a:r>
            <a:r>
              <a:rPr lang="en-US" sz="1200" spc="-10" dirty="0">
                <a:solidFill>
                  <a:srgbClr val="559CD5"/>
                </a:solidFill>
                <a:effectLst/>
                <a:latin typeface="+mn-lt"/>
                <a:ea typeface="Calibri" panose="020F0502020204030204" pitchFamily="34" charset="0"/>
              </a:rPr>
              <a:t>}</a:t>
            </a:r>
            <a:r>
              <a:rPr lang="en-US" sz="1200" spc="-10" dirty="0">
                <a:solidFill>
                  <a:srgbClr val="808080"/>
                </a:solidFill>
                <a:effectLst/>
                <a:latin typeface="+mn-lt"/>
                <a:ea typeface="Calibri" panose="020F0502020204030204" pitchFamily="34" charset="0"/>
              </a:rPr>
              <a:t>&gt;&lt;/</a:t>
            </a:r>
            <a:r>
              <a:rPr lang="en-US" sz="1200" spc="-10" dirty="0">
                <a:solidFill>
                  <a:srgbClr val="559CD5"/>
                </a:solidFill>
                <a:effectLst/>
                <a:latin typeface="+mn-lt"/>
                <a:ea typeface="Calibri" panose="020F0502020204030204" pitchFamily="34" charset="0"/>
              </a:rPr>
              <a:t>input</a:t>
            </a:r>
            <a:r>
              <a:rPr lang="en-US"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7780" algn="l"/>
            <a:r>
              <a:rPr lang="en-US" sz="1200" spc="-10" dirty="0">
                <a:solidFill>
                  <a:srgbClr val="808080"/>
                </a:solidFill>
                <a:effectLst/>
                <a:latin typeface="+mn-lt"/>
                <a:ea typeface="Calibri" panose="020F0502020204030204" pitchFamily="34" charset="0"/>
              </a:rPr>
              <a:t>	&lt;</a:t>
            </a:r>
            <a:r>
              <a:rPr lang="en-US" sz="1200" spc="-10" dirty="0">
                <a:solidFill>
                  <a:srgbClr val="559CD5"/>
                </a:solidFill>
                <a:effectLst/>
                <a:latin typeface="+mn-lt"/>
                <a:ea typeface="Calibri" panose="020F0502020204030204" pitchFamily="34" charset="0"/>
              </a:rPr>
              <a:t>label</a:t>
            </a:r>
            <a:r>
              <a:rPr lang="en-US" sz="1200" spc="-10" dirty="0">
                <a:solidFill>
                  <a:srgbClr val="808080"/>
                </a:solidFill>
                <a:effectLst/>
                <a:latin typeface="+mn-lt"/>
                <a:ea typeface="Calibri" panose="020F0502020204030204" pitchFamily="34" charset="0"/>
              </a:rPr>
              <a:t>&gt;</a:t>
            </a:r>
            <a:r>
              <a:rPr lang="en-US" sz="1200" spc="-10" dirty="0" err="1">
                <a:solidFill>
                  <a:srgbClr val="D3D3D3"/>
                </a:solidFill>
                <a:effectLst/>
                <a:latin typeface="+mn-lt"/>
                <a:ea typeface="Calibri" panose="020F0502020204030204" pitchFamily="34" charset="0"/>
              </a:rPr>
              <a:t>prénom</a:t>
            </a:r>
            <a:r>
              <a:rPr lang="en-US" sz="1200" spc="-10" dirty="0">
                <a:solidFill>
                  <a:srgbClr val="D3D3D3"/>
                </a:solidFill>
                <a:effectLst/>
                <a:latin typeface="+mn-lt"/>
                <a:ea typeface="Calibri" panose="020F0502020204030204" pitchFamily="34" charset="0"/>
              </a:rPr>
              <a:t>:</a:t>
            </a:r>
            <a:r>
              <a:rPr lang="en-US" sz="1200" spc="-10" dirty="0">
                <a:solidFill>
                  <a:srgbClr val="808080"/>
                </a:solidFill>
                <a:effectLst/>
                <a:latin typeface="+mn-lt"/>
                <a:ea typeface="Calibri" panose="020F0502020204030204" pitchFamily="34" charset="0"/>
              </a:rPr>
              <a:t>&lt;/</a:t>
            </a:r>
            <a:r>
              <a:rPr lang="en-US" sz="1200" spc="-10" dirty="0">
                <a:solidFill>
                  <a:srgbClr val="559CD5"/>
                </a:solidFill>
                <a:effectLst/>
                <a:latin typeface="+mn-lt"/>
                <a:ea typeface="Calibri" panose="020F0502020204030204" pitchFamily="34" charset="0"/>
              </a:rPr>
              <a:t>label</a:t>
            </a:r>
            <a:r>
              <a:rPr lang="en-US"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7780" algn="l">
              <a:spcBef>
                <a:spcPts val="200"/>
              </a:spcBef>
              <a:spcAft>
                <a:spcPts val="0"/>
              </a:spcAft>
            </a:pPr>
            <a:r>
              <a:rPr lang="en-US" sz="1200" dirty="0">
                <a:solidFill>
                  <a:srgbClr val="808080"/>
                </a:solidFill>
                <a:effectLst/>
                <a:latin typeface="+mn-lt"/>
                <a:ea typeface="Calibri" panose="020F0502020204030204" pitchFamily="34" charset="0"/>
              </a:rPr>
              <a:t>	&lt;</a:t>
            </a:r>
            <a:r>
              <a:rPr lang="en-US" sz="1200" dirty="0">
                <a:solidFill>
                  <a:srgbClr val="559CD5"/>
                </a:solidFill>
                <a:effectLst/>
                <a:latin typeface="+mn-lt"/>
                <a:ea typeface="Calibri" panose="020F0502020204030204" pitchFamily="34" charset="0"/>
              </a:rPr>
              <a:t>input</a:t>
            </a:r>
            <a:r>
              <a:rPr lang="en-US" sz="1200" spc="-50" dirty="0">
                <a:solidFill>
                  <a:srgbClr val="559CD5"/>
                </a:solidFill>
                <a:effectLst/>
                <a:latin typeface="+mn-lt"/>
                <a:ea typeface="Calibri" panose="020F0502020204030204" pitchFamily="34" charset="0"/>
              </a:rPr>
              <a:t> </a:t>
            </a:r>
            <a:r>
              <a:rPr lang="en-US" sz="1200" dirty="0">
                <a:solidFill>
                  <a:srgbClr val="9CDCFD"/>
                </a:solidFill>
                <a:effectLst/>
                <a:latin typeface="+mn-lt"/>
                <a:ea typeface="Calibri" panose="020F0502020204030204" pitchFamily="34" charset="0"/>
              </a:rPr>
              <a:t>type</a:t>
            </a:r>
            <a:r>
              <a:rPr lang="en-US" sz="1200" dirty="0">
                <a:solidFill>
                  <a:srgbClr val="D3D3D3"/>
                </a:solidFill>
                <a:effectLst/>
                <a:latin typeface="+mn-lt"/>
                <a:ea typeface="Calibri" panose="020F0502020204030204" pitchFamily="34" charset="0"/>
              </a:rPr>
              <a:t>=</a:t>
            </a:r>
            <a:r>
              <a:rPr lang="en-US" sz="1200" dirty="0">
                <a:solidFill>
                  <a:srgbClr val="CE9178"/>
                </a:solidFill>
                <a:effectLst/>
                <a:latin typeface="+mn-lt"/>
                <a:ea typeface="Calibri" panose="020F0502020204030204" pitchFamily="34" charset="0"/>
              </a:rPr>
              <a:t>"text"</a:t>
            </a:r>
            <a:r>
              <a:rPr lang="en-US" sz="1200" spc="205" dirty="0">
                <a:solidFill>
                  <a:srgbClr val="CE9178"/>
                </a:solidFill>
                <a:effectLst/>
                <a:latin typeface="+mn-lt"/>
                <a:ea typeface="Calibri" panose="020F0502020204030204" pitchFamily="34" charset="0"/>
              </a:rPr>
              <a:t> </a:t>
            </a:r>
            <a:r>
              <a:rPr lang="en-US" sz="1200" dirty="0">
                <a:solidFill>
                  <a:srgbClr val="9CDCFD"/>
                </a:solidFill>
                <a:effectLst/>
                <a:latin typeface="+mn-lt"/>
                <a:ea typeface="Calibri" panose="020F0502020204030204" pitchFamily="34" charset="0"/>
              </a:rPr>
              <a:t>value</a:t>
            </a:r>
            <a:r>
              <a:rPr lang="en-US" sz="1200" dirty="0">
                <a:solidFill>
                  <a:srgbClr val="D3D3D3"/>
                </a:solidFill>
                <a:effectLst/>
                <a:latin typeface="+mn-lt"/>
                <a:ea typeface="Calibri" panose="020F0502020204030204" pitchFamily="34" charset="0"/>
              </a:rPr>
              <a:t>=</a:t>
            </a:r>
            <a:r>
              <a:rPr lang="en-US" sz="1200" dirty="0">
                <a:solidFill>
                  <a:srgbClr val="559CD5"/>
                </a:solidFill>
                <a:effectLst/>
                <a:latin typeface="+mn-lt"/>
                <a:ea typeface="Calibri" panose="020F0502020204030204" pitchFamily="34" charset="0"/>
              </a:rPr>
              <a:t>{</a:t>
            </a:r>
            <a:r>
              <a:rPr lang="en-US" sz="1200" dirty="0" err="1">
                <a:solidFill>
                  <a:srgbClr val="4FC1FF"/>
                </a:solidFill>
                <a:effectLst/>
                <a:latin typeface="+mn-lt"/>
                <a:ea typeface="Calibri" panose="020F0502020204030204" pitchFamily="34" charset="0"/>
              </a:rPr>
              <a:t>prenom</a:t>
            </a:r>
            <a:r>
              <a:rPr lang="en-US" sz="1200" dirty="0">
                <a:solidFill>
                  <a:srgbClr val="559CD5"/>
                </a:solidFill>
                <a:effectLst/>
                <a:latin typeface="+mn-lt"/>
                <a:ea typeface="Calibri" panose="020F0502020204030204" pitchFamily="34" charset="0"/>
              </a:rPr>
              <a:t>}</a:t>
            </a:r>
            <a:r>
              <a:rPr lang="en-US" sz="1200" spc="-35" dirty="0">
                <a:solidFill>
                  <a:srgbClr val="559CD5"/>
                </a:solidFill>
                <a:effectLst/>
                <a:latin typeface="+mn-lt"/>
                <a:ea typeface="Calibri" panose="020F0502020204030204" pitchFamily="34" charset="0"/>
              </a:rPr>
              <a:t> </a:t>
            </a:r>
            <a:r>
              <a:rPr lang="en-US" sz="1200" spc="-10" dirty="0" err="1">
                <a:solidFill>
                  <a:srgbClr val="9CDCFD"/>
                </a:solidFill>
                <a:effectLst/>
                <a:latin typeface="+mn-lt"/>
                <a:ea typeface="Calibri" panose="020F0502020204030204" pitchFamily="34" charset="0"/>
              </a:rPr>
              <a:t>onChange</a:t>
            </a:r>
            <a:r>
              <a:rPr lang="en-US" sz="1200" spc="-10" dirty="0">
                <a:solidFill>
                  <a:srgbClr val="D3D3D3"/>
                </a:solidFill>
                <a:effectLst/>
                <a:latin typeface="+mn-lt"/>
                <a:ea typeface="Calibri" panose="020F0502020204030204" pitchFamily="34" charset="0"/>
              </a:rPr>
              <a:t>=</a:t>
            </a:r>
            <a:r>
              <a:rPr lang="en-US" sz="1200" spc="-10" dirty="0">
                <a:solidFill>
                  <a:srgbClr val="559CD5"/>
                </a:solidFill>
                <a:effectLst/>
                <a:latin typeface="+mn-lt"/>
                <a:ea typeface="Calibri" panose="020F0502020204030204" pitchFamily="34" charset="0"/>
              </a:rPr>
              <a:t>{</a:t>
            </a:r>
            <a:r>
              <a:rPr lang="en-US" sz="1200" spc="-10" dirty="0" err="1">
                <a:solidFill>
                  <a:srgbClr val="DCDCAA"/>
                </a:solidFill>
                <a:effectLst/>
                <a:latin typeface="+mn-lt"/>
                <a:ea typeface="Calibri" panose="020F0502020204030204" pitchFamily="34" charset="0"/>
              </a:rPr>
              <a:t>changePrenom</a:t>
            </a:r>
            <a:r>
              <a:rPr lang="en-US" sz="1200" spc="-10" dirty="0">
                <a:solidFill>
                  <a:srgbClr val="559CD5"/>
                </a:solidFill>
                <a:effectLst/>
                <a:latin typeface="+mn-lt"/>
                <a:ea typeface="Calibri" panose="020F0502020204030204" pitchFamily="34" charset="0"/>
              </a:rPr>
              <a:t>}</a:t>
            </a:r>
            <a:r>
              <a:rPr lang="en-US" sz="1200" spc="-10" dirty="0">
                <a:solidFill>
                  <a:srgbClr val="808080"/>
                </a:solidFill>
                <a:effectLst/>
                <a:latin typeface="+mn-lt"/>
                <a:ea typeface="Calibri" panose="020F0502020204030204" pitchFamily="34" charset="0"/>
              </a:rPr>
              <a:t>&gt;&lt;/</a:t>
            </a:r>
            <a:r>
              <a:rPr lang="en-US" sz="1200" spc="-10" dirty="0">
                <a:solidFill>
                  <a:srgbClr val="559CD5"/>
                </a:solidFill>
                <a:effectLst/>
                <a:latin typeface="+mn-lt"/>
                <a:ea typeface="Calibri" panose="020F0502020204030204" pitchFamily="34" charset="0"/>
              </a:rPr>
              <a:t>input</a:t>
            </a:r>
            <a:r>
              <a:rPr lang="en-US"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7780" algn="l">
              <a:spcBef>
                <a:spcPts val="200"/>
              </a:spcBef>
              <a:spcAft>
                <a:spcPts val="0"/>
              </a:spcAft>
            </a:pPr>
            <a:r>
              <a:rPr lang="en-US" sz="1200" spc="-10" dirty="0">
                <a:solidFill>
                  <a:srgbClr val="808080"/>
                </a:solidFill>
                <a:effectLst/>
                <a:latin typeface="+mn-lt"/>
                <a:ea typeface="Calibri" panose="020F0502020204030204" pitchFamily="34" charset="0"/>
              </a:rPr>
              <a:t>	&lt;</a:t>
            </a:r>
            <a:r>
              <a:rPr lang="en-US" sz="1200" spc="-10" dirty="0">
                <a:solidFill>
                  <a:srgbClr val="559CD5"/>
                </a:solidFill>
                <a:effectLst/>
                <a:latin typeface="+mn-lt"/>
                <a:ea typeface="Calibri" panose="020F0502020204030204" pitchFamily="34" charset="0"/>
              </a:rPr>
              <a:t>label</a:t>
            </a:r>
            <a:r>
              <a:rPr lang="en-US" sz="1200" spc="-10" dirty="0">
                <a:solidFill>
                  <a:srgbClr val="808080"/>
                </a:solidFill>
                <a:effectLst/>
                <a:latin typeface="+mn-lt"/>
                <a:ea typeface="Calibri" panose="020F0502020204030204" pitchFamily="34" charset="0"/>
              </a:rPr>
              <a:t>&gt;</a:t>
            </a:r>
            <a:r>
              <a:rPr lang="en-US" sz="1200" spc="-10" dirty="0">
                <a:solidFill>
                  <a:srgbClr val="D3D3D3"/>
                </a:solidFill>
                <a:effectLst/>
                <a:latin typeface="+mn-lt"/>
                <a:ea typeface="Calibri" panose="020F0502020204030204" pitchFamily="34" charset="0"/>
              </a:rPr>
              <a:t>age:</a:t>
            </a:r>
            <a:r>
              <a:rPr lang="en-US" sz="1200" spc="-10" dirty="0">
                <a:solidFill>
                  <a:srgbClr val="808080"/>
                </a:solidFill>
                <a:effectLst/>
                <a:latin typeface="+mn-lt"/>
                <a:ea typeface="Calibri" panose="020F0502020204030204" pitchFamily="34" charset="0"/>
              </a:rPr>
              <a:t>&lt;/</a:t>
            </a:r>
            <a:r>
              <a:rPr lang="en-US" sz="1200" spc="-10" dirty="0">
                <a:solidFill>
                  <a:srgbClr val="559CD5"/>
                </a:solidFill>
                <a:effectLst/>
                <a:latin typeface="+mn-lt"/>
                <a:ea typeface="Calibri" panose="020F0502020204030204" pitchFamily="34" charset="0"/>
              </a:rPr>
              <a:t>label</a:t>
            </a:r>
            <a:r>
              <a:rPr lang="en-US"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17780" algn="l">
              <a:spcBef>
                <a:spcPts val="185"/>
              </a:spcBef>
              <a:spcAft>
                <a:spcPts val="0"/>
              </a:spcAft>
            </a:pPr>
            <a:r>
              <a:rPr lang="en-US" sz="1200" dirty="0">
                <a:solidFill>
                  <a:srgbClr val="808080"/>
                </a:solidFill>
                <a:effectLst/>
                <a:latin typeface="+mn-lt"/>
                <a:ea typeface="Calibri" panose="020F0502020204030204" pitchFamily="34" charset="0"/>
              </a:rPr>
              <a:t>	&lt;</a:t>
            </a:r>
            <a:r>
              <a:rPr lang="en-US" sz="1200" dirty="0">
                <a:solidFill>
                  <a:srgbClr val="559CD5"/>
                </a:solidFill>
                <a:effectLst/>
                <a:latin typeface="+mn-lt"/>
                <a:ea typeface="Calibri" panose="020F0502020204030204" pitchFamily="34" charset="0"/>
              </a:rPr>
              <a:t>input</a:t>
            </a:r>
            <a:r>
              <a:rPr lang="en-US" sz="1200" spc="-45" dirty="0">
                <a:solidFill>
                  <a:srgbClr val="559CD5"/>
                </a:solidFill>
                <a:effectLst/>
                <a:latin typeface="+mn-lt"/>
                <a:ea typeface="Calibri" panose="020F0502020204030204" pitchFamily="34" charset="0"/>
              </a:rPr>
              <a:t> </a:t>
            </a:r>
            <a:r>
              <a:rPr lang="en-US" sz="1200" dirty="0">
                <a:solidFill>
                  <a:srgbClr val="9CDCFD"/>
                </a:solidFill>
                <a:effectLst/>
                <a:latin typeface="+mn-lt"/>
                <a:ea typeface="Calibri" panose="020F0502020204030204" pitchFamily="34" charset="0"/>
              </a:rPr>
              <a:t>type</a:t>
            </a:r>
            <a:r>
              <a:rPr lang="en-US" sz="1200" dirty="0">
                <a:solidFill>
                  <a:srgbClr val="D3D3D3"/>
                </a:solidFill>
                <a:effectLst/>
                <a:latin typeface="+mn-lt"/>
                <a:ea typeface="Calibri" panose="020F0502020204030204" pitchFamily="34" charset="0"/>
              </a:rPr>
              <a:t>=</a:t>
            </a:r>
            <a:r>
              <a:rPr lang="en-US" sz="1200" dirty="0">
                <a:solidFill>
                  <a:srgbClr val="CE9178"/>
                </a:solidFill>
                <a:effectLst/>
                <a:latin typeface="+mn-lt"/>
                <a:ea typeface="Calibri" panose="020F0502020204030204" pitchFamily="34" charset="0"/>
              </a:rPr>
              <a:t>"text"</a:t>
            </a:r>
            <a:r>
              <a:rPr lang="en-US" sz="1200" spc="210" dirty="0">
                <a:solidFill>
                  <a:srgbClr val="CE9178"/>
                </a:solidFill>
                <a:effectLst/>
                <a:latin typeface="+mn-lt"/>
                <a:ea typeface="Calibri" panose="020F0502020204030204" pitchFamily="34" charset="0"/>
              </a:rPr>
              <a:t> </a:t>
            </a:r>
            <a:r>
              <a:rPr lang="en-US" sz="1200" dirty="0">
                <a:solidFill>
                  <a:srgbClr val="9CDCFD"/>
                </a:solidFill>
                <a:effectLst/>
                <a:latin typeface="+mn-lt"/>
                <a:ea typeface="Calibri" panose="020F0502020204030204" pitchFamily="34" charset="0"/>
              </a:rPr>
              <a:t>value</a:t>
            </a:r>
            <a:r>
              <a:rPr lang="en-US" sz="1200" dirty="0">
                <a:solidFill>
                  <a:srgbClr val="D3D3D3"/>
                </a:solidFill>
                <a:effectLst/>
                <a:latin typeface="+mn-lt"/>
                <a:ea typeface="Calibri" panose="020F0502020204030204" pitchFamily="34" charset="0"/>
              </a:rPr>
              <a:t>=</a:t>
            </a:r>
            <a:r>
              <a:rPr lang="en-US" sz="1200" dirty="0">
                <a:solidFill>
                  <a:srgbClr val="559CD5"/>
                </a:solidFill>
                <a:effectLst/>
                <a:latin typeface="+mn-lt"/>
                <a:ea typeface="Calibri" panose="020F0502020204030204" pitchFamily="34" charset="0"/>
              </a:rPr>
              <a:t>{</a:t>
            </a:r>
            <a:r>
              <a:rPr lang="en-US" sz="1200" dirty="0">
                <a:solidFill>
                  <a:srgbClr val="4FC1FF"/>
                </a:solidFill>
                <a:effectLst/>
                <a:latin typeface="+mn-lt"/>
                <a:ea typeface="Calibri" panose="020F0502020204030204" pitchFamily="34" charset="0"/>
              </a:rPr>
              <a:t>age</a:t>
            </a:r>
            <a:r>
              <a:rPr lang="en-US" sz="1200" dirty="0">
                <a:solidFill>
                  <a:srgbClr val="559CD5"/>
                </a:solidFill>
                <a:effectLst/>
                <a:latin typeface="+mn-lt"/>
                <a:ea typeface="Calibri" panose="020F0502020204030204" pitchFamily="34" charset="0"/>
              </a:rPr>
              <a:t>}</a:t>
            </a:r>
            <a:r>
              <a:rPr lang="en-US" sz="1200" spc="-45" dirty="0">
                <a:solidFill>
                  <a:srgbClr val="559CD5"/>
                </a:solidFill>
                <a:effectLst/>
                <a:latin typeface="+mn-lt"/>
                <a:ea typeface="Calibri" panose="020F0502020204030204" pitchFamily="34" charset="0"/>
              </a:rPr>
              <a:t> </a:t>
            </a:r>
            <a:r>
              <a:rPr lang="en-US" sz="1200" spc="-10" dirty="0" err="1">
                <a:solidFill>
                  <a:srgbClr val="9CDCFD"/>
                </a:solidFill>
                <a:effectLst/>
                <a:latin typeface="+mn-lt"/>
                <a:ea typeface="Calibri" panose="020F0502020204030204" pitchFamily="34" charset="0"/>
              </a:rPr>
              <a:t>onChange</a:t>
            </a:r>
            <a:r>
              <a:rPr lang="en-US" sz="1200" spc="-10" dirty="0">
                <a:solidFill>
                  <a:srgbClr val="D3D3D3"/>
                </a:solidFill>
                <a:effectLst/>
                <a:latin typeface="+mn-lt"/>
                <a:ea typeface="Calibri" panose="020F0502020204030204" pitchFamily="34" charset="0"/>
              </a:rPr>
              <a:t>=</a:t>
            </a:r>
            <a:r>
              <a:rPr lang="en-US" sz="1200" spc="-10" dirty="0">
                <a:solidFill>
                  <a:srgbClr val="559CD5"/>
                </a:solidFill>
                <a:effectLst/>
                <a:latin typeface="+mn-lt"/>
                <a:ea typeface="Calibri" panose="020F0502020204030204" pitchFamily="34" charset="0"/>
              </a:rPr>
              <a:t>{</a:t>
            </a:r>
            <a:r>
              <a:rPr lang="en-US" sz="1200" spc="-10" dirty="0" err="1">
                <a:solidFill>
                  <a:srgbClr val="DCDCAA"/>
                </a:solidFill>
                <a:effectLst/>
                <a:latin typeface="+mn-lt"/>
                <a:ea typeface="Calibri" panose="020F0502020204030204" pitchFamily="34" charset="0"/>
              </a:rPr>
              <a:t>changeAge</a:t>
            </a:r>
            <a:r>
              <a:rPr lang="en-US" sz="1200" spc="-10" dirty="0">
                <a:solidFill>
                  <a:srgbClr val="559CD5"/>
                </a:solidFill>
                <a:effectLst/>
                <a:latin typeface="+mn-lt"/>
                <a:ea typeface="Calibri" panose="020F0502020204030204" pitchFamily="34" charset="0"/>
              </a:rPr>
              <a:t>}</a:t>
            </a:r>
            <a:r>
              <a:rPr lang="en-US" sz="1200" spc="-10" dirty="0">
                <a:solidFill>
                  <a:srgbClr val="808080"/>
                </a:solidFill>
                <a:effectLst/>
                <a:latin typeface="+mn-lt"/>
                <a:ea typeface="Calibri" panose="020F0502020204030204" pitchFamily="34" charset="0"/>
              </a:rPr>
              <a:t>&gt;&lt;/</a:t>
            </a:r>
            <a:r>
              <a:rPr lang="en-US" sz="1200" spc="-10" dirty="0">
                <a:solidFill>
                  <a:srgbClr val="559CD5"/>
                </a:solidFill>
                <a:effectLst/>
                <a:latin typeface="+mn-lt"/>
                <a:ea typeface="Calibri" panose="020F0502020204030204" pitchFamily="34" charset="0"/>
              </a:rPr>
              <a:t>input</a:t>
            </a:r>
            <a:r>
              <a:rPr lang="en-US"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91440" algn="l">
              <a:spcBef>
                <a:spcPts val="200"/>
              </a:spcBef>
              <a:spcAft>
                <a:spcPts val="0"/>
              </a:spcAft>
            </a:pPr>
            <a:r>
              <a:rPr lang="fr-FR" sz="1200" spc="-10" dirty="0">
                <a:solidFill>
                  <a:srgbClr val="808080"/>
                </a:solidFill>
                <a:effectLst/>
                <a:latin typeface="+mn-lt"/>
                <a:ea typeface="Calibri" panose="020F0502020204030204" pitchFamily="34" charset="0"/>
              </a:rPr>
              <a:t>	&lt;</a:t>
            </a:r>
            <a:r>
              <a:rPr lang="fr-FR" sz="1200" spc="-10" dirty="0">
                <a:solidFill>
                  <a:srgbClr val="559CD5"/>
                </a:solidFill>
                <a:effectLst/>
                <a:latin typeface="+mn-lt"/>
                <a:ea typeface="Calibri" panose="020F0502020204030204" pitchFamily="34" charset="0"/>
              </a:rPr>
              <a:t>h2</a:t>
            </a:r>
            <a:r>
              <a:rPr lang="fr-FR" sz="1200" spc="-10" dirty="0">
                <a:solidFill>
                  <a:srgbClr val="808080"/>
                </a:solidFill>
                <a:effectLst/>
                <a:latin typeface="+mn-lt"/>
                <a:ea typeface="Calibri" panose="020F0502020204030204" pitchFamily="34" charset="0"/>
              </a:rPr>
              <a:t>&gt;</a:t>
            </a:r>
            <a:r>
              <a:rPr lang="fr-FR" sz="1200" spc="-10" dirty="0">
                <a:solidFill>
                  <a:srgbClr val="D3D3D3"/>
                </a:solidFill>
                <a:effectLst/>
                <a:latin typeface="+mn-lt"/>
                <a:ea typeface="Calibri" panose="020F0502020204030204" pitchFamily="34" charset="0"/>
              </a:rPr>
              <a:t>Salutation</a:t>
            </a:r>
            <a:r>
              <a:rPr lang="fr-FR" sz="1200" spc="-10" dirty="0">
                <a:solidFill>
                  <a:srgbClr val="808080"/>
                </a:solidFill>
                <a:effectLst/>
                <a:latin typeface="+mn-lt"/>
                <a:ea typeface="Calibri" panose="020F0502020204030204" pitchFamily="34" charset="0"/>
              </a:rPr>
              <a:t>&lt;/</a:t>
            </a:r>
            <a:r>
              <a:rPr lang="fr-FR" sz="1200" spc="-10" dirty="0">
                <a:solidFill>
                  <a:srgbClr val="559CD5"/>
                </a:solidFill>
                <a:effectLst/>
                <a:latin typeface="+mn-lt"/>
                <a:ea typeface="Calibri" panose="020F0502020204030204" pitchFamily="34" charset="0"/>
              </a:rPr>
              <a:t>h2</a:t>
            </a:r>
            <a:r>
              <a:rPr lang="fr-FR"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91440" algn="l">
              <a:spcBef>
                <a:spcPts val="195"/>
              </a:spcBef>
              <a:spcAft>
                <a:spcPts val="0"/>
              </a:spcAft>
            </a:pPr>
            <a:r>
              <a:rPr lang="fr-FR" sz="1200" dirty="0">
                <a:solidFill>
                  <a:srgbClr val="808080"/>
                </a:solidFill>
                <a:effectLst/>
                <a:latin typeface="+mn-lt"/>
                <a:ea typeface="Calibri" panose="020F0502020204030204" pitchFamily="34" charset="0"/>
              </a:rPr>
              <a:t>	&lt;</a:t>
            </a:r>
            <a:r>
              <a:rPr lang="fr-FR" sz="1200" dirty="0">
                <a:solidFill>
                  <a:srgbClr val="559CD5"/>
                </a:solidFill>
                <a:effectLst/>
                <a:latin typeface="+mn-lt"/>
                <a:ea typeface="Calibri" panose="020F0502020204030204" pitchFamily="34" charset="0"/>
              </a:rPr>
              <a:t>p</a:t>
            </a:r>
            <a:r>
              <a:rPr lang="fr-FR" sz="1200" dirty="0">
                <a:solidFill>
                  <a:srgbClr val="808080"/>
                </a:solidFill>
                <a:effectLst/>
                <a:latin typeface="+mn-lt"/>
                <a:ea typeface="Calibri" panose="020F0502020204030204" pitchFamily="34" charset="0"/>
              </a:rPr>
              <a:t>&gt;</a:t>
            </a:r>
            <a:r>
              <a:rPr lang="fr-FR" sz="1200" dirty="0">
                <a:solidFill>
                  <a:srgbClr val="D3D3D3"/>
                </a:solidFill>
                <a:effectLst/>
                <a:latin typeface="+mn-lt"/>
                <a:ea typeface="Calibri" panose="020F0502020204030204" pitchFamily="34" charset="0"/>
              </a:rPr>
              <a:t>salut</a:t>
            </a:r>
            <a:r>
              <a:rPr lang="fr-FR" sz="1200" spc="-45" dirty="0">
                <a:solidFill>
                  <a:srgbClr val="D3D3D3"/>
                </a:solidFill>
                <a:effectLst/>
                <a:latin typeface="+mn-lt"/>
                <a:ea typeface="Calibri" panose="020F0502020204030204" pitchFamily="34" charset="0"/>
              </a:rPr>
              <a:t> </a:t>
            </a:r>
            <a:r>
              <a:rPr lang="fr-FR" sz="1200" dirty="0">
                <a:solidFill>
                  <a:srgbClr val="559CD5"/>
                </a:solidFill>
                <a:effectLst/>
                <a:latin typeface="+mn-lt"/>
                <a:ea typeface="Calibri" panose="020F0502020204030204" pitchFamily="34" charset="0"/>
              </a:rPr>
              <a:t>{</a:t>
            </a:r>
            <a:r>
              <a:rPr lang="fr-FR" sz="1200" dirty="0">
                <a:solidFill>
                  <a:srgbClr val="4FC1FF"/>
                </a:solidFill>
                <a:effectLst/>
                <a:latin typeface="+mn-lt"/>
                <a:ea typeface="Calibri" panose="020F0502020204030204" pitchFamily="34" charset="0"/>
              </a:rPr>
              <a:t>nom</a:t>
            </a:r>
            <a:r>
              <a:rPr lang="fr-FR" sz="1200" dirty="0">
                <a:solidFill>
                  <a:srgbClr val="559CD5"/>
                </a:solidFill>
                <a:effectLst/>
                <a:latin typeface="+mn-lt"/>
                <a:ea typeface="Calibri" panose="020F0502020204030204" pitchFamily="34" charset="0"/>
              </a:rPr>
              <a:t>}</a:t>
            </a:r>
            <a:r>
              <a:rPr lang="fr-FR" sz="1200" spc="-35" dirty="0">
                <a:solidFill>
                  <a:srgbClr val="559CD5"/>
                </a:solidFill>
                <a:effectLst/>
                <a:latin typeface="+mn-lt"/>
                <a:ea typeface="Calibri" panose="020F0502020204030204" pitchFamily="34" charset="0"/>
              </a:rPr>
              <a:t> </a:t>
            </a:r>
            <a:r>
              <a:rPr lang="fr-FR" sz="1200" dirty="0">
                <a:solidFill>
                  <a:srgbClr val="559CD5"/>
                </a:solidFill>
                <a:effectLst/>
                <a:latin typeface="+mn-lt"/>
                <a:ea typeface="Calibri" panose="020F0502020204030204" pitchFamily="34" charset="0"/>
              </a:rPr>
              <a:t>{</a:t>
            </a:r>
            <a:r>
              <a:rPr lang="fr-FR" sz="1200" dirty="0" err="1">
                <a:solidFill>
                  <a:srgbClr val="4FC1FF"/>
                </a:solidFill>
                <a:effectLst/>
                <a:latin typeface="+mn-lt"/>
                <a:ea typeface="Calibri" panose="020F0502020204030204" pitchFamily="34" charset="0"/>
              </a:rPr>
              <a:t>prenom</a:t>
            </a:r>
            <a:r>
              <a:rPr lang="fr-FR" sz="1200" dirty="0">
                <a:solidFill>
                  <a:srgbClr val="559CD5"/>
                </a:solidFill>
                <a:effectLst/>
                <a:latin typeface="+mn-lt"/>
                <a:ea typeface="Calibri" panose="020F0502020204030204" pitchFamily="34" charset="0"/>
              </a:rPr>
              <a:t>}</a:t>
            </a:r>
            <a:r>
              <a:rPr lang="fr-FR" sz="1200" spc="-30" dirty="0">
                <a:solidFill>
                  <a:srgbClr val="559CD5"/>
                </a:solidFill>
                <a:effectLst/>
                <a:latin typeface="+mn-lt"/>
                <a:ea typeface="Calibri" panose="020F0502020204030204" pitchFamily="34" charset="0"/>
              </a:rPr>
              <a:t> </a:t>
            </a:r>
            <a:r>
              <a:rPr lang="fr-FR" sz="1200" dirty="0">
                <a:solidFill>
                  <a:srgbClr val="D3D3D3"/>
                </a:solidFill>
                <a:effectLst/>
                <a:latin typeface="+mn-lt"/>
                <a:ea typeface="Calibri" panose="020F0502020204030204" pitchFamily="34" charset="0"/>
              </a:rPr>
              <a:t>vote</a:t>
            </a:r>
            <a:r>
              <a:rPr lang="fr-FR" sz="1200" spc="-35" dirty="0">
                <a:solidFill>
                  <a:srgbClr val="D3D3D3"/>
                </a:solidFill>
                <a:effectLst/>
                <a:latin typeface="+mn-lt"/>
                <a:ea typeface="Calibri" panose="020F0502020204030204" pitchFamily="34" charset="0"/>
              </a:rPr>
              <a:t> </a:t>
            </a:r>
            <a:r>
              <a:rPr lang="fr-FR" sz="1200" dirty="0" err="1">
                <a:solidFill>
                  <a:srgbClr val="D3D3D3"/>
                </a:solidFill>
                <a:effectLst/>
                <a:latin typeface="+mn-lt"/>
                <a:ea typeface="Calibri" panose="020F0502020204030204" pitchFamily="34" charset="0"/>
              </a:rPr>
              <a:t>age</a:t>
            </a:r>
            <a:r>
              <a:rPr lang="fr-FR" sz="1200" spc="-20" dirty="0">
                <a:solidFill>
                  <a:srgbClr val="D3D3D3"/>
                </a:solidFill>
                <a:effectLst/>
                <a:latin typeface="+mn-lt"/>
                <a:ea typeface="Calibri" panose="020F0502020204030204" pitchFamily="34" charset="0"/>
              </a:rPr>
              <a:t> </a:t>
            </a:r>
            <a:r>
              <a:rPr lang="fr-FR" sz="1200" spc="-10" dirty="0">
                <a:solidFill>
                  <a:srgbClr val="D3D3D3"/>
                </a:solidFill>
                <a:effectLst/>
                <a:latin typeface="+mn-lt"/>
                <a:ea typeface="Calibri" panose="020F0502020204030204" pitchFamily="34" charset="0"/>
              </a:rPr>
              <a:t>est:</a:t>
            </a:r>
            <a:r>
              <a:rPr lang="fr-FR" sz="1200" spc="-10" dirty="0">
                <a:solidFill>
                  <a:srgbClr val="559CD5"/>
                </a:solidFill>
                <a:effectLst/>
                <a:latin typeface="+mn-lt"/>
                <a:ea typeface="Calibri" panose="020F0502020204030204" pitchFamily="34" charset="0"/>
              </a:rPr>
              <a:t>{</a:t>
            </a:r>
            <a:r>
              <a:rPr lang="fr-FR" sz="1200" spc="-10" dirty="0" err="1">
                <a:solidFill>
                  <a:srgbClr val="4FC1FF"/>
                </a:solidFill>
                <a:effectLst/>
                <a:latin typeface="+mn-lt"/>
                <a:ea typeface="Calibri" panose="020F0502020204030204" pitchFamily="34" charset="0"/>
              </a:rPr>
              <a:t>age</a:t>
            </a:r>
            <a:r>
              <a:rPr lang="fr-FR" sz="1200" spc="-10" dirty="0">
                <a:solidFill>
                  <a:srgbClr val="559CD5"/>
                </a:solidFill>
                <a:effectLst/>
                <a:latin typeface="+mn-lt"/>
                <a:ea typeface="Calibri" panose="020F0502020204030204" pitchFamily="34" charset="0"/>
              </a:rPr>
              <a:t>}</a:t>
            </a:r>
            <a:r>
              <a:rPr lang="fr-FR" sz="1200" spc="-10" dirty="0">
                <a:solidFill>
                  <a:srgbClr val="808080"/>
                </a:solidFill>
                <a:effectLst/>
                <a:latin typeface="+mn-lt"/>
                <a:ea typeface="Calibri" panose="020F0502020204030204" pitchFamily="34" charset="0"/>
              </a:rPr>
              <a:t>&lt;/</a:t>
            </a:r>
            <a:r>
              <a:rPr lang="fr-FR" sz="1200" spc="-10" dirty="0">
                <a:solidFill>
                  <a:srgbClr val="559CD5"/>
                </a:solidFill>
                <a:effectLst/>
                <a:latin typeface="+mn-lt"/>
                <a:ea typeface="Calibri" panose="020F0502020204030204" pitchFamily="34" charset="0"/>
              </a:rPr>
              <a:t>p</a:t>
            </a:r>
            <a:r>
              <a:rPr lang="fr-FR"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91440" algn="l">
              <a:spcBef>
                <a:spcPts val="200"/>
              </a:spcBef>
              <a:spcAft>
                <a:spcPts val="0"/>
              </a:spcAft>
            </a:pPr>
            <a:r>
              <a:rPr lang="fr-FR" sz="1200" spc="-10" dirty="0">
                <a:solidFill>
                  <a:srgbClr val="808080"/>
                </a:solidFill>
                <a:effectLst/>
                <a:latin typeface="+mn-lt"/>
                <a:ea typeface="Calibri" panose="020F0502020204030204" pitchFamily="34" charset="0"/>
              </a:rPr>
              <a:t>          &lt;/</a:t>
            </a:r>
            <a:r>
              <a:rPr lang="fr-FR" sz="1200" spc="-10" dirty="0">
                <a:solidFill>
                  <a:srgbClr val="559CD5"/>
                </a:solidFill>
                <a:effectLst/>
                <a:latin typeface="+mn-lt"/>
                <a:ea typeface="Calibri" panose="020F0502020204030204" pitchFamily="34" charset="0"/>
              </a:rPr>
              <a:t>div</a:t>
            </a:r>
            <a:r>
              <a:rPr lang="fr-FR" sz="1200" spc="-10" dirty="0">
                <a:solidFill>
                  <a:srgbClr val="808080"/>
                </a:solidFill>
                <a:effectLst/>
                <a:latin typeface="+mn-lt"/>
                <a:ea typeface="Calibri" panose="020F0502020204030204" pitchFamily="34" charset="0"/>
              </a:rPr>
              <a:t>&gt;</a:t>
            </a:r>
            <a:endParaRPr lang="fr-FR" sz="1200" dirty="0">
              <a:effectLst/>
              <a:latin typeface="+mn-lt"/>
              <a:ea typeface="Calibri" panose="020F0502020204030204" pitchFamily="34" charset="0"/>
            </a:endParaRPr>
          </a:p>
          <a:p>
            <a:pPr marL="310515" algn="l">
              <a:spcBef>
                <a:spcPts val="185"/>
              </a:spcBef>
              <a:spcAft>
                <a:spcPts val="0"/>
              </a:spcAft>
            </a:pPr>
            <a:r>
              <a:rPr lang="fr-FR" sz="1200" spc="-50" dirty="0">
                <a:solidFill>
                  <a:srgbClr val="D3D3D3"/>
                </a:solidFill>
                <a:effectLst/>
                <a:latin typeface="+mn-lt"/>
                <a:ea typeface="Calibri" panose="020F0502020204030204" pitchFamily="34" charset="0"/>
              </a:rPr>
              <a:t>             )</a:t>
            </a:r>
            <a:endParaRPr lang="fr-FR" sz="1200" dirty="0">
              <a:effectLst/>
              <a:latin typeface="+mn-lt"/>
              <a:ea typeface="Calibri" panose="020F0502020204030204" pitchFamily="34" charset="0"/>
            </a:endParaRPr>
          </a:p>
          <a:p>
            <a:pPr marL="17780" algn="l">
              <a:spcBef>
                <a:spcPts val="200"/>
              </a:spcBef>
              <a:spcAft>
                <a:spcPts val="0"/>
              </a:spcAft>
            </a:pPr>
            <a:r>
              <a:rPr lang="fr-FR" sz="1200" spc="-50" dirty="0">
                <a:solidFill>
                  <a:srgbClr val="D3D3D3"/>
                </a:solidFill>
                <a:effectLst/>
                <a:latin typeface="+mn-lt"/>
                <a:ea typeface="Calibri" panose="020F0502020204030204" pitchFamily="34" charset="0"/>
              </a:rPr>
              <a:t>}</a:t>
            </a:r>
            <a:endParaRPr lang="fr-FR" sz="1200" dirty="0">
              <a:effectLst/>
              <a:latin typeface="+mn-lt"/>
              <a:ea typeface="Calibri" panose="020F0502020204030204" pitchFamily="34" charset="0"/>
            </a:endParaRPr>
          </a:p>
        </p:txBody>
      </p:sp>
      <p:sp>
        <p:nvSpPr>
          <p:cNvPr id="15" name="ZoneTexte 14">
            <a:extLst>
              <a:ext uri="{FF2B5EF4-FFF2-40B4-BE49-F238E27FC236}">
                <a16:creationId xmlns:a16="http://schemas.microsoft.com/office/drawing/2014/main" id="{5B82B99C-4A3A-A4D0-F7A7-FE756364F812}"/>
              </a:ext>
            </a:extLst>
          </p:cNvPr>
          <p:cNvSpPr txBox="1"/>
          <p:nvPr/>
        </p:nvSpPr>
        <p:spPr>
          <a:xfrm>
            <a:off x="328935" y="2108246"/>
            <a:ext cx="3240530" cy="338554"/>
          </a:xfrm>
          <a:prstGeom prst="rect">
            <a:avLst/>
          </a:prstGeom>
          <a:solidFill>
            <a:schemeClr val="bg1"/>
          </a:solidFill>
          <a:ln>
            <a:solidFill>
              <a:schemeClr val="tx1"/>
            </a:solidFill>
          </a:ln>
        </p:spPr>
        <p:txBody>
          <a:bodyPr wrap="square">
            <a:spAutoFit/>
          </a:bodyPr>
          <a:lstStyle/>
          <a:p>
            <a:pPr algn="l"/>
            <a:r>
              <a:rPr lang="fr-FR" sz="1600" dirty="0">
                <a:effectLst/>
                <a:latin typeface="Calibri" panose="020F0502020204030204" pitchFamily="34" charset="0"/>
                <a:ea typeface="Calibri" panose="020F0502020204030204" pitchFamily="34" charset="0"/>
              </a:rPr>
              <a:t>Le code du composant Salutation est </a:t>
            </a:r>
            <a:endParaRPr lang="fr-FR" dirty="0"/>
          </a:p>
        </p:txBody>
      </p:sp>
    </p:spTree>
    <p:extLst>
      <p:ext uri="{BB962C8B-B14F-4D97-AF65-F5344CB8AC3E}">
        <p14:creationId xmlns:p14="http://schemas.microsoft.com/office/powerpoint/2010/main" val="164275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D270-2B8A-34F3-C416-8AAE3D5BC47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295CCCCB-345F-AA23-D6EC-59C2A6B238FC}"/>
              </a:ext>
            </a:extLst>
          </p:cNvPr>
          <p:cNvPicPr>
            <a:picLocks noChangeAspect="1"/>
          </p:cNvPicPr>
          <p:nvPr/>
        </p:nvPicPr>
        <p:blipFill>
          <a:blip r:embed="rId2"/>
          <a:stretch>
            <a:fillRect/>
          </a:stretch>
        </p:blipFill>
        <p:spPr>
          <a:xfrm>
            <a:off x="8249491" y="2228"/>
            <a:ext cx="894509" cy="870333"/>
          </a:xfrm>
          <a:prstGeom prst="rect">
            <a:avLst/>
          </a:prstGeom>
        </p:spPr>
      </p:pic>
      <p:sp>
        <p:nvSpPr>
          <p:cNvPr id="6" name="Rectangle 4">
            <a:extLst>
              <a:ext uri="{FF2B5EF4-FFF2-40B4-BE49-F238E27FC236}">
                <a16:creationId xmlns:a16="http://schemas.microsoft.com/office/drawing/2014/main" id="{E421D748-86A7-6E59-73DB-A9669B3B79F1}"/>
              </a:ext>
            </a:extLst>
          </p:cNvPr>
          <p:cNvSpPr txBox="1">
            <a:spLocks noChangeArrowheads="1"/>
          </p:cNvSpPr>
          <p:nvPr/>
        </p:nvSpPr>
        <p:spPr>
          <a:xfrm>
            <a:off x="88900" y="2642"/>
            <a:ext cx="8991600" cy="869506"/>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nSpc>
                <a:spcPct val="150000"/>
              </a:lnSpc>
            </a:pPr>
            <a:r>
              <a:rPr lang="fr-FR" sz="2400" b="1" dirty="0" err="1">
                <a:solidFill>
                  <a:schemeClr val="accent1">
                    <a:lumMod val="75000"/>
                  </a:schemeClr>
                </a:solidFill>
              </a:rPr>
              <a:t>Hooks</a:t>
            </a:r>
            <a:r>
              <a:rPr lang="fr-FR" sz="2400" b="1" dirty="0">
                <a:solidFill>
                  <a:schemeClr val="accent1">
                    <a:lumMod val="75000"/>
                  </a:schemeClr>
                </a:solidFill>
              </a:rPr>
              <a:t> avancés et contexte: </a:t>
            </a:r>
            <a:r>
              <a:rPr lang="fr-FR" sz="2400" b="1" dirty="0" err="1">
                <a:solidFill>
                  <a:schemeClr val="accent1">
                    <a:lumMod val="75000"/>
                  </a:schemeClr>
                </a:solidFill>
              </a:rPr>
              <a:t>useEffect</a:t>
            </a:r>
            <a:endParaRPr lang="fr-FR" sz="2400" b="1" dirty="0">
              <a:solidFill>
                <a:schemeClr val="accent1">
                  <a:lumMod val="75000"/>
                </a:schemeClr>
              </a:solidFill>
            </a:endParaRPr>
          </a:p>
        </p:txBody>
      </p:sp>
      <p:sp>
        <p:nvSpPr>
          <p:cNvPr id="3" name="ZoneTexte 2">
            <a:extLst>
              <a:ext uri="{FF2B5EF4-FFF2-40B4-BE49-F238E27FC236}">
                <a16:creationId xmlns:a16="http://schemas.microsoft.com/office/drawing/2014/main" id="{2EEA8666-434E-2BD8-F271-69E7B07AB926}"/>
              </a:ext>
            </a:extLst>
          </p:cNvPr>
          <p:cNvSpPr txBox="1"/>
          <p:nvPr/>
        </p:nvSpPr>
        <p:spPr>
          <a:xfrm>
            <a:off x="328935" y="872148"/>
            <a:ext cx="4992212" cy="553998"/>
          </a:xfrm>
          <a:prstGeom prst="rect">
            <a:avLst/>
          </a:prstGeom>
          <a:noFill/>
          <a:ln>
            <a:solidFill>
              <a:schemeClr val="tx1"/>
            </a:solidFill>
          </a:ln>
        </p:spPr>
        <p:txBody>
          <a:bodyPr wrap="square">
            <a:spAutoFit/>
          </a:bodyPr>
          <a:lstStyle/>
          <a:p>
            <a:pPr marL="0" lvl="1" algn="l" rtl="0">
              <a:spcBef>
                <a:spcPts val="605"/>
              </a:spcBef>
              <a:spcAft>
                <a:spcPts val="0"/>
              </a:spcAft>
              <a:buClr>
                <a:srgbClr val="1F3863"/>
              </a:buClr>
              <a:buSzPts val="1200"/>
              <a:tabLst>
                <a:tab pos="539115" algn="l"/>
              </a:tabLst>
            </a:pPr>
            <a:r>
              <a:rPr lang="fr-FR" b="1" dirty="0">
                <a:solidFill>
                  <a:schemeClr val="accent1">
                    <a:lumMod val="75000"/>
                  </a:schemeClr>
                </a:solidFill>
                <a:latin typeface="+mn-lt"/>
                <a:ea typeface="+mj-ea"/>
                <a:cs typeface="+mj-cs"/>
              </a:rPr>
              <a:t>Hook </a:t>
            </a:r>
            <a:r>
              <a:rPr lang="fr-FR" b="1" dirty="0" err="1">
                <a:solidFill>
                  <a:schemeClr val="accent1">
                    <a:lumMod val="75000"/>
                  </a:schemeClr>
                </a:solidFill>
                <a:latin typeface="+mn-lt"/>
                <a:ea typeface="+mj-ea"/>
                <a:cs typeface="+mj-cs"/>
              </a:rPr>
              <a:t>useEffect</a:t>
            </a:r>
            <a:r>
              <a:rPr lang="fr-FR" b="1" dirty="0">
                <a:solidFill>
                  <a:schemeClr val="accent1">
                    <a:lumMod val="75000"/>
                  </a:schemeClr>
                </a:solidFill>
                <a:latin typeface="+mn-lt"/>
                <a:ea typeface="+mj-ea"/>
                <a:cs typeface="+mj-cs"/>
              </a:rPr>
              <a:t> : explication de l’exemple</a:t>
            </a:r>
          </a:p>
          <a:p>
            <a:pPr algn="l"/>
            <a:r>
              <a:rPr lang="fr-FR" sz="1400" dirty="0">
                <a:latin typeface="+mn-lt"/>
              </a:rPr>
              <a:t>Les propriétés d’états prennent les valeurs d’initialisation</a:t>
            </a:r>
          </a:p>
        </p:txBody>
      </p:sp>
      <p:sp>
        <p:nvSpPr>
          <p:cNvPr id="9" name="Rectangle 7">
            <a:extLst>
              <a:ext uri="{FF2B5EF4-FFF2-40B4-BE49-F238E27FC236}">
                <a16:creationId xmlns:a16="http://schemas.microsoft.com/office/drawing/2014/main" id="{5B25296C-FC39-EB14-2725-D48CBE586D21}"/>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
        <p:nvSpPr>
          <p:cNvPr id="30" name="Rectangle 13">
            <a:extLst>
              <a:ext uri="{FF2B5EF4-FFF2-40B4-BE49-F238E27FC236}">
                <a16:creationId xmlns:a16="http://schemas.microsoft.com/office/drawing/2014/main" id="{95604197-1FE1-B223-C454-BFC1015F89A5}"/>
              </a:ext>
            </a:extLst>
          </p:cNvPr>
          <p:cNvSpPr>
            <a:spLocks noChangeArrowheads="1"/>
          </p:cNvSpPr>
          <p:nvPr/>
        </p:nvSpPr>
        <p:spPr bwMode="auto">
          <a:xfrm>
            <a:off x="304800" y="768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200" b="0" i="0" u="none" strike="noStrike" cap="none" normalizeH="0" baseline="0">
                <a:ln>
                  <a:noFill/>
                </a:ln>
                <a:solidFill>
                  <a:schemeClr val="tx1"/>
                </a:solidFill>
                <a:effectLst/>
                <a:latin typeface="Arial" panose="020B0604020202020204" pitchFamily="34" charset="0"/>
                <a:ea typeface="Calibri" panose="020F050202020403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pic>
        <p:nvPicPr>
          <p:cNvPr id="7" name="Image 6">
            <a:extLst>
              <a:ext uri="{FF2B5EF4-FFF2-40B4-BE49-F238E27FC236}">
                <a16:creationId xmlns:a16="http://schemas.microsoft.com/office/drawing/2014/main" id="{E40855CA-8E7E-8539-82AC-C5C0277A063F}"/>
              </a:ext>
            </a:extLst>
          </p:cNvPr>
          <p:cNvPicPr>
            <a:picLocks noChangeAspect="1"/>
          </p:cNvPicPr>
          <p:nvPr/>
        </p:nvPicPr>
        <p:blipFill>
          <a:blip r:embed="rId3"/>
          <a:stretch>
            <a:fillRect/>
          </a:stretch>
        </p:blipFill>
        <p:spPr>
          <a:xfrm>
            <a:off x="5480050" y="867502"/>
            <a:ext cx="3600450" cy="1957797"/>
          </a:xfrm>
          <a:prstGeom prst="rect">
            <a:avLst/>
          </a:prstGeom>
          <a:ln>
            <a:solidFill>
              <a:schemeClr val="tx1"/>
            </a:solidFill>
          </a:ln>
        </p:spPr>
      </p:pic>
      <p:pic>
        <p:nvPicPr>
          <p:cNvPr id="10" name="Image 9" descr="Une image contenant texte, Police, capture d’écran&#10;&#10;Description générée automatiquement">
            <a:extLst>
              <a:ext uri="{FF2B5EF4-FFF2-40B4-BE49-F238E27FC236}">
                <a16:creationId xmlns:a16="http://schemas.microsoft.com/office/drawing/2014/main" id="{D6E5A30D-3A3B-7383-6FC8-214FAB3065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8934" y="1499644"/>
            <a:ext cx="4992211" cy="753727"/>
          </a:xfrm>
          <a:prstGeom prst="rect">
            <a:avLst/>
          </a:prstGeom>
        </p:spPr>
      </p:pic>
      <p:sp>
        <p:nvSpPr>
          <p:cNvPr id="13" name="ZoneTexte 12">
            <a:extLst>
              <a:ext uri="{FF2B5EF4-FFF2-40B4-BE49-F238E27FC236}">
                <a16:creationId xmlns:a16="http://schemas.microsoft.com/office/drawing/2014/main" id="{F2269C69-200E-130F-99CF-ECDAD2F73755}"/>
              </a:ext>
            </a:extLst>
          </p:cNvPr>
          <p:cNvSpPr txBox="1"/>
          <p:nvPr/>
        </p:nvSpPr>
        <p:spPr>
          <a:xfrm>
            <a:off x="304800" y="2302083"/>
            <a:ext cx="4992210" cy="523220"/>
          </a:xfrm>
          <a:prstGeom prst="rect">
            <a:avLst/>
          </a:prstGeom>
          <a:noFill/>
          <a:ln>
            <a:solidFill>
              <a:schemeClr val="tx1"/>
            </a:solidFill>
          </a:ln>
        </p:spPr>
        <p:txBody>
          <a:bodyPr wrap="square">
            <a:spAutoFit/>
          </a:bodyPr>
          <a:lstStyle/>
          <a:p>
            <a:pPr algn="l"/>
            <a:r>
              <a:rPr lang="fr-FR" sz="1400" dirty="0">
                <a:effectLst/>
                <a:latin typeface="Calibri" panose="020F0502020204030204" pitchFamily="34" charset="0"/>
                <a:ea typeface="Calibri" panose="020F0502020204030204" pitchFamily="34" charset="0"/>
              </a:rPr>
              <a:t>On</a:t>
            </a:r>
            <a:r>
              <a:rPr lang="fr-FR" sz="1400" spc="-1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remarque</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que</a:t>
            </a:r>
            <a:r>
              <a:rPr lang="fr-FR" sz="1400" spc="-1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le</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titre</a:t>
            </a:r>
            <a:r>
              <a:rPr lang="fr-FR" sz="1400" spc="-3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du</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document</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prend</a:t>
            </a:r>
            <a:r>
              <a:rPr lang="fr-FR" sz="1400" spc="-25"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aussi</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les</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valeurs</a:t>
            </a:r>
            <a:r>
              <a:rPr lang="fr-FR" sz="1400" spc="-20" dirty="0">
                <a:effectLst/>
                <a:latin typeface="Calibri" panose="020F0502020204030204" pitchFamily="34" charset="0"/>
                <a:ea typeface="Calibri" panose="020F0502020204030204" pitchFamily="34" charset="0"/>
              </a:rPr>
              <a:t> </a:t>
            </a:r>
            <a:r>
              <a:rPr lang="fr-FR" sz="1400" dirty="0">
                <a:effectLst/>
                <a:latin typeface="Calibri" panose="020F0502020204030204" pitchFamily="34" charset="0"/>
                <a:ea typeface="Calibri" panose="020F0502020204030204" pitchFamily="34" charset="0"/>
              </a:rPr>
              <a:t>initiales </a:t>
            </a:r>
            <a:endParaRPr lang="fr-FR" sz="1400" dirty="0"/>
          </a:p>
        </p:txBody>
      </p:sp>
      <p:pic>
        <p:nvPicPr>
          <p:cNvPr id="16" name="Image 15">
            <a:extLst>
              <a:ext uri="{FF2B5EF4-FFF2-40B4-BE49-F238E27FC236}">
                <a16:creationId xmlns:a16="http://schemas.microsoft.com/office/drawing/2014/main" id="{917617D6-7261-EF83-D7E1-C41D68C0B63F}"/>
              </a:ext>
            </a:extLst>
          </p:cNvPr>
          <p:cNvPicPr>
            <a:picLocks noChangeAspect="1"/>
          </p:cNvPicPr>
          <p:nvPr/>
        </p:nvPicPr>
        <p:blipFill>
          <a:blip r:embed="rId5"/>
          <a:stretch>
            <a:fillRect/>
          </a:stretch>
        </p:blipFill>
        <p:spPr>
          <a:xfrm>
            <a:off x="5480051" y="3028204"/>
            <a:ext cx="3600450" cy="1631931"/>
          </a:xfrm>
          <a:prstGeom prst="rect">
            <a:avLst/>
          </a:prstGeom>
          <a:ln>
            <a:solidFill>
              <a:schemeClr val="tx1"/>
            </a:solidFill>
          </a:ln>
        </p:spPr>
      </p:pic>
      <p:sp>
        <p:nvSpPr>
          <p:cNvPr id="18" name="ZoneTexte 17">
            <a:extLst>
              <a:ext uri="{FF2B5EF4-FFF2-40B4-BE49-F238E27FC236}">
                <a16:creationId xmlns:a16="http://schemas.microsoft.com/office/drawing/2014/main" id="{0D681342-12DB-D3F2-AF96-608CCD143DCA}"/>
              </a:ext>
            </a:extLst>
          </p:cNvPr>
          <p:cNvSpPr txBox="1"/>
          <p:nvPr/>
        </p:nvSpPr>
        <p:spPr>
          <a:xfrm>
            <a:off x="304801" y="3039221"/>
            <a:ext cx="4992210" cy="954107"/>
          </a:xfrm>
          <a:prstGeom prst="rect">
            <a:avLst/>
          </a:prstGeom>
          <a:noFill/>
          <a:ln>
            <a:solidFill>
              <a:schemeClr val="tx1"/>
            </a:solidFill>
          </a:ln>
        </p:spPr>
        <p:txBody>
          <a:bodyPr wrap="square">
            <a:spAutoFit/>
          </a:bodyPr>
          <a:lstStyle/>
          <a:p>
            <a:pPr algn="l"/>
            <a:r>
              <a:rPr lang="fr-FR" sz="1400" dirty="0">
                <a:effectLst/>
                <a:latin typeface="+mn-lt"/>
                <a:ea typeface="Calibri" panose="020F0502020204030204" pitchFamily="34" charset="0"/>
              </a:rPr>
              <a:t>Après la saisie des informations on a le rendu suivant :</a:t>
            </a:r>
            <a:endParaRPr lang="fr-FR" sz="1400" dirty="0">
              <a:latin typeface="+mn-lt"/>
              <a:ea typeface="Calibri" panose="020F0502020204030204" pitchFamily="34" charset="0"/>
            </a:endParaRPr>
          </a:p>
          <a:p>
            <a:pPr algn="l"/>
            <a:endParaRPr lang="fr-FR" sz="1400" dirty="0">
              <a:latin typeface="+mn-lt"/>
              <a:ea typeface="Calibri" panose="020F0502020204030204" pitchFamily="34" charset="0"/>
            </a:endParaRPr>
          </a:p>
          <a:p>
            <a:pPr algn="l"/>
            <a:r>
              <a:rPr lang="fr-FR" sz="1400" dirty="0">
                <a:latin typeface="+mn-lt"/>
              </a:rPr>
              <a:t>Le titre du document est mis à jour aussi </a:t>
            </a:r>
          </a:p>
          <a:p>
            <a:pPr algn="l"/>
            <a:r>
              <a:rPr lang="fr-FR" sz="1400" dirty="0">
                <a:latin typeface="+mn-lt"/>
              </a:rPr>
              <a:t>le message est mis à jour </a:t>
            </a:r>
          </a:p>
        </p:txBody>
      </p:sp>
    </p:spTree>
    <p:extLst>
      <p:ext uri="{BB962C8B-B14F-4D97-AF65-F5344CB8AC3E}">
        <p14:creationId xmlns:p14="http://schemas.microsoft.com/office/powerpoint/2010/main" val="3467741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3" grpId="0" animBg="1"/>
      <p:bldP spid="18"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27F6D-79C8-42DF-44F6-9CC14ECDCCDD}"/>
            </a:ext>
          </a:extLst>
        </p:cNvPr>
        <p:cNvGrpSpPr/>
        <p:nvPr/>
      </p:nvGrpSpPr>
      <p:grpSpPr>
        <a:xfrm>
          <a:off x="0" y="0"/>
          <a:ext cx="0" cy="0"/>
          <a:chOff x="0" y="0"/>
          <a:chExt cx="0" cy="0"/>
        </a:xfrm>
      </p:grpSpPr>
      <p:sp>
        <p:nvSpPr>
          <p:cNvPr id="4098" name="Rectangle 4">
            <a:extLst>
              <a:ext uri="{FF2B5EF4-FFF2-40B4-BE49-F238E27FC236}">
                <a16:creationId xmlns:a16="http://schemas.microsoft.com/office/drawing/2014/main" id="{D766E651-36AA-D36F-2BA2-B47511931BC0}"/>
              </a:ext>
            </a:extLst>
          </p:cNvPr>
          <p:cNvSpPr>
            <a:spLocks noGrp="1" noChangeArrowheads="1"/>
          </p:cNvSpPr>
          <p:nvPr>
            <p:ph type="title"/>
          </p:nvPr>
        </p:nvSpPr>
        <p:spPr/>
        <p:txBody>
          <a:bodyPr/>
          <a:lstStyle/>
          <a:p>
            <a:r>
              <a:rPr lang="fr-FR" sz="2500" dirty="0"/>
              <a:t>Le Hook : </a:t>
            </a:r>
            <a:r>
              <a:rPr lang="fr-FR" sz="2500" dirty="0" err="1"/>
              <a:t>useContext</a:t>
            </a:r>
            <a:endParaRPr lang="en-US" altLang="fr-FR" sz="2500" dirty="0"/>
          </a:p>
        </p:txBody>
      </p:sp>
      <p:sp>
        <p:nvSpPr>
          <p:cNvPr id="4099" name="Rectangle 5">
            <a:extLst>
              <a:ext uri="{FF2B5EF4-FFF2-40B4-BE49-F238E27FC236}">
                <a16:creationId xmlns:a16="http://schemas.microsoft.com/office/drawing/2014/main" id="{7EF86899-3041-9851-F25C-EFBF4FC66B0A}"/>
              </a:ext>
            </a:extLst>
          </p:cNvPr>
          <p:cNvSpPr>
            <a:spLocks noGrp="1" noChangeArrowheads="1"/>
          </p:cNvSpPr>
          <p:nvPr>
            <p:ph idx="1"/>
          </p:nvPr>
        </p:nvSpPr>
        <p:spPr>
          <a:xfrm>
            <a:off x="215900" y="1443789"/>
            <a:ext cx="8608060" cy="4433228"/>
          </a:xfrm>
        </p:spPr>
        <p:txBody>
          <a:bodyPr/>
          <a:lstStyle/>
          <a:p>
            <a:pPr lvl="1">
              <a:lnSpc>
                <a:spcPct val="90000"/>
              </a:lnSpc>
              <a:buClr>
                <a:schemeClr val="tx1"/>
              </a:buClr>
              <a:buFont typeface="Wingdings" panose="05000000000000000000" pitchFamily="2" charset="2"/>
              <a:buChar char="q"/>
            </a:pPr>
            <a:r>
              <a:rPr lang="fr-FR" sz="1400" dirty="0"/>
              <a:t>Permet d’accéder à une donnée partagée globalement dans l’application, sans avoir à passer cette donnée manuellement via les </a:t>
            </a:r>
            <a:r>
              <a:rPr lang="fr-FR" sz="1400" dirty="0" err="1"/>
              <a:t>props</a:t>
            </a:r>
            <a:r>
              <a:rPr lang="fr-FR" sz="1400" dirty="0"/>
              <a:t> à chaque niveau de composants. </a:t>
            </a:r>
          </a:p>
          <a:p>
            <a:pPr marL="385763" lvl="1" indent="0">
              <a:lnSpc>
                <a:spcPct val="90000"/>
              </a:lnSpc>
              <a:buClr>
                <a:schemeClr val="tx1"/>
              </a:buClr>
              <a:buNone/>
            </a:pPr>
            <a:endParaRPr lang="fr-FR" sz="1400" dirty="0"/>
          </a:p>
          <a:p>
            <a:pPr marL="0" indent="-84137">
              <a:lnSpc>
                <a:spcPct val="90000"/>
              </a:lnSpc>
              <a:buClr>
                <a:schemeClr val="tx1"/>
              </a:buClr>
              <a:buNone/>
            </a:pPr>
            <a:r>
              <a:rPr lang="fr-FR" sz="1600" b="1" dirty="0"/>
              <a:t>Étape 1 : Créer le contexte 			</a:t>
            </a:r>
            <a:r>
              <a:rPr lang="fr-FR" sz="1600" dirty="0"/>
              <a:t>Étape 3 : Consommer avec </a:t>
            </a:r>
            <a:r>
              <a:rPr lang="fr-FR" sz="1600" dirty="0" err="1"/>
              <a:t>useContext</a:t>
            </a:r>
            <a:r>
              <a:rPr lang="fr-FR" sz="1600" dirty="0"/>
              <a:t> </a:t>
            </a:r>
            <a:endParaRPr lang="fr-FR" sz="1600" b="1" dirty="0"/>
          </a:p>
          <a:p>
            <a:pPr lvl="1">
              <a:lnSpc>
                <a:spcPct val="90000"/>
              </a:lnSpc>
              <a:buClr>
                <a:schemeClr val="tx1"/>
              </a:buClr>
              <a:buFont typeface="Wingdings" panose="05000000000000000000" pitchFamily="2" charset="2"/>
              <a:buChar char="q"/>
            </a:pPr>
            <a:endParaRPr lang="fr-FR" sz="1400" b="0" dirty="0"/>
          </a:p>
          <a:p>
            <a:pPr lvl="1">
              <a:lnSpc>
                <a:spcPct val="90000"/>
              </a:lnSpc>
              <a:buClr>
                <a:schemeClr val="tx1"/>
              </a:buClr>
              <a:buFont typeface="Wingdings" panose="05000000000000000000" pitchFamily="2" charset="2"/>
              <a:buChar char="q"/>
            </a:pPr>
            <a:endParaRPr lang="fr-FR" sz="1400" b="0" dirty="0"/>
          </a:p>
          <a:p>
            <a:pPr lvl="1">
              <a:lnSpc>
                <a:spcPct val="90000"/>
              </a:lnSpc>
              <a:buClr>
                <a:schemeClr val="tx1"/>
              </a:buClr>
              <a:buFont typeface="Wingdings" panose="05000000000000000000" pitchFamily="2" charset="2"/>
              <a:buChar char="ü"/>
            </a:pPr>
            <a:endParaRPr lang="fr-FR" sz="1400" b="0" dirty="0"/>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marL="0" indent="0">
              <a:lnSpc>
                <a:spcPct val="90000"/>
              </a:lnSpc>
              <a:buClr>
                <a:schemeClr val="tx1"/>
              </a:buClr>
              <a:buNone/>
            </a:pPr>
            <a:r>
              <a:rPr lang="fr-FR" sz="1400" dirty="0"/>
              <a:t>Étape 2 : Fournir la valeur (Provider)</a:t>
            </a: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BE" altLang="fr-FR" sz="2400" b="0" dirty="0">
              <a:solidFill>
                <a:schemeClr val="bg2"/>
              </a:solidFill>
              <a:latin typeface="Times New Roman" panose="02020603050405020304" pitchFamily="18" charset="0"/>
              <a:cs typeface="Times New Roman" panose="02020603050405020304" pitchFamily="18" charset="0"/>
            </a:endParaRPr>
          </a:p>
        </p:txBody>
      </p:sp>
      <p:pic>
        <p:nvPicPr>
          <p:cNvPr id="9" name="Image 8">
            <a:extLst>
              <a:ext uri="{FF2B5EF4-FFF2-40B4-BE49-F238E27FC236}">
                <a16:creationId xmlns:a16="http://schemas.microsoft.com/office/drawing/2014/main" id="{8E22BA26-5EEF-A227-EB95-6CBE584EF015}"/>
              </a:ext>
            </a:extLst>
          </p:cNvPr>
          <p:cNvPicPr>
            <a:picLocks noChangeAspect="1"/>
          </p:cNvPicPr>
          <p:nvPr/>
        </p:nvPicPr>
        <p:blipFill>
          <a:blip r:embed="rId2"/>
          <a:stretch>
            <a:fillRect/>
          </a:stretch>
        </p:blipFill>
        <p:spPr>
          <a:xfrm>
            <a:off x="1528133" y="2095454"/>
            <a:ext cx="3267531" cy="914528"/>
          </a:xfrm>
          <a:prstGeom prst="rect">
            <a:avLst/>
          </a:prstGeom>
        </p:spPr>
      </p:pic>
      <p:pic>
        <p:nvPicPr>
          <p:cNvPr id="15" name="Image 14">
            <a:extLst>
              <a:ext uri="{FF2B5EF4-FFF2-40B4-BE49-F238E27FC236}">
                <a16:creationId xmlns:a16="http://schemas.microsoft.com/office/drawing/2014/main" id="{B8985569-7AA1-AD27-054D-9B11ED6CDA2D}"/>
              </a:ext>
            </a:extLst>
          </p:cNvPr>
          <p:cNvPicPr>
            <a:picLocks noChangeAspect="1"/>
          </p:cNvPicPr>
          <p:nvPr/>
        </p:nvPicPr>
        <p:blipFill>
          <a:blip r:embed="rId3"/>
          <a:stretch>
            <a:fillRect/>
          </a:stretch>
        </p:blipFill>
        <p:spPr>
          <a:xfrm>
            <a:off x="4986493" y="2194496"/>
            <a:ext cx="3296110" cy="1733792"/>
          </a:xfrm>
          <a:prstGeom prst="rect">
            <a:avLst/>
          </a:prstGeom>
        </p:spPr>
      </p:pic>
      <p:pic>
        <p:nvPicPr>
          <p:cNvPr id="17" name="Image 16">
            <a:extLst>
              <a:ext uri="{FF2B5EF4-FFF2-40B4-BE49-F238E27FC236}">
                <a16:creationId xmlns:a16="http://schemas.microsoft.com/office/drawing/2014/main" id="{802F0E86-38FF-CA79-0BB5-C16E7F24C6A1}"/>
              </a:ext>
            </a:extLst>
          </p:cNvPr>
          <p:cNvPicPr>
            <a:picLocks noChangeAspect="1"/>
          </p:cNvPicPr>
          <p:nvPr/>
        </p:nvPicPr>
        <p:blipFill>
          <a:blip r:embed="rId4"/>
          <a:stretch>
            <a:fillRect/>
          </a:stretch>
        </p:blipFill>
        <p:spPr>
          <a:xfrm>
            <a:off x="488025" y="3661646"/>
            <a:ext cx="3248478" cy="2076740"/>
          </a:xfrm>
          <a:prstGeom prst="rect">
            <a:avLst/>
          </a:prstGeom>
        </p:spPr>
      </p:pic>
    </p:spTree>
    <p:extLst>
      <p:ext uri="{BB962C8B-B14F-4D97-AF65-F5344CB8AC3E}">
        <p14:creationId xmlns:p14="http://schemas.microsoft.com/office/powerpoint/2010/main" val="287653019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D6287-BC6A-E8DB-39E8-2688D9BEC897}"/>
            </a:ext>
          </a:extLst>
        </p:cNvPr>
        <p:cNvGrpSpPr/>
        <p:nvPr/>
      </p:nvGrpSpPr>
      <p:grpSpPr>
        <a:xfrm>
          <a:off x="0" y="0"/>
          <a:ext cx="0" cy="0"/>
          <a:chOff x="0" y="0"/>
          <a:chExt cx="0" cy="0"/>
        </a:xfrm>
      </p:grpSpPr>
      <p:sp>
        <p:nvSpPr>
          <p:cNvPr id="4098" name="Rectangle 4">
            <a:extLst>
              <a:ext uri="{FF2B5EF4-FFF2-40B4-BE49-F238E27FC236}">
                <a16:creationId xmlns:a16="http://schemas.microsoft.com/office/drawing/2014/main" id="{6BB35626-3F02-98E6-82E6-45E83B7019F2}"/>
              </a:ext>
            </a:extLst>
          </p:cNvPr>
          <p:cNvSpPr>
            <a:spLocks noGrp="1" noChangeArrowheads="1"/>
          </p:cNvSpPr>
          <p:nvPr>
            <p:ph type="title"/>
          </p:nvPr>
        </p:nvSpPr>
        <p:spPr/>
        <p:txBody>
          <a:bodyPr/>
          <a:lstStyle/>
          <a:p>
            <a:r>
              <a:rPr lang="fr-FR" sz="2500" dirty="0"/>
              <a:t>Le Hook : </a:t>
            </a:r>
            <a:r>
              <a:rPr lang="fr-FR" sz="2500" dirty="0" err="1"/>
              <a:t>useRef</a:t>
            </a:r>
            <a:endParaRPr lang="en-US" altLang="fr-FR" sz="2500" dirty="0"/>
          </a:p>
        </p:txBody>
      </p:sp>
      <p:sp>
        <p:nvSpPr>
          <p:cNvPr id="4099" name="Rectangle 5">
            <a:extLst>
              <a:ext uri="{FF2B5EF4-FFF2-40B4-BE49-F238E27FC236}">
                <a16:creationId xmlns:a16="http://schemas.microsoft.com/office/drawing/2014/main" id="{3F17C346-1DE8-A0D2-C051-FC976815B507}"/>
              </a:ext>
            </a:extLst>
          </p:cNvPr>
          <p:cNvSpPr>
            <a:spLocks noGrp="1" noChangeArrowheads="1"/>
          </p:cNvSpPr>
          <p:nvPr>
            <p:ph idx="1"/>
          </p:nvPr>
        </p:nvSpPr>
        <p:spPr>
          <a:xfrm>
            <a:off x="215900" y="1299411"/>
            <a:ext cx="8608060" cy="4577606"/>
          </a:xfrm>
        </p:spPr>
        <p:txBody>
          <a:bodyPr/>
          <a:lstStyle/>
          <a:p>
            <a:pPr lvl="1">
              <a:lnSpc>
                <a:spcPct val="90000"/>
              </a:lnSpc>
              <a:buClr>
                <a:schemeClr val="tx1"/>
              </a:buClr>
              <a:buFont typeface="Wingdings" panose="05000000000000000000" pitchFamily="2" charset="2"/>
              <a:buChar char="q"/>
            </a:pPr>
            <a:r>
              <a:rPr lang="fr-FR" sz="1400" dirty="0"/>
              <a:t>Permet d’accéder directement à un élément DOM.</a:t>
            </a:r>
          </a:p>
          <a:p>
            <a:pPr marL="0" indent="-84137">
              <a:lnSpc>
                <a:spcPct val="90000"/>
              </a:lnSpc>
              <a:buClr>
                <a:schemeClr val="tx1"/>
              </a:buClr>
              <a:buNone/>
            </a:pPr>
            <a:r>
              <a:rPr lang="fr-FR" sz="1600" b="1" dirty="0"/>
              <a:t>		</a:t>
            </a:r>
          </a:p>
          <a:p>
            <a:pPr lvl="1">
              <a:lnSpc>
                <a:spcPct val="90000"/>
              </a:lnSpc>
              <a:buClr>
                <a:schemeClr val="tx1"/>
              </a:buClr>
              <a:buFont typeface="Wingdings" panose="05000000000000000000" pitchFamily="2" charset="2"/>
              <a:buChar char="q"/>
            </a:pPr>
            <a:endParaRPr lang="fr-FR" sz="1400" b="0" dirty="0"/>
          </a:p>
          <a:p>
            <a:pPr lvl="1">
              <a:lnSpc>
                <a:spcPct val="90000"/>
              </a:lnSpc>
              <a:buClr>
                <a:schemeClr val="tx1"/>
              </a:buClr>
              <a:buFont typeface="Wingdings" panose="05000000000000000000" pitchFamily="2" charset="2"/>
              <a:buChar char="q"/>
            </a:pPr>
            <a:endParaRPr lang="fr-FR" sz="1400" b="0" dirty="0"/>
          </a:p>
          <a:p>
            <a:pPr lvl="1">
              <a:lnSpc>
                <a:spcPct val="90000"/>
              </a:lnSpc>
              <a:buClr>
                <a:schemeClr val="tx1"/>
              </a:buClr>
              <a:buFont typeface="Wingdings" panose="05000000000000000000" pitchFamily="2" charset="2"/>
              <a:buChar char="ü"/>
            </a:pPr>
            <a:endParaRPr lang="fr-FR" sz="1400" b="0" dirty="0"/>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BE" altLang="fr-FR" sz="2400" b="0" dirty="0">
              <a:solidFill>
                <a:schemeClr val="bg2"/>
              </a:solidFill>
              <a:latin typeface="Times New Roman" panose="020206030504050203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3734B886-595E-242B-A2A1-3FF83B20DAC4}"/>
              </a:ext>
            </a:extLst>
          </p:cNvPr>
          <p:cNvPicPr>
            <a:picLocks noChangeAspect="1"/>
          </p:cNvPicPr>
          <p:nvPr/>
        </p:nvPicPr>
        <p:blipFill>
          <a:blip r:embed="rId2"/>
          <a:stretch>
            <a:fillRect/>
          </a:stretch>
        </p:blipFill>
        <p:spPr>
          <a:xfrm>
            <a:off x="1675980" y="1616735"/>
            <a:ext cx="3286584" cy="3277057"/>
          </a:xfrm>
          <a:prstGeom prst="rect">
            <a:avLst/>
          </a:prstGeom>
        </p:spPr>
      </p:pic>
    </p:spTree>
    <p:extLst>
      <p:ext uri="{BB962C8B-B14F-4D97-AF65-F5344CB8AC3E}">
        <p14:creationId xmlns:p14="http://schemas.microsoft.com/office/powerpoint/2010/main" val="42315254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656B0-2791-62F5-1FCC-C43DA6707AC6}"/>
            </a:ext>
          </a:extLst>
        </p:cNvPr>
        <p:cNvGrpSpPr/>
        <p:nvPr/>
      </p:nvGrpSpPr>
      <p:grpSpPr>
        <a:xfrm>
          <a:off x="0" y="0"/>
          <a:ext cx="0" cy="0"/>
          <a:chOff x="0" y="0"/>
          <a:chExt cx="0" cy="0"/>
        </a:xfrm>
      </p:grpSpPr>
      <p:sp>
        <p:nvSpPr>
          <p:cNvPr id="4098" name="Rectangle 4">
            <a:extLst>
              <a:ext uri="{FF2B5EF4-FFF2-40B4-BE49-F238E27FC236}">
                <a16:creationId xmlns:a16="http://schemas.microsoft.com/office/drawing/2014/main" id="{883756AF-8F1F-0375-970B-B792F46C8C1F}"/>
              </a:ext>
            </a:extLst>
          </p:cNvPr>
          <p:cNvSpPr>
            <a:spLocks noGrp="1" noChangeArrowheads="1"/>
          </p:cNvSpPr>
          <p:nvPr>
            <p:ph type="title"/>
          </p:nvPr>
        </p:nvSpPr>
        <p:spPr/>
        <p:txBody>
          <a:bodyPr/>
          <a:lstStyle/>
          <a:p>
            <a:r>
              <a:rPr lang="fr-FR" sz="2500" dirty="0"/>
              <a:t>Le Hook : </a:t>
            </a:r>
            <a:r>
              <a:rPr lang="fr-FR" sz="2500" dirty="0" err="1"/>
              <a:t>useMemo</a:t>
            </a:r>
            <a:endParaRPr lang="en-US" altLang="fr-FR" sz="2500" dirty="0"/>
          </a:p>
        </p:txBody>
      </p:sp>
      <p:sp>
        <p:nvSpPr>
          <p:cNvPr id="4099" name="Rectangle 5">
            <a:extLst>
              <a:ext uri="{FF2B5EF4-FFF2-40B4-BE49-F238E27FC236}">
                <a16:creationId xmlns:a16="http://schemas.microsoft.com/office/drawing/2014/main" id="{E66EB4A3-51EF-70F2-A3F3-0208646ADAE0}"/>
              </a:ext>
            </a:extLst>
          </p:cNvPr>
          <p:cNvSpPr>
            <a:spLocks noGrp="1" noChangeArrowheads="1"/>
          </p:cNvSpPr>
          <p:nvPr>
            <p:ph idx="1"/>
          </p:nvPr>
        </p:nvSpPr>
        <p:spPr>
          <a:xfrm>
            <a:off x="215900" y="1260909"/>
            <a:ext cx="8608060" cy="4616108"/>
          </a:xfrm>
        </p:spPr>
        <p:txBody>
          <a:bodyPr/>
          <a:lstStyle/>
          <a:p>
            <a:pPr lvl="1">
              <a:lnSpc>
                <a:spcPct val="90000"/>
              </a:lnSpc>
              <a:buClr>
                <a:schemeClr val="tx1"/>
              </a:buClr>
              <a:buFont typeface="Wingdings" panose="05000000000000000000" pitchFamily="2" charset="2"/>
              <a:buChar char="q"/>
            </a:pPr>
            <a:r>
              <a:rPr lang="fr-FR" sz="1400" dirty="0"/>
              <a:t>Évite de recalculer une valeur inutilement.</a:t>
            </a:r>
          </a:p>
          <a:p>
            <a:pPr marL="0" indent="-84137">
              <a:lnSpc>
                <a:spcPct val="90000"/>
              </a:lnSpc>
              <a:buClr>
                <a:schemeClr val="tx1"/>
              </a:buClr>
              <a:buNone/>
            </a:pPr>
            <a:r>
              <a:rPr lang="fr-FR" sz="1600" b="1" dirty="0"/>
              <a:t>		</a:t>
            </a:r>
          </a:p>
          <a:p>
            <a:pPr lvl="1">
              <a:lnSpc>
                <a:spcPct val="90000"/>
              </a:lnSpc>
              <a:buClr>
                <a:schemeClr val="tx1"/>
              </a:buClr>
              <a:buFont typeface="Wingdings" panose="05000000000000000000" pitchFamily="2" charset="2"/>
              <a:buChar char="q"/>
            </a:pPr>
            <a:endParaRPr lang="fr-FR" sz="1400" b="0" dirty="0"/>
          </a:p>
          <a:p>
            <a:pPr lvl="1">
              <a:lnSpc>
                <a:spcPct val="90000"/>
              </a:lnSpc>
              <a:buClr>
                <a:schemeClr val="tx1"/>
              </a:buClr>
              <a:buFont typeface="Wingdings" panose="05000000000000000000" pitchFamily="2" charset="2"/>
              <a:buChar char="q"/>
            </a:pPr>
            <a:endParaRPr lang="fr-FR" sz="1400" b="0" dirty="0"/>
          </a:p>
          <a:p>
            <a:pPr lvl="1">
              <a:lnSpc>
                <a:spcPct val="90000"/>
              </a:lnSpc>
              <a:buClr>
                <a:schemeClr val="tx1"/>
              </a:buClr>
              <a:buFont typeface="Wingdings" panose="05000000000000000000" pitchFamily="2" charset="2"/>
              <a:buChar char="ü"/>
            </a:pPr>
            <a:endParaRPr lang="fr-FR" sz="1400" b="0" dirty="0"/>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BE" altLang="fr-FR" sz="2400" b="0" dirty="0">
              <a:solidFill>
                <a:schemeClr val="bg2"/>
              </a:solidFill>
              <a:latin typeface="Times New Roman" panose="02020603050405020304" pitchFamily="18" charset="0"/>
              <a:cs typeface="Times New Roman" panose="02020603050405020304" pitchFamily="18" charset="0"/>
            </a:endParaRPr>
          </a:p>
        </p:txBody>
      </p:sp>
      <p:pic>
        <p:nvPicPr>
          <p:cNvPr id="4" name="Image 3">
            <a:extLst>
              <a:ext uri="{FF2B5EF4-FFF2-40B4-BE49-F238E27FC236}">
                <a16:creationId xmlns:a16="http://schemas.microsoft.com/office/drawing/2014/main" id="{F62A3D56-CC95-1FA1-53F6-869DF0BFEF4F}"/>
              </a:ext>
            </a:extLst>
          </p:cNvPr>
          <p:cNvPicPr>
            <a:picLocks noChangeAspect="1"/>
          </p:cNvPicPr>
          <p:nvPr/>
        </p:nvPicPr>
        <p:blipFill>
          <a:blip r:embed="rId2"/>
          <a:stretch>
            <a:fillRect/>
          </a:stretch>
        </p:blipFill>
        <p:spPr>
          <a:xfrm>
            <a:off x="1582039" y="1466576"/>
            <a:ext cx="3639058" cy="3924848"/>
          </a:xfrm>
          <a:prstGeom prst="rect">
            <a:avLst/>
          </a:prstGeom>
        </p:spPr>
      </p:pic>
      <p:sp>
        <p:nvSpPr>
          <p:cNvPr id="5" name="Rectangle 1">
            <a:extLst>
              <a:ext uri="{FF2B5EF4-FFF2-40B4-BE49-F238E27FC236}">
                <a16:creationId xmlns:a16="http://schemas.microsoft.com/office/drawing/2014/main" id="{CD28477B-A7A4-F3CE-F55B-C457FB13D245}"/>
              </a:ext>
            </a:extLst>
          </p:cNvPr>
          <p:cNvSpPr>
            <a:spLocks noChangeArrowheads="1"/>
          </p:cNvSpPr>
          <p:nvPr/>
        </p:nvSpPr>
        <p:spPr bwMode="auto">
          <a:xfrm>
            <a:off x="5221097" y="2691903"/>
            <a:ext cx="315480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fr-FR" altLang="fr-FR" sz="1400" dirty="0">
                <a:solidFill>
                  <a:schemeClr val="tx2"/>
                </a:solidFill>
                <a:latin typeface="+mn-lt"/>
              </a:rPr>
              <a:t>Le calcul ne se refait que si </a:t>
            </a:r>
          </a:p>
          <a:p>
            <a:pPr marR="0" lvl="0" algn="l" defTabSz="914400" rtl="0" eaLnBrk="0" fontAlgn="base" latinLnBrk="0" hangingPunct="0">
              <a:lnSpc>
                <a:spcPct val="100000"/>
              </a:lnSpc>
              <a:spcBef>
                <a:spcPct val="0"/>
              </a:spcBef>
              <a:spcAft>
                <a:spcPct val="0"/>
              </a:spcAft>
              <a:buClrTx/>
              <a:buSzTx/>
              <a:tabLst/>
            </a:pPr>
            <a:r>
              <a:rPr lang="fr-FR" altLang="fr-FR" sz="1400" i="1" dirty="0">
                <a:solidFill>
                  <a:schemeClr val="tx2"/>
                </a:solidFill>
                <a:latin typeface="+mn-lt"/>
              </a:rPr>
              <a:t>      </a:t>
            </a:r>
            <a:r>
              <a:rPr lang="fr-FR" altLang="fr-FR" sz="1400" i="1" dirty="0" err="1">
                <a:solidFill>
                  <a:schemeClr val="tx2"/>
                </a:solidFill>
                <a:latin typeface="+mn-lt"/>
              </a:rPr>
              <a:t>number</a:t>
            </a:r>
            <a:r>
              <a:rPr lang="fr-FR" altLang="fr-FR" sz="1400" dirty="0">
                <a:solidFill>
                  <a:schemeClr val="tx2"/>
                </a:solidFill>
                <a:latin typeface="+mn-lt"/>
              </a:rPr>
              <a:t> change. </a:t>
            </a:r>
          </a:p>
        </p:txBody>
      </p:sp>
    </p:spTree>
    <p:extLst>
      <p:ext uri="{BB962C8B-B14F-4D97-AF65-F5344CB8AC3E}">
        <p14:creationId xmlns:p14="http://schemas.microsoft.com/office/powerpoint/2010/main" val="47644611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C2AEA-801B-08F3-C733-12680E7570A6}"/>
            </a:ext>
          </a:extLst>
        </p:cNvPr>
        <p:cNvGrpSpPr/>
        <p:nvPr/>
      </p:nvGrpSpPr>
      <p:grpSpPr>
        <a:xfrm>
          <a:off x="0" y="0"/>
          <a:ext cx="0" cy="0"/>
          <a:chOff x="0" y="0"/>
          <a:chExt cx="0" cy="0"/>
        </a:xfrm>
      </p:grpSpPr>
      <p:sp>
        <p:nvSpPr>
          <p:cNvPr id="4098" name="Rectangle 4">
            <a:extLst>
              <a:ext uri="{FF2B5EF4-FFF2-40B4-BE49-F238E27FC236}">
                <a16:creationId xmlns:a16="http://schemas.microsoft.com/office/drawing/2014/main" id="{4E8F8EB7-CB1F-BCC6-503A-218E53DB80D9}"/>
              </a:ext>
            </a:extLst>
          </p:cNvPr>
          <p:cNvSpPr>
            <a:spLocks noGrp="1" noChangeArrowheads="1"/>
          </p:cNvSpPr>
          <p:nvPr>
            <p:ph type="title"/>
          </p:nvPr>
        </p:nvSpPr>
        <p:spPr/>
        <p:txBody>
          <a:bodyPr/>
          <a:lstStyle/>
          <a:p>
            <a:r>
              <a:rPr lang="fr-FR" sz="2500" dirty="0"/>
              <a:t>Le Hook : </a:t>
            </a:r>
            <a:r>
              <a:rPr lang="fr-FR" sz="2500" dirty="0" err="1"/>
              <a:t>useCallback</a:t>
            </a:r>
            <a:endParaRPr lang="en-US" altLang="fr-FR" sz="2500" dirty="0"/>
          </a:p>
        </p:txBody>
      </p:sp>
      <p:sp>
        <p:nvSpPr>
          <p:cNvPr id="4099" name="Rectangle 5">
            <a:extLst>
              <a:ext uri="{FF2B5EF4-FFF2-40B4-BE49-F238E27FC236}">
                <a16:creationId xmlns:a16="http://schemas.microsoft.com/office/drawing/2014/main" id="{BB3C1558-406C-0328-2749-7B7032F20101}"/>
              </a:ext>
            </a:extLst>
          </p:cNvPr>
          <p:cNvSpPr>
            <a:spLocks noGrp="1" noChangeArrowheads="1"/>
          </p:cNvSpPr>
          <p:nvPr>
            <p:ph idx="1"/>
          </p:nvPr>
        </p:nvSpPr>
        <p:spPr>
          <a:xfrm>
            <a:off x="215900" y="1357162"/>
            <a:ext cx="8608060" cy="4519855"/>
          </a:xfrm>
        </p:spPr>
        <p:txBody>
          <a:bodyPr/>
          <a:lstStyle/>
          <a:p>
            <a:pPr lvl="1">
              <a:lnSpc>
                <a:spcPct val="90000"/>
              </a:lnSpc>
              <a:buClr>
                <a:schemeClr val="tx1"/>
              </a:buClr>
              <a:buFont typeface="Wingdings" panose="05000000000000000000" pitchFamily="2" charset="2"/>
              <a:buChar char="q"/>
            </a:pPr>
            <a:r>
              <a:rPr lang="fr-FR" sz="1400" dirty="0"/>
              <a:t>Utile pour éviter les re-</a:t>
            </a:r>
            <a:r>
              <a:rPr lang="fr-FR" sz="1400" dirty="0" err="1"/>
              <a:t>renders</a:t>
            </a:r>
            <a:r>
              <a:rPr lang="fr-FR" sz="1400" dirty="0"/>
              <a:t> inutiles :</a:t>
            </a:r>
          </a:p>
          <a:p>
            <a:pPr marL="0" indent="-84137">
              <a:lnSpc>
                <a:spcPct val="90000"/>
              </a:lnSpc>
              <a:buClr>
                <a:schemeClr val="tx1"/>
              </a:buClr>
              <a:buNone/>
            </a:pPr>
            <a:r>
              <a:rPr lang="fr-FR" sz="1600" b="1" dirty="0"/>
              <a:t>		</a:t>
            </a:r>
          </a:p>
          <a:p>
            <a:pPr lvl="1">
              <a:lnSpc>
                <a:spcPct val="90000"/>
              </a:lnSpc>
              <a:buClr>
                <a:schemeClr val="tx1"/>
              </a:buClr>
              <a:buFont typeface="Wingdings" panose="05000000000000000000" pitchFamily="2" charset="2"/>
              <a:buChar char="q"/>
            </a:pPr>
            <a:endParaRPr lang="fr-FR" sz="1400" b="0" dirty="0"/>
          </a:p>
          <a:p>
            <a:pPr lvl="1">
              <a:lnSpc>
                <a:spcPct val="90000"/>
              </a:lnSpc>
              <a:buClr>
                <a:schemeClr val="tx1"/>
              </a:buClr>
              <a:buFont typeface="Wingdings" panose="05000000000000000000" pitchFamily="2" charset="2"/>
              <a:buChar char="q"/>
            </a:pPr>
            <a:endParaRPr lang="fr-FR" sz="1400" b="0" dirty="0"/>
          </a:p>
          <a:p>
            <a:pPr lvl="1">
              <a:lnSpc>
                <a:spcPct val="90000"/>
              </a:lnSpc>
              <a:buClr>
                <a:schemeClr val="tx1"/>
              </a:buClr>
              <a:buFont typeface="Wingdings" panose="05000000000000000000" pitchFamily="2" charset="2"/>
              <a:buChar char="ü"/>
            </a:pPr>
            <a:endParaRPr lang="fr-FR" sz="1400" b="0" dirty="0"/>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BE" altLang="fr-FR" sz="2400" b="0" dirty="0">
              <a:solidFill>
                <a:schemeClr val="bg2"/>
              </a:solidFill>
              <a:latin typeface="Times New Roman" panose="020206030504050203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B91A51DB-2E87-FD19-59EA-55483C48C38E}"/>
              </a:ext>
            </a:extLst>
          </p:cNvPr>
          <p:cNvPicPr>
            <a:picLocks noChangeAspect="1"/>
          </p:cNvPicPr>
          <p:nvPr/>
        </p:nvPicPr>
        <p:blipFill>
          <a:blip r:embed="rId2"/>
          <a:stretch>
            <a:fillRect/>
          </a:stretch>
        </p:blipFill>
        <p:spPr>
          <a:xfrm>
            <a:off x="1565838" y="1582835"/>
            <a:ext cx="3762900" cy="3143689"/>
          </a:xfrm>
          <a:prstGeom prst="rect">
            <a:avLst/>
          </a:prstGeom>
        </p:spPr>
      </p:pic>
    </p:spTree>
    <p:extLst>
      <p:ext uri="{BB962C8B-B14F-4D97-AF65-F5344CB8AC3E}">
        <p14:creationId xmlns:p14="http://schemas.microsoft.com/office/powerpoint/2010/main" val="146813530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1B4AC-F132-75E5-9C6D-29B2C178086E}"/>
            </a:ext>
          </a:extLst>
        </p:cNvPr>
        <p:cNvGrpSpPr/>
        <p:nvPr/>
      </p:nvGrpSpPr>
      <p:grpSpPr>
        <a:xfrm>
          <a:off x="0" y="0"/>
          <a:ext cx="0" cy="0"/>
          <a:chOff x="0" y="0"/>
          <a:chExt cx="0" cy="0"/>
        </a:xfrm>
      </p:grpSpPr>
      <p:sp>
        <p:nvSpPr>
          <p:cNvPr id="4098" name="Rectangle 4">
            <a:extLst>
              <a:ext uri="{FF2B5EF4-FFF2-40B4-BE49-F238E27FC236}">
                <a16:creationId xmlns:a16="http://schemas.microsoft.com/office/drawing/2014/main" id="{0490AD2E-AA55-19B0-E0A6-2887CFF7DE50}"/>
              </a:ext>
            </a:extLst>
          </p:cNvPr>
          <p:cNvSpPr>
            <a:spLocks noGrp="1" noChangeArrowheads="1"/>
          </p:cNvSpPr>
          <p:nvPr>
            <p:ph type="title"/>
          </p:nvPr>
        </p:nvSpPr>
        <p:spPr/>
        <p:txBody>
          <a:bodyPr/>
          <a:lstStyle/>
          <a:p>
            <a:r>
              <a:rPr lang="fr-FR" sz="2500" dirty="0"/>
              <a:t>Créer un Hook personnalisé</a:t>
            </a:r>
            <a:endParaRPr lang="en-US" altLang="fr-FR" sz="2500" dirty="0"/>
          </a:p>
        </p:txBody>
      </p:sp>
      <p:pic>
        <p:nvPicPr>
          <p:cNvPr id="5" name="Image 4">
            <a:extLst>
              <a:ext uri="{FF2B5EF4-FFF2-40B4-BE49-F238E27FC236}">
                <a16:creationId xmlns:a16="http://schemas.microsoft.com/office/drawing/2014/main" id="{71F1E07A-7B28-2F76-473A-CFA37412F327}"/>
              </a:ext>
            </a:extLst>
          </p:cNvPr>
          <p:cNvPicPr>
            <a:picLocks noChangeAspect="1"/>
          </p:cNvPicPr>
          <p:nvPr/>
        </p:nvPicPr>
        <p:blipFill>
          <a:blip r:embed="rId2"/>
          <a:stretch>
            <a:fillRect/>
          </a:stretch>
        </p:blipFill>
        <p:spPr>
          <a:xfrm>
            <a:off x="5463516" y="1690689"/>
            <a:ext cx="3562847" cy="1981477"/>
          </a:xfrm>
          <a:prstGeom prst="rect">
            <a:avLst/>
          </a:prstGeom>
        </p:spPr>
      </p:pic>
      <p:pic>
        <p:nvPicPr>
          <p:cNvPr id="7" name="Image 6">
            <a:extLst>
              <a:ext uri="{FF2B5EF4-FFF2-40B4-BE49-F238E27FC236}">
                <a16:creationId xmlns:a16="http://schemas.microsoft.com/office/drawing/2014/main" id="{350BF8A3-B153-7903-05BB-30CD9750F02B}"/>
              </a:ext>
            </a:extLst>
          </p:cNvPr>
          <p:cNvPicPr>
            <a:picLocks noChangeAspect="1"/>
          </p:cNvPicPr>
          <p:nvPr/>
        </p:nvPicPr>
        <p:blipFill>
          <a:blip r:embed="rId3"/>
          <a:stretch>
            <a:fillRect/>
          </a:stretch>
        </p:blipFill>
        <p:spPr>
          <a:xfrm>
            <a:off x="1507532" y="4258205"/>
            <a:ext cx="3562847" cy="2133898"/>
          </a:xfrm>
          <a:prstGeom prst="rect">
            <a:avLst/>
          </a:prstGeom>
        </p:spPr>
      </p:pic>
      <p:sp>
        <p:nvSpPr>
          <p:cNvPr id="8" name="Rectangle 5">
            <a:extLst>
              <a:ext uri="{FF2B5EF4-FFF2-40B4-BE49-F238E27FC236}">
                <a16:creationId xmlns:a16="http://schemas.microsoft.com/office/drawing/2014/main" id="{20181B27-2181-F974-6350-3276F4292B6E}"/>
              </a:ext>
            </a:extLst>
          </p:cNvPr>
          <p:cNvSpPr txBox="1">
            <a:spLocks noChangeArrowheads="1"/>
          </p:cNvSpPr>
          <p:nvPr/>
        </p:nvSpPr>
        <p:spPr bwMode="auto">
          <a:xfrm>
            <a:off x="252476" y="3935266"/>
            <a:ext cx="3277057" cy="32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95263" indent="-195263" algn="l" rtl="0" eaLnBrk="0" fontAlgn="base" hangingPunct="0">
              <a:spcBef>
                <a:spcPct val="30000"/>
              </a:spcBef>
              <a:spcAft>
                <a:spcPct val="0"/>
              </a:spcAft>
              <a:buClr>
                <a:srgbClr val="009BCC"/>
              </a:buClr>
              <a:buFont typeface="Symbol" panose="05050102010706020507" pitchFamily="18" charset="2"/>
              <a:buChar char="·"/>
              <a:defRPr sz="2000" b="1">
                <a:solidFill>
                  <a:schemeClr val="tx2"/>
                </a:solidFill>
                <a:latin typeface="+mn-lt"/>
                <a:ea typeface="+mn-ea"/>
                <a:cs typeface="+mn-cs"/>
              </a:defRPr>
            </a:lvl1pPr>
            <a:lvl2pPr marL="665163" indent="-279400" algn="l" rtl="0" eaLnBrk="0" fontAlgn="base" hangingPunct="0">
              <a:spcBef>
                <a:spcPct val="30000"/>
              </a:spcBef>
              <a:spcAft>
                <a:spcPct val="0"/>
              </a:spcAft>
              <a:buClr>
                <a:srgbClr val="004182"/>
              </a:buClr>
              <a:buFont typeface="Wingdings" panose="05000000000000000000" pitchFamily="2" charset="2"/>
              <a:buChar char=""/>
              <a:defRPr>
                <a:solidFill>
                  <a:schemeClr val="tx2"/>
                </a:solidFill>
                <a:latin typeface="+mn-lt"/>
              </a:defRPr>
            </a:lvl2pPr>
            <a:lvl3pPr marL="1044575" indent="-176213" algn="l" rtl="0" eaLnBrk="0" fontAlgn="base" hangingPunct="0">
              <a:spcBef>
                <a:spcPct val="30000"/>
              </a:spcBef>
              <a:spcAft>
                <a:spcPct val="0"/>
              </a:spcAft>
              <a:buClr>
                <a:srgbClr val="004182"/>
              </a:buClr>
              <a:buFont typeface="Wingdings" panose="05000000000000000000" pitchFamily="2" charset="2"/>
              <a:buChar char="ú"/>
              <a:defRPr sz="1600">
                <a:solidFill>
                  <a:schemeClr val="tx2"/>
                </a:solidFill>
                <a:latin typeface="+mn-lt"/>
              </a:defRPr>
            </a:lvl3pPr>
            <a:lvl4pPr marL="1516063" indent="-228600" algn="l" rtl="0" eaLnBrk="0" fontAlgn="base" hangingPunct="0">
              <a:spcBef>
                <a:spcPct val="20000"/>
              </a:spcBef>
              <a:spcAft>
                <a:spcPct val="0"/>
              </a:spcAft>
              <a:buChar char="–"/>
              <a:defRPr sz="2200">
                <a:solidFill>
                  <a:schemeClr val="tx1"/>
                </a:solidFill>
                <a:latin typeface="+mn-lt"/>
              </a:defRPr>
            </a:lvl4pPr>
            <a:lvl5pPr marL="1935163" indent="-228600" algn="l" rtl="0" eaLnBrk="0" fontAlgn="base" hangingPunct="0">
              <a:spcBef>
                <a:spcPct val="20000"/>
              </a:spcBef>
              <a:spcAft>
                <a:spcPct val="0"/>
              </a:spcAft>
              <a:buChar char="»"/>
              <a:defRPr sz="2200">
                <a:solidFill>
                  <a:schemeClr val="tx1"/>
                </a:solidFill>
                <a:latin typeface="+mn-lt"/>
              </a:defRPr>
            </a:lvl5pPr>
            <a:lvl6pPr marL="2392363" indent="-228600" algn="l" rtl="0" eaLnBrk="0" fontAlgn="base" hangingPunct="0">
              <a:spcBef>
                <a:spcPct val="20000"/>
              </a:spcBef>
              <a:spcAft>
                <a:spcPct val="0"/>
              </a:spcAft>
              <a:buChar char="»"/>
              <a:defRPr sz="2200">
                <a:solidFill>
                  <a:schemeClr val="tx1"/>
                </a:solidFill>
                <a:latin typeface="+mn-lt"/>
              </a:defRPr>
            </a:lvl6pPr>
            <a:lvl7pPr marL="2849563" indent="-228600" algn="l" rtl="0" eaLnBrk="0" fontAlgn="base" hangingPunct="0">
              <a:spcBef>
                <a:spcPct val="20000"/>
              </a:spcBef>
              <a:spcAft>
                <a:spcPct val="0"/>
              </a:spcAft>
              <a:buChar char="»"/>
              <a:defRPr sz="2200">
                <a:solidFill>
                  <a:schemeClr val="tx1"/>
                </a:solidFill>
                <a:latin typeface="+mn-lt"/>
              </a:defRPr>
            </a:lvl7pPr>
            <a:lvl8pPr marL="3306763" indent="-228600" algn="l" rtl="0" eaLnBrk="0" fontAlgn="base" hangingPunct="0">
              <a:spcBef>
                <a:spcPct val="20000"/>
              </a:spcBef>
              <a:spcAft>
                <a:spcPct val="0"/>
              </a:spcAft>
              <a:buChar char="»"/>
              <a:defRPr sz="2200">
                <a:solidFill>
                  <a:schemeClr val="tx1"/>
                </a:solidFill>
                <a:latin typeface="+mn-lt"/>
              </a:defRPr>
            </a:lvl8pPr>
            <a:lvl9pPr marL="3763963" indent="-228600" algn="l" rtl="0" eaLnBrk="0" fontAlgn="base" hangingPunct="0">
              <a:spcBef>
                <a:spcPct val="20000"/>
              </a:spcBef>
              <a:spcAft>
                <a:spcPct val="0"/>
              </a:spcAft>
              <a:buChar char="»"/>
              <a:defRPr sz="2200">
                <a:solidFill>
                  <a:schemeClr val="tx1"/>
                </a:solidFill>
                <a:latin typeface="+mn-lt"/>
              </a:defRPr>
            </a:lvl9pPr>
          </a:lstStyle>
          <a:p>
            <a:pPr>
              <a:lnSpc>
                <a:spcPct val="90000"/>
              </a:lnSpc>
              <a:buClr>
                <a:schemeClr val="tx1"/>
              </a:buClr>
              <a:buFont typeface="Wingdings" panose="05000000000000000000" pitchFamily="2" charset="2"/>
              <a:buChar char="Ø"/>
            </a:pPr>
            <a:r>
              <a:rPr lang="fr-FR" sz="1400" b="0" kern="0" dirty="0"/>
              <a:t>Pour utiliser le Hook </a:t>
            </a:r>
            <a:r>
              <a:rPr lang="fr-FR" sz="1400" i="1" kern="0" dirty="0" err="1"/>
              <a:t>userToggle</a:t>
            </a:r>
            <a:r>
              <a:rPr lang="fr-FR" sz="1400" b="0" kern="0" dirty="0"/>
              <a:t> :</a:t>
            </a:r>
          </a:p>
          <a:p>
            <a:pPr>
              <a:lnSpc>
                <a:spcPct val="90000"/>
              </a:lnSpc>
              <a:buClr>
                <a:schemeClr val="tx1"/>
              </a:buClr>
              <a:buFont typeface="Wingdings" panose="05000000000000000000" pitchFamily="2" charset="2"/>
              <a:buChar char="§"/>
            </a:pPr>
            <a:endParaRPr lang="fr-FR" sz="2400" b="0" kern="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kern="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kern="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kern="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kern="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kern="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kern="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FR" sz="2400" b="0" kern="0" dirty="0">
              <a:solidFill>
                <a:schemeClr val="bg2"/>
              </a:solidFill>
              <a:latin typeface="Times New Roman" panose="02020603050405020304" pitchFamily="18" charset="0"/>
              <a:cs typeface="Times New Roman" panose="02020603050405020304" pitchFamily="18" charset="0"/>
            </a:endParaRPr>
          </a:p>
          <a:p>
            <a:pPr>
              <a:lnSpc>
                <a:spcPct val="90000"/>
              </a:lnSpc>
              <a:buClr>
                <a:schemeClr val="tx1"/>
              </a:buClr>
              <a:buFont typeface="Wingdings" panose="05000000000000000000" pitchFamily="2" charset="2"/>
              <a:buChar char="§"/>
            </a:pPr>
            <a:endParaRPr lang="fr-BE" altLang="fr-FR" sz="2400" b="0" kern="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5511771"/>
      </p:ext>
    </p:extLst>
  </p:cSld>
  <p:clrMapOvr>
    <a:masterClrMapping/>
  </p:clrMapOvr>
</p:sld>
</file>

<file path=ppt/theme/theme1.xml><?xml version="1.0" encoding="utf-8"?>
<a:theme xmlns:a="http://schemas.openxmlformats.org/drawingml/2006/main" name="CGEY_ppt_template_white">
  <a:themeElements>
    <a:clrScheme name="CGEY_ppt_template_white 4">
      <a:dk1>
        <a:srgbClr val="004182"/>
      </a:dk1>
      <a:lt1>
        <a:srgbClr val="FFFFFF"/>
      </a:lt1>
      <a:dk2>
        <a:srgbClr val="004182"/>
      </a:dk2>
      <a:lt2>
        <a:srgbClr val="000000"/>
      </a:lt2>
      <a:accent1>
        <a:srgbClr val="009BCC"/>
      </a:accent1>
      <a:accent2>
        <a:srgbClr val="FFBE19"/>
      </a:accent2>
      <a:accent3>
        <a:srgbClr val="FFFFFF"/>
      </a:accent3>
      <a:accent4>
        <a:srgbClr val="00366E"/>
      </a:accent4>
      <a:accent5>
        <a:srgbClr val="AACBE2"/>
      </a:accent5>
      <a:accent6>
        <a:srgbClr val="E7AC16"/>
      </a:accent6>
      <a:hlink>
        <a:srgbClr val="009BCC"/>
      </a:hlink>
      <a:folHlink>
        <a:srgbClr val="E17DC8"/>
      </a:folHlink>
    </a:clrScheme>
    <a:fontScheme name="CGEY_ppt_template_white">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E6F4FF"/>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E6F4FF"/>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lnDef>
  </a:objectDefaults>
  <a:extraClrSchemeLst>
    <a:extraClrScheme>
      <a:clrScheme name="CGEY_ppt_template_white 1">
        <a:dk1>
          <a:srgbClr val="004182"/>
        </a:dk1>
        <a:lt1>
          <a:srgbClr val="FFFFFF"/>
        </a:lt1>
        <a:dk2>
          <a:srgbClr val="004182"/>
        </a:dk2>
        <a:lt2>
          <a:srgbClr val="000000"/>
        </a:lt2>
        <a:accent1>
          <a:srgbClr val="009BCC"/>
        </a:accent1>
        <a:accent2>
          <a:srgbClr val="FFBE19"/>
        </a:accent2>
        <a:accent3>
          <a:srgbClr val="FFFFFF"/>
        </a:accent3>
        <a:accent4>
          <a:srgbClr val="00366E"/>
        </a:accent4>
        <a:accent5>
          <a:srgbClr val="AACBE2"/>
        </a:accent5>
        <a:accent6>
          <a:srgbClr val="E7AC16"/>
        </a:accent6>
        <a:hlink>
          <a:srgbClr val="33CC33"/>
        </a:hlink>
        <a:folHlink>
          <a:srgbClr val="E17DC8"/>
        </a:folHlink>
      </a:clrScheme>
      <a:clrMap bg1="lt1" tx1="dk1" bg2="lt2" tx2="dk2" accent1="accent1" accent2="accent2" accent3="accent3" accent4="accent4" accent5="accent5" accent6="accent6" hlink="hlink" folHlink="folHlink"/>
    </a:extraClrScheme>
    <a:extraClrScheme>
      <a:clrScheme name="CGEY_ppt_template_white 2">
        <a:dk1>
          <a:srgbClr val="004182"/>
        </a:dk1>
        <a:lt1>
          <a:srgbClr val="FFFFFF"/>
        </a:lt1>
        <a:dk2>
          <a:srgbClr val="004182"/>
        </a:dk2>
        <a:lt2>
          <a:srgbClr val="000000"/>
        </a:lt2>
        <a:accent1>
          <a:srgbClr val="009BCC"/>
        </a:accent1>
        <a:accent2>
          <a:srgbClr val="FFBE19"/>
        </a:accent2>
        <a:accent3>
          <a:srgbClr val="FFFFFF"/>
        </a:accent3>
        <a:accent4>
          <a:srgbClr val="00366E"/>
        </a:accent4>
        <a:accent5>
          <a:srgbClr val="AACBE2"/>
        </a:accent5>
        <a:accent6>
          <a:srgbClr val="E7AC16"/>
        </a:accent6>
        <a:hlink>
          <a:srgbClr val="0000FF"/>
        </a:hlink>
        <a:folHlink>
          <a:srgbClr val="E17DC8"/>
        </a:folHlink>
      </a:clrScheme>
      <a:clrMap bg1="lt1" tx1="dk1" bg2="lt2" tx2="dk2" accent1="accent1" accent2="accent2" accent3="accent3" accent4="accent4" accent5="accent5" accent6="accent6" hlink="hlink" folHlink="folHlink"/>
    </a:extraClrScheme>
    <a:extraClrScheme>
      <a:clrScheme name="CGEY_ppt_template_white 3">
        <a:dk1>
          <a:srgbClr val="004182"/>
        </a:dk1>
        <a:lt1>
          <a:srgbClr val="FFFFFF"/>
        </a:lt1>
        <a:dk2>
          <a:srgbClr val="004182"/>
        </a:dk2>
        <a:lt2>
          <a:srgbClr val="000000"/>
        </a:lt2>
        <a:accent1>
          <a:srgbClr val="009BCC"/>
        </a:accent1>
        <a:accent2>
          <a:srgbClr val="FFBE19"/>
        </a:accent2>
        <a:accent3>
          <a:srgbClr val="FFFFFF"/>
        </a:accent3>
        <a:accent4>
          <a:srgbClr val="00366E"/>
        </a:accent4>
        <a:accent5>
          <a:srgbClr val="AACBE2"/>
        </a:accent5>
        <a:accent6>
          <a:srgbClr val="E7AC16"/>
        </a:accent6>
        <a:hlink>
          <a:srgbClr val="E6F4FF"/>
        </a:hlink>
        <a:folHlink>
          <a:srgbClr val="E17DC8"/>
        </a:folHlink>
      </a:clrScheme>
      <a:clrMap bg1="lt1" tx1="dk1" bg2="lt2" tx2="dk2" accent1="accent1" accent2="accent2" accent3="accent3" accent4="accent4" accent5="accent5" accent6="accent6" hlink="hlink" folHlink="folHlink"/>
    </a:extraClrScheme>
    <a:extraClrScheme>
      <a:clrScheme name="CGEY_ppt_template_white 4">
        <a:dk1>
          <a:srgbClr val="004182"/>
        </a:dk1>
        <a:lt1>
          <a:srgbClr val="FFFFFF"/>
        </a:lt1>
        <a:dk2>
          <a:srgbClr val="004182"/>
        </a:dk2>
        <a:lt2>
          <a:srgbClr val="000000"/>
        </a:lt2>
        <a:accent1>
          <a:srgbClr val="009BCC"/>
        </a:accent1>
        <a:accent2>
          <a:srgbClr val="FFBE19"/>
        </a:accent2>
        <a:accent3>
          <a:srgbClr val="FFFFFF"/>
        </a:accent3>
        <a:accent4>
          <a:srgbClr val="00366E"/>
        </a:accent4>
        <a:accent5>
          <a:srgbClr val="AACBE2"/>
        </a:accent5>
        <a:accent6>
          <a:srgbClr val="E7AC16"/>
        </a:accent6>
        <a:hlink>
          <a:srgbClr val="009BCC"/>
        </a:hlink>
        <a:folHlink>
          <a:srgbClr val="E17DC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Computer</Template>
  <TotalTime>53026</TotalTime>
  <Words>14972</Words>
  <Application>Microsoft Office PowerPoint</Application>
  <PresentationFormat>Affichage à l'écran (4:3)</PresentationFormat>
  <Paragraphs>2178</Paragraphs>
  <Slides>104</Slides>
  <Notes>7</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104</vt:i4>
      </vt:variant>
    </vt:vector>
  </HeadingPairs>
  <TitlesOfParts>
    <vt:vector size="116" baseType="lpstr">
      <vt:lpstr>Arial</vt:lpstr>
      <vt:lpstr>Arial Narrow</vt:lpstr>
      <vt:lpstr>Calibri</vt:lpstr>
      <vt:lpstr>Calibri Light</vt:lpstr>
      <vt:lpstr>Comic Sans MS</vt:lpstr>
      <vt:lpstr>Consolas</vt:lpstr>
      <vt:lpstr>Courier New</vt:lpstr>
      <vt:lpstr>Symbol</vt:lpstr>
      <vt:lpstr>Times New Roman</vt:lpstr>
      <vt:lpstr>Wingdings</vt:lpstr>
      <vt:lpstr>CGEY_ppt_template_white</vt:lpstr>
      <vt:lpstr>Thème Office</vt:lpstr>
      <vt:lpstr>Développement Front-End React.js, Next.js et Vue.js</vt:lpstr>
      <vt:lpstr>Objectifs</vt:lpstr>
      <vt:lpstr>Plan du cours</vt:lpstr>
      <vt:lpstr>Introduction au Développement Front End</vt:lpstr>
      <vt:lpstr>Historique et évolution du développement Front-End (1/4)</vt:lpstr>
      <vt:lpstr>Présentation PowerPoint</vt:lpstr>
      <vt:lpstr>Historique et évolution du développement Front-End (4/4)</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React JS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React JS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Architecture unidirectionnelle (Data Flow) (1/3)</vt:lpstr>
      <vt:lpstr>Présentation PowerPoint</vt:lpstr>
      <vt:lpstr>Présentation PowerPoint</vt:lpstr>
      <vt:lpstr>Présentation PowerPoint</vt:lpstr>
      <vt:lpstr>Présentation PowerPoint</vt:lpstr>
      <vt:lpstr>React JS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React JS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React JS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Hook : useContext</vt:lpstr>
      <vt:lpstr>Le Hook : useRef</vt:lpstr>
      <vt:lpstr>Le Hook : useMemo</vt:lpstr>
      <vt:lpstr>Le Hook : useCallback</vt:lpstr>
      <vt:lpstr>Créer un Hook personnalisé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à Java</dc:title>
  <dc:subject>Cours d'introduction au langage Java</dc:subject>
  <dc:creator>JEOUIT ABDELMALEK</dc:creator>
  <cp:lastModifiedBy>JEOUIT ABDELMALEK</cp:lastModifiedBy>
  <cp:revision>2218</cp:revision>
  <dcterms:created xsi:type="dcterms:W3CDTF">2000-07-19T18:16:44Z</dcterms:created>
  <dcterms:modified xsi:type="dcterms:W3CDTF">2026-04-20T15:44:15Z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aa1d19d-fbb7-44c9-8ad5-213426a8494c_Enabled">
    <vt:lpwstr>true</vt:lpwstr>
  </property>
  <property fmtid="{D5CDD505-2E9C-101B-9397-08002B2CF9AE}" pid="3" name="MSIP_Label_6aa1d19d-fbb7-44c9-8ad5-213426a8494c_SetDate">
    <vt:lpwstr>2026-02-18T11:09:03Z</vt:lpwstr>
  </property>
  <property fmtid="{D5CDD505-2E9C-101B-9397-08002B2CF9AE}" pid="4" name="MSIP_Label_6aa1d19d-fbb7-44c9-8ad5-213426a8494c_Method">
    <vt:lpwstr>Privileged</vt:lpwstr>
  </property>
  <property fmtid="{D5CDD505-2E9C-101B-9397-08002B2CF9AE}" pid="5" name="MSIP_Label_6aa1d19d-fbb7-44c9-8ad5-213426a8494c_Name">
    <vt:lpwstr>Public</vt:lpwstr>
  </property>
  <property fmtid="{D5CDD505-2E9C-101B-9397-08002B2CF9AE}" pid="6" name="MSIP_Label_6aa1d19d-fbb7-44c9-8ad5-213426a8494c_SiteId">
    <vt:lpwstr>819a22f3-772c-4452-a256-7731d9e13b33</vt:lpwstr>
  </property>
  <property fmtid="{D5CDD505-2E9C-101B-9397-08002B2CF9AE}" pid="7" name="MSIP_Label_6aa1d19d-fbb7-44c9-8ad5-213426a8494c_ActionId">
    <vt:lpwstr>38762baa-ab15-46fc-8c24-2ea83a4763e4</vt:lpwstr>
  </property>
  <property fmtid="{D5CDD505-2E9C-101B-9397-08002B2CF9AE}" pid="8" name="MSIP_Label_6aa1d19d-fbb7-44c9-8ad5-213426a8494c_ContentBits">
    <vt:lpwstr>1</vt:lpwstr>
  </property>
  <property fmtid="{D5CDD505-2E9C-101B-9397-08002B2CF9AE}" pid="9" name="ClassificationContentMarkingHeaderLocations">
    <vt:lpwstr>CGEY_ppt_template_white:3</vt:lpwstr>
  </property>
  <property fmtid="{D5CDD505-2E9C-101B-9397-08002B2CF9AE}" pid="10" name="ClassificationContentMarkingHeaderText">
    <vt:lpwstr>Public</vt:lpwstr>
  </property>
</Properties>
</file>